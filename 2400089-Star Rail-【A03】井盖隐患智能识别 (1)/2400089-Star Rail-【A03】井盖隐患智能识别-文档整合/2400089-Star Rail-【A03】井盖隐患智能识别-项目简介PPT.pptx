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4" r:id="rId3"/>
    <p:sldId id="290" r:id="rId4"/>
    <p:sldId id="344" r:id="rId6"/>
    <p:sldId id="345" r:id="rId7"/>
    <p:sldId id="342" r:id="rId8"/>
    <p:sldId id="271" r:id="rId9"/>
    <p:sldId id="346" r:id="rId10"/>
    <p:sldId id="294" r:id="rId11"/>
    <p:sldId id="311" r:id="rId12"/>
    <p:sldId id="347" r:id="rId13"/>
    <p:sldId id="324" r:id="rId14"/>
    <p:sldId id="329" r:id="rId15"/>
    <p:sldId id="327" r:id="rId16"/>
    <p:sldId id="341" r:id="rId17"/>
    <p:sldId id="320" r:id="rId18"/>
    <p:sldId id="319" r:id="rId19"/>
    <p:sldId id="323" r:id="rId20"/>
    <p:sldId id="338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 嘉琪" initials="徐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203864"/>
    <a:srgbClr val="FF1919"/>
    <a:srgbClr val="FF5959"/>
    <a:srgbClr val="407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48" autoAdjust="0"/>
    <p:restoredTop sz="94660"/>
  </p:normalViewPr>
  <p:slideViewPr>
    <p:cSldViewPr snapToGrid="0">
      <p:cViewPr varScale="1">
        <p:scale>
          <a:sx n="93" d="100"/>
          <a:sy n="93" d="100"/>
        </p:scale>
        <p:origin x="8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5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/>
              <a:t>mAP50</a:t>
            </a:r>
            <a:endParaRPr lang="en-US" altLang="zh-CN" b="1" dirty="0"/>
          </a:p>
        </c:rich>
      </c:tx>
      <c:layout>
        <c:manualLayout>
          <c:xMode val="edge"/>
          <c:yMode val="edge"/>
          <c:x val="0.413904304348631"/>
          <c:y val="0.018058697877826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all</c:v>
                </c:pt>
                <c:pt idx="1">
                  <c:v>good</c:v>
                </c:pt>
                <c:pt idx="2">
                  <c:v>broke</c:v>
                </c:pt>
                <c:pt idx="3">
                  <c:v>lose</c:v>
                </c:pt>
                <c:pt idx="4">
                  <c:v>uncovered</c:v>
                </c:pt>
                <c:pt idx="5">
                  <c:v>circle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0.949</c:v>
                </c:pt>
                <c:pt idx="1">
                  <c:v>0.917</c:v>
                </c:pt>
                <c:pt idx="2">
                  <c:v>0.957</c:v>
                </c:pt>
                <c:pt idx="3">
                  <c:v>0.993</c:v>
                </c:pt>
                <c:pt idx="4">
                  <c:v>0.966</c:v>
                </c:pt>
                <c:pt idx="5">
                  <c:v>0.913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172207"/>
        <c:axId val="193400383"/>
      </c:barChart>
      <c:catAx>
        <c:axId val="192172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3400383"/>
        <c:crosses val="autoZero"/>
        <c:auto val="1"/>
        <c:lblAlgn val="ctr"/>
        <c:lblOffset val="100"/>
        <c:noMultiLvlLbl val="0"/>
      </c:catAx>
      <c:valAx>
        <c:axId val="193400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2172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8DFDB-1735-4C28-B600-CBBEFAAA3B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C787B-5AFE-424E-8774-FE09158E5D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7.png"/><Relationship Id="rId2" Type="http://schemas.openxmlformats.org/officeDocument/2006/relationships/tags" Target="../tags/tag9.xml"/><Relationship Id="rId19" Type="http://schemas.openxmlformats.org/officeDocument/2006/relationships/image" Target="../media/image16.png"/><Relationship Id="rId18" Type="http://schemas.openxmlformats.org/officeDocument/2006/relationships/tags" Target="../tags/tag22.xml"/><Relationship Id="rId17" Type="http://schemas.openxmlformats.org/officeDocument/2006/relationships/image" Target="../media/image15.png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../media/image14.jpeg"/><Relationship Id="rId10" Type="http://schemas.openxmlformats.org/officeDocument/2006/relationships/image" Target="../media/image13.jpeg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26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jpeg"/><Relationship Id="rId7" Type="http://schemas.openxmlformats.org/officeDocument/2006/relationships/image" Target="../media/image28.jpeg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3.xml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jpeg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image" Target="../media/image32.png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8.png"/><Relationship Id="rId14" Type="http://schemas.openxmlformats.org/officeDocument/2006/relationships/image" Target="../media/image37.png"/><Relationship Id="rId13" Type="http://schemas.openxmlformats.org/officeDocument/2006/relationships/image" Target="../media/image36.jpeg"/><Relationship Id="rId12" Type="http://schemas.openxmlformats.org/officeDocument/2006/relationships/image" Target="../media/image35.png"/><Relationship Id="rId11" Type="http://schemas.openxmlformats.org/officeDocument/2006/relationships/image" Target="../media/image34.png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5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2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2652716" y="2138204"/>
            <a:ext cx="5867829" cy="3992140"/>
            <a:chOff x="3702720" y="2013525"/>
            <a:chExt cx="4841564" cy="3293927"/>
          </a:xfrm>
        </p:grpSpPr>
        <p:sp>
          <p:nvSpPr>
            <p:cNvPr id="3" name="iśḷiďê"/>
            <p:cNvSpPr/>
            <p:nvPr/>
          </p:nvSpPr>
          <p:spPr bwMode="auto">
            <a:xfrm>
              <a:off x="4866913" y="3274735"/>
              <a:ext cx="3677371" cy="2032717"/>
            </a:xfrm>
            <a:prstGeom prst="rect">
              <a:avLst/>
            </a:prstGeom>
            <a:solidFill>
              <a:srgbClr val="F739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" name="ïŝ1ïdé"/>
            <p:cNvSpPr/>
            <p:nvPr/>
          </p:nvSpPr>
          <p:spPr bwMode="auto">
            <a:xfrm>
              <a:off x="7976048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" name="işḻiḍê"/>
            <p:cNvSpPr/>
            <p:nvPr/>
          </p:nvSpPr>
          <p:spPr bwMode="auto">
            <a:xfrm>
              <a:off x="7310795" y="3274735"/>
              <a:ext cx="106257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" name="ïśḻîḍe"/>
            <p:cNvSpPr/>
            <p:nvPr/>
          </p:nvSpPr>
          <p:spPr bwMode="auto">
            <a:xfrm>
              <a:off x="6654782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îṡḷîḋe"/>
            <p:cNvSpPr/>
            <p:nvPr/>
          </p:nvSpPr>
          <p:spPr bwMode="auto">
            <a:xfrm>
              <a:off x="5994147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íŝļïďe"/>
            <p:cNvSpPr/>
            <p:nvPr/>
          </p:nvSpPr>
          <p:spPr bwMode="auto">
            <a:xfrm>
              <a:off x="5333515" y="3274735"/>
              <a:ext cx="106257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ïṩḻiḍê"/>
            <p:cNvSpPr/>
            <p:nvPr/>
          </p:nvSpPr>
          <p:spPr bwMode="auto">
            <a:xfrm>
              <a:off x="5278078" y="3528823"/>
              <a:ext cx="2748790" cy="1524538"/>
            </a:xfrm>
            <a:prstGeom prst="ellipse">
              <a:avLst/>
            </a:prstGeom>
            <a:solidFill>
              <a:srgbClr val="4B4D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îṥļïḍé"/>
            <p:cNvSpPr/>
            <p:nvPr/>
          </p:nvSpPr>
          <p:spPr bwMode="auto">
            <a:xfrm>
              <a:off x="5462870" y="3621219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820 w 820"/>
                <a:gd name="T3" fmla="*/ 259 h 462"/>
                <a:gd name="T4" fmla="*/ 777 w 820"/>
                <a:gd name="T5" fmla="*/ 259 h 462"/>
                <a:gd name="T6" fmla="*/ 548 w 820"/>
                <a:gd name="T7" fmla="*/ 403 h 462"/>
                <a:gd name="T8" fmla="*/ 458 w 820"/>
                <a:gd name="T9" fmla="*/ 415 h 462"/>
                <a:gd name="T10" fmla="*/ 458 w 820"/>
                <a:gd name="T11" fmla="*/ 462 h 462"/>
                <a:gd name="T12" fmla="*/ 373 w 820"/>
                <a:gd name="T13" fmla="*/ 462 h 462"/>
                <a:gd name="T14" fmla="*/ 373 w 820"/>
                <a:gd name="T15" fmla="*/ 415 h 462"/>
                <a:gd name="T16" fmla="*/ 271 w 820"/>
                <a:gd name="T17" fmla="*/ 403 h 462"/>
                <a:gd name="T18" fmla="*/ 42 w 820"/>
                <a:gd name="T19" fmla="*/ 259 h 462"/>
                <a:gd name="T20" fmla="*/ 0 w 820"/>
                <a:gd name="T21" fmla="*/ 259 h 462"/>
                <a:gd name="T22" fmla="*/ 0 w 820"/>
                <a:gd name="T23" fmla="*/ 203 h 462"/>
                <a:gd name="T24" fmla="*/ 42 w 820"/>
                <a:gd name="T25" fmla="*/ 203 h 462"/>
                <a:gd name="T26" fmla="*/ 271 w 820"/>
                <a:gd name="T27" fmla="*/ 59 h 462"/>
                <a:gd name="T28" fmla="*/ 361 w 820"/>
                <a:gd name="T29" fmla="*/ 48 h 462"/>
                <a:gd name="T30" fmla="*/ 361 w 820"/>
                <a:gd name="T31" fmla="*/ 0 h 462"/>
                <a:gd name="T32" fmla="*/ 446 w 820"/>
                <a:gd name="T33" fmla="*/ 0 h 462"/>
                <a:gd name="T34" fmla="*/ 446 w 820"/>
                <a:gd name="T35" fmla="*/ 47 h 462"/>
                <a:gd name="T36" fmla="*/ 548 w 820"/>
                <a:gd name="T37" fmla="*/ 59 h 462"/>
                <a:gd name="T38" fmla="*/ 777 w 820"/>
                <a:gd name="T39" fmla="*/ 203 h 462"/>
                <a:gd name="T40" fmla="*/ 820 w 820"/>
                <a:gd name="T41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820" y="259"/>
                    <a:pt x="820" y="259"/>
                    <a:pt x="820" y="259"/>
                  </a:cubicBezTo>
                  <a:cubicBezTo>
                    <a:pt x="777" y="259"/>
                    <a:pt x="777" y="259"/>
                    <a:pt x="777" y="259"/>
                  </a:cubicBezTo>
                  <a:cubicBezTo>
                    <a:pt x="758" y="325"/>
                    <a:pt x="668" y="379"/>
                    <a:pt x="548" y="403"/>
                  </a:cubicBezTo>
                  <a:cubicBezTo>
                    <a:pt x="519" y="409"/>
                    <a:pt x="489" y="413"/>
                    <a:pt x="458" y="415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373" y="415"/>
                    <a:pt x="373" y="415"/>
                    <a:pt x="373" y="415"/>
                  </a:cubicBezTo>
                  <a:cubicBezTo>
                    <a:pt x="337" y="414"/>
                    <a:pt x="303" y="409"/>
                    <a:pt x="271" y="403"/>
                  </a:cubicBezTo>
                  <a:cubicBezTo>
                    <a:pt x="151" y="379"/>
                    <a:pt x="62" y="325"/>
                    <a:pt x="42" y="25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42" y="203"/>
                    <a:pt x="42" y="203"/>
                    <a:pt x="42" y="203"/>
                  </a:cubicBezTo>
                  <a:cubicBezTo>
                    <a:pt x="62" y="138"/>
                    <a:pt x="151" y="83"/>
                    <a:pt x="271" y="59"/>
                  </a:cubicBezTo>
                  <a:cubicBezTo>
                    <a:pt x="300" y="54"/>
                    <a:pt x="330" y="50"/>
                    <a:pt x="361" y="48"/>
                  </a:cubicBezTo>
                  <a:cubicBezTo>
                    <a:pt x="361" y="0"/>
                    <a:pt x="361" y="0"/>
                    <a:pt x="361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46" y="47"/>
                    <a:pt x="446" y="47"/>
                    <a:pt x="446" y="47"/>
                  </a:cubicBezTo>
                  <a:cubicBezTo>
                    <a:pt x="482" y="49"/>
                    <a:pt x="516" y="53"/>
                    <a:pt x="548" y="59"/>
                  </a:cubicBezTo>
                  <a:cubicBezTo>
                    <a:pt x="668" y="83"/>
                    <a:pt x="758" y="138"/>
                    <a:pt x="777" y="203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16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íṣ1íďè"/>
            <p:cNvSpPr/>
            <p:nvPr/>
          </p:nvSpPr>
          <p:spPr bwMode="auto">
            <a:xfrm>
              <a:off x="3702720" y="2845091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8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5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8"/>
                    <a:pt x="362" y="48"/>
                    <a:pt x="362" y="48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5"/>
                    <a:pt x="458" y="415"/>
                    <a:pt x="458" y="415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BEB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iṣḻîḑé"/>
            <p:cNvSpPr/>
            <p:nvPr/>
          </p:nvSpPr>
          <p:spPr bwMode="auto">
            <a:xfrm>
              <a:off x="3702720" y="2923629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7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4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7"/>
                    <a:pt x="362" y="47"/>
                    <a:pt x="362" y="47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4"/>
                    <a:pt x="458" y="414"/>
                    <a:pt x="458" y="414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i$ľïḍè"/>
            <p:cNvSpPr/>
            <p:nvPr/>
          </p:nvSpPr>
          <p:spPr bwMode="auto">
            <a:xfrm>
              <a:off x="6252857" y="2364631"/>
              <a:ext cx="794608" cy="706833"/>
            </a:xfrm>
            <a:custGeom>
              <a:avLst/>
              <a:gdLst>
                <a:gd name="T0" fmla="*/ 33 w 274"/>
                <a:gd name="T1" fmla="*/ 222 h 243"/>
                <a:gd name="T2" fmla="*/ 39 w 274"/>
                <a:gd name="T3" fmla="*/ 243 h 243"/>
                <a:gd name="T4" fmla="*/ 238 w 274"/>
                <a:gd name="T5" fmla="*/ 243 h 243"/>
                <a:gd name="T6" fmla="*/ 240 w 274"/>
                <a:gd name="T7" fmla="*/ 5 h 243"/>
                <a:gd name="T8" fmla="*/ 38 w 274"/>
                <a:gd name="T9" fmla="*/ 0 h 243"/>
                <a:gd name="T10" fmla="*/ 0 w 274"/>
                <a:gd name="T11" fmla="*/ 84 h 243"/>
                <a:gd name="T12" fmla="*/ 33 w 274"/>
                <a:gd name="T13" fmla="*/ 22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243">
                  <a:moveTo>
                    <a:pt x="33" y="222"/>
                  </a:moveTo>
                  <a:cubicBezTo>
                    <a:pt x="39" y="243"/>
                    <a:pt x="39" y="243"/>
                    <a:pt x="39" y="243"/>
                  </a:cubicBezTo>
                  <a:cubicBezTo>
                    <a:pt x="238" y="243"/>
                    <a:pt x="238" y="243"/>
                    <a:pt x="238" y="243"/>
                  </a:cubicBezTo>
                  <a:cubicBezTo>
                    <a:pt x="274" y="139"/>
                    <a:pt x="267" y="79"/>
                    <a:pt x="240" y="5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84"/>
                    <a:pt x="0" y="84"/>
                    <a:pt x="0" y="84"/>
                  </a:cubicBezTo>
                  <a:lnTo>
                    <a:pt x="33" y="222"/>
                  </a:lnTo>
                  <a:close/>
                </a:path>
              </a:pathLst>
            </a:cu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iśḻïḋê"/>
            <p:cNvSpPr/>
            <p:nvPr/>
          </p:nvSpPr>
          <p:spPr bwMode="auto">
            <a:xfrm>
              <a:off x="6363732" y="3071463"/>
              <a:ext cx="577478" cy="531280"/>
            </a:xfrm>
            <a:prstGeom prst="rect">
              <a:avLst/>
            </a:pr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ïṧḻiďê"/>
            <p:cNvSpPr/>
            <p:nvPr/>
          </p:nvSpPr>
          <p:spPr bwMode="auto">
            <a:xfrm>
              <a:off x="5462870" y="2332293"/>
              <a:ext cx="683732" cy="161695"/>
            </a:xfrm>
            <a:custGeom>
              <a:avLst/>
              <a:gdLst>
                <a:gd name="T0" fmla="*/ 0 w 148"/>
                <a:gd name="T1" fmla="*/ 29 h 35"/>
                <a:gd name="T2" fmla="*/ 0 w 148"/>
                <a:gd name="T3" fmla="*/ 5 h 35"/>
                <a:gd name="T4" fmla="*/ 148 w 148"/>
                <a:gd name="T5" fmla="*/ 0 h 35"/>
                <a:gd name="T6" fmla="*/ 148 w 148"/>
                <a:gd name="T7" fmla="*/ 35 h 35"/>
                <a:gd name="T8" fmla="*/ 0 w 148"/>
                <a:gd name="T9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5">
                  <a:moveTo>
                    <a:pt x="0" y="29"/>
                  </a:moveTo>
                  <a:lnTo>
                    <a:pt x="0" y="5"/>
                  </a:lnTo>
                  <a:lnTo>
                    <a:pt x="148" y="0"/>
                  </a:lnTo>
                  <a:lnTo>
                    <a:pt x="148" y="3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451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íŝ1iḋé"/>
            <p:cNvSpPr/>
            <p:nvPr/>
          </p:nvSpPr>
          <p:spPr bwMode="auto">
            <a:xfrm>
              <a:off x="4968549" y="2073584"/>
              <a:ext cx="632916" cy="674492"/>
            </a:xfrm>
            <a:custGeom>
              <a:avLst/>
              <a:gdLst>
                <a:gd name="T0" fmla="*/ 0 w 218"/>
                <a:gd name="T1" fmla="*/ 63 h 232"/>
                <a:gd name="T2" fmla="*/ 103 w 218"/>
                <a:gd name="T3" fmla="*/ 63 h 232"/>
                <a:gd name="T4" fmla="*/ 103 w 218"/>
                <a:gd name="T5" fmla="*/ 169 h 232"/>
                <a:gd name="T6" fmla="*/ 0 w 218"/>
                <a:gd name="T7" fmla="*/ 169 h 232"/>
                <a:gd name="T8" fmla="*/ 103 w 218"/>
                <a:gd name="T9" fmla="*/ 232 h 232"/>
                <a:gd name="T10" fmla="*/ 218 w 218"/>
                <a:gd name="T11" fmla="*/ 116 h 232"/>
                <a:gd name="T12" fmla="*/ 103 w 218"/>
                <a:gd name="T13" fmla="*/ 0 h 232"/>
                <a:gd name="T14" fmla="*/ 0 w 218"/>
                <a:gd name="T15" fmla="*/ 6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8" h="232">
                  <a:moveTo>
                    <a:pt x="0" y="63"/>
                  </a:moveTo>
                  <a:cubicBezTo>
                    <a:pt x="103" y="63"/>
                    <a:pt x="103" y="63"/>
                    <a:pt x="103" y="63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19" y="206"/>
                    <a:pt x="58" y="232"/>
                    <a:pt x="103" y="232"/>
                  </a:cubicBezTo>
                  <a:cubicBezTo>
                    <a:pt x="166" y="232"/>
                    <a:pt x="218" y="180"/>
                    <a:pt x="218" y="116"/>
                  </a:cubicBezTo>
                  <a:cubicBezTo>
                    <a:pt x="218" y="52"/>
                    <a:pt x="166" y="0"/>
                    <a:pt x="103" y="0"/>
                  </a:cubicBezTo>
                  <a:cubicBezTo>
                    <a:pt x="58" y="0"/>
                    <a:pt x="19" y="26"/>
                    <a:pt x="0" y="63"/>
                  </a:cubicBezTo>
                  <a:close/>
                </a:path>
              </a:pathLst>
            </a:custGeom>
            <a:solidFill>
              <a:srgbClr val="31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işḷiḓè"/>
            <p:cNvSpPr/>
            <p:nvPr/>
          </p:nvSpPr>
          <p:spPr bwMode="auto">
            <a:xfrm>
              <a:off x="6035727" y="2239897"/>
              <a:ext cx="1131856" cy="346487"/>
            </a:xfrm>
            <a:custGeom>
              <a:avLst/>
              <a:gdLst>
                <a:gd name="T0" fmla="*/ 334 w 390"/>
                <a:gd name="T1" fmla="*/ 2 h 120"/>
                <a:gd name="T2" fmla="*/ 0 w 390"/>
                <a:gd name="T3" fmla="*/ 17 h 120"/>
                <a:gd name="T4" fmla="*/ 0 w 390"/>
                <a:gd name="T5" fmla="*/ 103 h 120"/>
                <a:gd name="T6" fmla="*/ 334 w 390"/>
                <a:gd name="T7" fmla="*/ 118 h 120"/>
                <a:gd name="T8" fmla="*/ 390 w 390"/>
                <a:gd name="T9" fmla="*/ 65 h 120"/>
                <a:gd name="T10" fmla="*/ 390 w 390"/>
                <a:gd name="T11" fmla="*/ 55 h 120"/>
                <a:gd name="T12" fmla="*/ 334 w 390"/>
                <a:gd name="T13" fmla="*/ 2 h 120"/>
                <a:gd name="T14" fmla="*/ 348 w 390"/>
                <a:gd name="T15" fmla="*/ 60 h 120"/>
                <a:gd name="T16" fmla="*/ 326 w 390"/>
                <a:gd name="T17" fmla="*/ 82 h 120"/>
                <a:gd name="T18" fmla="*/ 304 w 390"/>
                <a:gd name="T19" fmla="*/ 60 h 120"/>
                <a:gd name="T20" fmla="*/ 326 w 390"/>
                <a:gd name="T21" fmla="*/ 38 h 120"/>
                <a:gd name="T22" fmla="*/ 348 w 390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0" h="120">
                  <a:moveTo>
                    <a:pt x="334" y="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334" y="118"/>
                    <a:pt x="334" y="118"/>
                    <a:pt x="334" y="118"/>
                  </a:cubicBezTo>
                  <a:cubicBezTo>
                    <a:pt x="364" y="120"/>
                    <a:pt x="390" y="95"/>
                    <a:pt x="390" y="65"/>
                  </a:cubicBezTo>
                  <a:cubicBezTo>
                    <a:pt x="390" y="55"/>
                    <a:pt x="390" y="55"/>
                    <a:pt x="390" y="55"/>
                  </a:cubicBezTo>
                  <a:cubicBezTo>
                    <a:pt x="390" y="24"/>
                    <a:pt x="364" y="0"/>
                    <a:pt x="334" y="2"/>
                  </a:cubicBezTo>
                  <a:close/>
                  <a:moveTo>
                    <a:pt x="348" y="60"/>
                  </a:moveTo>
                  <a:cubicBezTo>
                    <a:pt x="348" y="72"/>
                    <a:pt x="338" y="82"/>
                    <a:pt x="326" y="82"/>
                  </a:cubicBezTo>
                  <a:cubicBezTo>
                    <a:pt x="314" y="82"/>
                    <a:pt x="304" y="72"/>
                    <a:pt x="304" y="60"/>
                  </a:cubicBezTo>
                  <a:cubicBezTo>
                    <a:pt x="304" y="48"/>
                    <a:pt x="314" y="38"/>
                    <a:pt x="326" y="38"/>
                  </a:cubicBezTo>
                  <a:cubicBezTo>
                    <a:pt x="338" y="38"/>
                    <a:pt x="348" y="48"/>
                    <a:pt x="348" y="60"/>
                  </a:cubicBezTo>
                  <a:close/>
                </a:path>
              </a:pathLst>
            </a:custGeom>
            <a:solidFill>
              <a:srgbClr val="F739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iśḻíde"/>
            <p:cNvSpPr/>
            <p:nvPr/>
          </p:nvSpPr>
          <p:spPr bwMode="auto">
            <a:xfrm>
              <a:off x="6326774" y="2013525"/>
              <a:ext cx="166313" cy="489700"/>
            </a:xfrm>
            <a:custGeom>
              <a:avLst/>
              <a:gdLst>
                <a:gd name="T0" fmla="*/ 58 w 58"/>
                <a:gd name="T1" fmla="*/ 136 h 169"/>
                <a:gd name="T2" fmla="*/ 0 w 58"/>
                <a:gd name="T3" fmla="*/ 136 h 169"/>
                <a:gd name="T4" fmla="*/ 0 w 58"/>
                <a:gd name="T5" fmla="*/ 33 h 169"/>
                <a:gd name="T6" fmla="*/ 58 w 58"/>
                <a:gd name="T7" fmla="*/ 33 h 169"/>
                <a:gd name="T8" fmla="*/ 58 w 58"/>
                <a:gd name="T9" fmla="*/ 13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169">
                  <a:moveTo>
                    <a:pt x="58" y="136"/>
                  </a:moveTo>
                  <a:cubicBezTo>
                    <a:pt x="58" y="169"/>
                    <a:pt x="0" y="169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8" y="0"/>
                    <a:pt x="58" y="33"/>
                  </a:cubicBezTo>
                  <a:lnTo>
                    <a:pt x="58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ṧ1iḓe"/>
            <p:cNvSpPr/>
            <p:nvPr/>
          </p:nvSpPr>
          <p:spPr bwMode="auto">
            <a:xfrm>
              <a:off x="6659400" y="2087442"/>
              <a:ext cx="166313" cy="489700"/>
            </a:xfrm>
            <a:custGeom>
              <a:avLst/>
              <a:gdLst>
                <a:gd name="T0" fmla="*/ 57 w 57"/>
                <a:gd name="T1" fmla="*/ 136 h 169"/>
                <a:gd name="T2" fmla="*/ 0 w 57"/>
                <a:gd name="T3" fmla="*/ 136 h 169"/>
                <a:gd name="T4" fmla="*/ 0 w 57"/>
                <a:gd name="T5" fmla="*/ 33 h 169"/>
                <a:gd name="T6" fmla="*/ 57 w 57"/>
                <a:gd name="T7" fmla="*/ 33 h 169"/>
                <a:gd name="T8" fmla="*/ 57 w 57"/>
                <a:gd name="T9" fmla="*/ 13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9">
                  <a:moveTo>
                    <a:pt x="57" y="136"/>
                  </a:moveTo>
                  <a:cubicBezTo>
                    <a:pt x="57" y="169"/>
                    <a:pt x="0" y="168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7" y="0"/>
                    <a:pt x="57" y="33"/>
                  </a:cubicBezTo>
                  <a:lnTo>
                    <a:pt x="57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îṩľiḑe"/>
            <p:cNvSpPr/>
            <p:nvPr/>
          </p:nvSpPr>
          <p:spPr bwMode="auto">
            <a:xfrm>
              <a:off x="6825714" y="2175220"/>
              <a:ext cx="152455" cy="415783"/>
            </a:xfrm>
            <a:custGeom>
              <a:avLst/>
              <a:gdLst>
                <a:gd name="T0" fmla="*/ 52 w 52"/>
                <a:gd name="T1" fmla="*/ 113 h 143"/>
                <a:gd name="T2" fmla="*/ 0 w 52"/>
                <a:gd name="T3" fmla="*/ 113 h 143"/>
                <a:gd name="T4" fmla="*/ 0 w 52"/>
                <a:gd name="T5" fmla="*/ 29 h 143"/>
                <a:gd name="T6" fmla="*/ 52 w 52"/>
                <a:gd name="T7" fmla="*/ 29 h 143"/>
                <a:gd name="T8" fmla="*/ 52 w 52"/>
                <a:gd name="T9" fmla="*/ 11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43">
                  <a:moveTo>
                    <a:pt x="52" y="113"/>
                  </a:moveTo>
                  <a:cubicBezTo>
                    <a:pt x="52" y="143"/>
                    <a:pt x="0" y="142"/>
                    <a:pt x="0" y="11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0"/>
                    <a:pt x="52" y="0"/>
                    <a:pt x="52" y="29"/>
                  </a:cubicBezTo>
                  <a:lnTo>
                    <a:pt x="52" y="113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Sḷiḋê"/>
            <p:cNvSpPr/>
            <p:nvPr/>
          </p:nvSpPr>
          <p:spPr bwMode="auto">
            <a:xfrm>
              <a:off x="6493087" y="2050483"/>
              <a:ext cx="166313" cy="489700"/>
            </a:xfrm>
            <a:custGeom>
              <a:avLst/>
              <a:gdLst>
                <a:gd name="T0" fmla="*/ 57 w 57"/>
                <a:gd name="T1" fmla="*/ 136 h 168"/>
                <a:gd name="T2" fmla="*/ 0 w 57"/>
                <a:gd name="T3" fmla="*/ 136 h 168"/>
                <a:gd name="T4" fmla="*/ 0 w 57"/>
                <a:gd name="T5" fmla="*/ 33 h 168"/>
                <a:gd name="T6" fmla="*/ 57 w 57"/>
                <a:gd name="T7" fmla="*/ 33 h 168"/>
                <a:gd name="T8" fmla="*/ 57 w 57"/>
                <a:gd name="T9" fmla="*/ 13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8">
                  <a:moveTo>
                    <a:pt x="57" y="136"/>
                  </a:moveTo>
                  <a:cubicBezTo>
                    <a:pt x="57" y="168"/>
                    <a:pt x="0" y="168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7" y="0"/>
                    <a:pt x="57" y="33"/>
                  </a:cubicBezTo>
                  <a:lnTo>
                    <a:pt x="57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îšḻïďè"/>
            <p:cNvSpPr/>
            <p:nvPr/>
          </p:nvSpPr>
          <p:spPr bwMode="auto">
            <a:xfrm>
              <a:off x="6354493" y="2286095"/>
              <a:ext cx="106257" cy="157074"/>
            </a:xfrm>
            <a:custGeom>
              <a:avLst/>
              <a:gdLst>
                <a:gd name="T0" fmla="*/ 18 w 37"/>
                <a:gd name="T1" fmla="*/ 0 h 53"/>
                <a:gd name="T2" fmla="*/ 37 w 37"/>
                <a:gd name="T3" fmla="*/ 19 h 53"/>
                <a:gd name="T4" fmla="*/ 37 w 37"/>
                <a:gd name="T5" fmla="*/ 35 h 53"/>
                <a:gd name="T6" fmla="*/ 18 w 37"/>
                <a:gd name="T7" fmla="*/ 53 h 53"/>
                <a:gd name="T8" fmla="*/ 18 w 37"/>
                <a:gd name="T9" fmla="*/ 53 h 53"/>
                <a:gd name="T10" fmla="*/ 0 w 37"/>
                <a:gd name="T11" fmla="*/ 35 h 53"/>
                <a:gd name="T12" fmla="*/ 0 w 37"/>
                <a:gd name="T13" fmla="*/ 19 h 53"/>
                <a:gd name="T14" fmla="*/ 18 w 37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3">
                  <a:moveTo>
                    <a:pt x="18" y="0"/>
                  </a:moveTo>
                  <a:cubicBezTo>
                    <a:pt x="29" y="0"/>
                    <a:pt x="37" y="8"/>
                    <a:pt x="37" y="19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45"/>
                    <a:pt x="2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8" y="53"/>
                    <a:pt x="0" y="45"/>
                    <a:pt x="0" y="3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îšļîḓê"/>
            <p:cNvSpPr/>
            <p:nvPr/>
          </p:nvSpPr>
          <p:spPr bwMode="auto">
            <a:xfrm>
              <a:off x="6520806" y="2323054"/>
              <a:ext cx="110876" cy="157074"/>
            </a:xfrm>
            <a:custGeom>
              <a:avLst/>
              <a:gdLst>
                <a:gd name="T0" fmla="*/ 19 w 38"/>
                <a:gd name="T1" fmla="*/ 0 h 53"/>
                <a:gd name="T2" fmla="*/ 38 w 38"/>
                <a:gd name="T3" fmla="*/ 18 h 53"/>
                <a:gd name="T4" fmla="*/ 38 w 38"/>
                <a:gd name="T5" fmla="*/ 34 h 53"/>
                <a:gd name="T6" fmla="*/ 19 w 38"/>
                <a:gd name="T7" fmla="*/ 53 h 53"/>
                <a:gd name="T8" fmla="*/ 19 w 38"/>
                <a:gd name="T9" fmla="*/ 53 h 53"/>
                <a:gd name="T10" fmla="*/ 0 w 38"/>
                <a:gd name="T11" fmla="*/ 34 h 53"/>
                <a:gd name="T12" fmla="*/ 0 w 38"/>
                <a:gd name="T13" fmla="*/ 18 h 53"/>
                <a:gd name="T14" fmla="*/ 19 w 38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53">
                  <a:moveTo>
                    <a:pt x="19" y="0"/>
                  </a:moveTo>
                  <a:cubicBezTo>
                    <a:pt x="30" y="0"/>
                    <a:pt x="38" y="8"/>
                    <a:pt x="38" y="1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44"/>
                    <a:pt x="30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9" y="53"/>
                    <a:pt x="0" y="44"/>
                    <a:pt x="0" y="3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iṩḷïďe"/>
            <p:cNvSpPr/>
            <p:nvPr/>
          </p:nvSpPr>
          <p:spPr bwMode="auto">
            <a:xfrm>
              <a:off x="6687119" y="2364631"/>
              <a:ext cx="110876" cy="152455"/>
            </a:xfrm>
            <a:custGeom>
              <a:avLst/>
              <a:gdLst>
                <a:gd name="T0" fmla="*/ 18 w 37"/>
                <a:gd name="T1" fmla="*/ 0 h 53"/>
                <a:gd name="T2" fmla="*/ 37 w 37"/>
                <a:gd name="T3" fmla="*/ 19 h 53"/>
                <a:gd name="T4" fmla="*/ 37 w 37"/>
                <a:gd name="T5" fmla="*/ 34 h 53"/>
                <a:gd name="T6" fmla="*/ 18 w 37"/>
                <a:gd name="T7" fmla="*/ 53 h 53"/>
                <a:gd name="T8" fmla="*/ 18 w 37"/>
                <a:gd name="T9" fmla="*/ 53 h 53"/>
                <a:gd name="T10" fmla="*/ 0 w 37"/>
                <a:gd name="T11" fmla="*/ 34 h 53"/>
                <a:gd name="T12" fmla="*/ 0 w 37"/>
                <a:gd name="T13" fmla="*/ 19 h 53"/>
                <a:gd name="T14" fmla="*/ 18 w 37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3">
                  <a:moveTo>
                    <a:pt x="18" y="0"/>
                  </a:moveTo>
                  <a:cubicBezTo>
                    <a:pt x="29" y="0"/>
                    <a:pt x="37" y="8"/>
                    <a:pt x="37" y="19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45"/>
                    <a:pt x="2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8" y="53"/>
                    <a:pt x="0" y="45"/>
                    <a:pt x="0" y="3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$ḻïḑê"/>
            <p:cNvSpPr/>
            <p:nvPr/>
          </p:nvSpPr>
          <p:spPr bwMode="auto">
            <a:xfrm>
              <a:off x="6853432" y="2401589"/>
              <a:ext cx="97018" cy="133976"/>
            </a:xfrm>
            <a:custGeom>
              <a:avLst/>
              <a:gdLst>
                <a:gd name="T0" fmla="*/ 17 w 34"/>
                <a:gd name="T1" fmla="*/ 0 h 46"/>
                <a:gd name="T2" fmla="*/ 34 w 34"/>
                <a:gd name="T3" fmla="*/ 16 h 46"/>
                <a:gd name="T4" fmla="*/ 34 w 34"/>
                <a:gd name="T5" fmla="*/ 30 h 46"/>
                <a:gd name="T6" fmla="*/ 17 w 34"/>
                <a:gd name="T7" fmla="*/ 46 h 46"/>
                <a:gd name="T8" fmla="*/ 17 w 34"/>
                <a:gd name="T9" fmla="*/ 46 h 46"/>
                <a:gd name="T10" fmla="*/ 0 w 34"/>
                <a:gd name="T11" fmla="*/ 30 h 46"/>
                <a:gd name="T12" fmla="*/ 0 w 34"/>
                <a:gd name="T13" fmla="*/ 16 h 46"/>
                <a:gd name="T14" fmla="*/ 17 w 34"/>
                <a:gd name="T1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46">
                  <a:moveTo>
                    <a:pt x="17" y="0"/>
                  </a:moveTo>
                  <a:cubicBezTo>
                    <a:pt x="26" y="0"/>
                    <a:pt x="34" y="7"/>
                    <a:pt x="34" y="16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9"/>
                    <a:pt x="26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39"/>
                    <a:pt x="0" y="3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işlîḓé"/>
            <p:cNvSpPr/>
            <p:nvPr/>
          </p:nvSpPr>
          <p:spPr bwMode="auto">
            <a:xfrm>
              <a:off x="6095783" y="2175220"/>
              <a:ext cx="674493" cy="776128"/>
            </a:xfrm>
            <a:custGeom>
              <a:avLst/>
              <a:gdLst>
                <a:gd name="T0" fmla="*/ 77 w 232"/>
                <a:gd name="T1" fmla="*/ 4 h 268"/>
                <a:gd name="T2" fmla="*/ 168 w 232"/>
                <a:gd name="T3" fmla="*/ 24 h 268"/>
                <a:gd name="T4" fmla="*/ 97 w 232"/>
                <a:gd name="T5" fmla="*/ 65 h 268"/>
                <a:gd name="T6" fmla="*/ 75 w 232"/>
                <a:gd name="T7" fmla="*/ 105 h 268"/>
                <a:gd name="T8" fmla="*/ 130 w 232"/>
                <a:gd name="T9" fmla="*/ 121 h 268"/>
                <a:gd name="T10" fmla="*/ 149 w 232"/>
                <a:gd name="T11" fmla="*/ 263 h 268"/>
                <a:gd name="T12" fmla="*/ 86 w 232"/>
                <a:gd name="T13" fmla="*/ 262 h 268"/>
                <a:gd name="T14" fmla="*/ 20 w 232"/>
                <a:gd name="T15" fmla="*/ 168 h 268"/>
                <a:gd name="T16" fmla="*/ 13 w 232"/>
                <a:gd name="T17" fmla="*/ 83 h 268"/>
                <a:gd name="T18" fmla="*/ 42 w 232"/>
                <a:gd name="T19" fmla="*/ 25 h 268"/>
                <a:gd name="T20" fmla="*/ 77 w 232"/>
                <a:gd name="T21" fmla="*/ 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2" h="268">
                  <a:moveTo>
                    <a:pt x="77" y="4"/>
                  </a:moveTo>
                  <a:cubicBezTo>
                    <a:pt x="113" y="4"/>
                    <a:pt x="173" y="0"/>
                    <a:pt x="168" y="24"/>
                  </a:cubicBezTo>
                  <a:cubicBezTo>
                    <a:pt x="159" y="74"/>
                    <a:pt x="97" y="65"/>
                    <a:pt x="97" y="65"/>
                  </a:cubicBezTo>
                  <a:cubicBezTo>
                    <a:pt x="86" y="85"/>
                    <a:pt x="75" y="105"/>
                    <a:pt x="75" y="105"/>
                  </a:cubicBezTo>
                  <a:cubicBezTo>
                    <a:pt x="93" y="107"/>
                    <a:pt x="112" y="112"/>
                    <a:pt x="130" y="121"/>
                  </a:cubicBezTo>
                  <a:cubicBezTo>
                    <a:pt x="212" y="163"/>
                    <a:pt x="232" y="250"/>
                    <a:pt x="149" y="263"/>
                  </a:cubicBezTo>
                  <a:cubicBezTo>
                    <a:pt x="119" y="268"/>
                    <a:pt x="87" y="263"/>
                    <a:pt x="86" y="262"/>
                  </a:cubicBezTo>
                  <a:cubicBezTo>
                    <a:pt x="86" y="262"/>
                    <a:pt x="48" y="207"/>
                    <a:pt x="20" y="168"/>
                  </a:cubicBezTo>
                  <a:cubicBezTo>
                    <a:pt x="2" y="143"/>
                    <a:pt x="0" y="111"/>
                    <a:pt x="13" y="83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8" y="12"/>
                    <a:pt x="62" y="4"/>
                    <a:pt x="77" y="4"/>
                  </a:cubicBezTo>
                  <a:close/>
                </a:path>
              </a:pathLst>
            </a:cu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îS1iďe"/>
            <p:cNvSpPr/>
            <p:nvPr/>
          </p:nvSpPr>
          <p:spPr bwMode="auto">
            <a:xfrm>
              <a:off x="6252857" y="3380989"/>
              <a:ext cx="803847" cy="1579976"/>
            </a:xfrm>
            <a:custGeom>
              <a:avLst/>
              <a:gdLst>
                <a:gd name="T0" fmla="*/ 277 w 277"/>
                <a:gd name="T1" fmla="*/ 0 h 544"/>
                <a:gd name="T2" fmla="*/ 277 w 277"/>
                <a:gd name="T3" fmla="*/ 485 h 544"/>
                <a:gd name="T4" fmla="*/ 187 w 277"/>
                <a:gd name="T5" fmla="*/ 497 h 544"/>
                <a:gd name="T6" fmla="*/ 187 w 277"/>
                <a:gd name="T7" fmla="*/ 544 h 544"/>
                <a:gd name="T8" fmla="*/ 102 w 277"/>
                <a:gd name="T9" fmla="*/ 544 h 544"/>
                <a:gd name="T10" fmla="*/ 102 w 277"/>
                <a:gd name="T11" fmla="*/ 497 h 544"/>
                <a:gd name="T12" fmla="*/ 0 w 277"/>
                <a:gd name="T13" fmla="*/ 485 h 544"/>
                <a:gd name="T14" fmla="*/ 0 w 277"/>
                <a:gd name="T15" fmla="*/ 0 h 544"/>
                <a:gd name="T16" fmla="*/ 277 w 277"/>
                <a:gd name="T17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544">
                  <a:moveTo>
                    <a:pt x="277" y="0"/>
                  </a:moveTo>
                  <a:cubicBezTo>
                    <a:pt x="277" y="485"/>
                    <a:pt x="277" y="485"/>
                    <a:pt x="277" y="485"/>
                  </a:cubicBezTo>
                  <a:cubicBezTo>
                    <a:pt x="248" y="491"/>
                    <a:pt x="218" y="495"/>
                    <a:pt x="187" y="497"/>
                  </a:cubicBezTo>
                  <a:cubicBezTo>
                    <a:pt x="187" y="544"/>
                    <a:pt x="187" y="544"/>
                    <a:pt x="187" y="544"/>
                  </a:cubicBezTo>
                  <a:cubicBezTo>
                    <a:pt x="102" y="544"/>
                    <a:pt x="102" y="544"/>
                    <a:pt x="102" y="544"/>
                  </a:cubicBezTo>
                  <a:cubicBezTo>
                    <a:pt x="102" y="497"/>
                    <a:pt x="102" y="497"/>
                    <a:pt x="102" y="497"/>
                  </a:cubicBezTo>
                  <a:cubicBezTo>
                    <a:pt x="66" y="496"/>
                    <a:pt x="32" y="491"/>
                    <a:pt x="0" y="48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77" y="0"/>
                  </a:lnTo>
                  <a:close/>
                </a:path>
              </a:pathLst>
            </a:custGeom>
            <a:solidFill>
              <a:srgbClr val="3DC0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iṡḻîḑê"/>
            <p:cNvSpPr/>
            <p:nvPr/>
          </p:nvSpPr>
          <p:spPr bwMode="auto">
            <a:xfrm>
              <a:off x="3702720" y="2845091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8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5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8"/>
                    <a:pt x="362" y="48"/>
                    <a:pt x="362" y="48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5"/>
                    <a:pt x="458" y="415"/>
                    <a:pt x="458" y="415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BEB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îşḷîde"/>
            <p:cNvSpPr/>
            <p:nvPr/>
          </p:nvSpPr>
          <p:spPr bwMode="auto">
            <a:xfrm>
              <a:off x="4058447" y="3103800"/>
              <a:ext cx="1667754" cy="762270"/>
            </a:xfrm>
            <a:custGeom>
              <a:avLst/>
              <a:gdLst>
                <a:gd name="T0" fmla="*/ 287 w 574"/>
                <a:gd name="T1" fmla="*/ 0 h 263"/>
                <a:gd name="T2" fmla="*/ 0 w 574"/>
                <a:gd name="T3" fmla="*/ 132 h 263"/>
                <a:gd name="T4" fmla="*/ 287 w 574"/>
                <a:gd name="T5" fmla="*/ 263 h 263"/>
                <a:gd name="T6" fmla="*/ 574 w 574"/>
                <a:gd name="T7" fmla="*/ 132 h 263"/>
                <a:gd name="T8" fmla="*/ 287 w 574"/>
                <a:gd name="T9" fmla="*/ 0 h 263"/>
                <a:gd name="T10" fmla="*/ 287 w 574"/>
                <a:gd name="T11" fmla="*/ 237 h 263"/>
                <a:gd name="T12" fmla="*/ 26 w 574"/>
                <a:gd name="T13" fmla="*/ 132 h 263"/>
                <a:gd name="T14" fmla="*/ 287 w 574"/>
                <a:gd name="T15" fmla="*/ 27 h 263"/>
                <a:gd name="T16" fmla="*/ 547 w 574"/>
                <a:gd name="T17" fmla="*/ 132 h 263"/>
                <a:gd name="T18" fmla="*/ 287 w 574"/>
                <a:gd name="T19" fmla="*/ 237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4" h="263">
                  <a:moveTo>
                    <a:pt x="287" y="0"/>
                  </a:moveTo>
                  <a:cubicBezTo>
                    <a:pt x="126" y="0"/>
                    <a:pt x="0" y="58"/>
                    <a:pt x="0" y="132"/>
                  </a:cubicBezTo>
                  <a:cubicBezTo>
                    <a:pt x="0" y="206"/>
                    <a:pt x="126" y="263"/>
                    <a:pt x="287" y="263"/>
                  </a:cubicBezTo>
                  <a:cubicBezTo>
                    <a:pt x="448" y="263"/>
                    <a:pt x="574" y="206"/>
                    <a:pt x="574" y="132"/>
                  </a:cubicBezTo>
                  <a:cubicBezTo>
                    <a:pt x="574" y="58"/>
                    <a:pt x="448" y="0"/>
                    <a:pt x="287" y="0"/>
                  </a:cubicBezTo>
                  <a:close/>
                  <a:moveTo>
                    <a:pt x="287" y="237"/>
                  </a:moveTo>
                  <a:cubicBezTo>
                    <a:pt x="131" y="237"/>
                    <a:pt x="26" y="182"/>
                    <a:pt x="26" y="132"/>
                  </a:cubicBezTo>
                  <a:cubicBezTo>
                    <a:pt x="26" y="81"/>
                    <a:pt x="131" y="27"/>
                    <a:pt x="287" y="27"/>
                  </a:cubicBezTo>
                  <a:cubicBezTo>
                    <a:pt x="442" y="27"/>
                    <a:pt x="547" y="81"/>
                    <a:pt x="547" y="132"/>
                  </a:cubicBezTo>
                  <a:cubicBezTo>
                    <a:pt x="547" y="182"/>
                    <a:pt x="442" y="237"/>
                    <a:pt x="287" y="237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36" name="文本框 31"/>
          <p:cNvSpPr txBox="1"/>
          <p:nvPr/>
        </p:nvSpPr>
        <p:spPr>
          <a:xfrm>
            <a:off x="2328534" y="1242811"/>
            <a:ext cx="7534932" cy="58477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/>
              <a:t>融合双目标检测的井盖隐患集成分类探索</a:t>
            </a:r>
            <a:endParaRPr lang="zh-CN" altLang="en-US" sz="3200" dirty="0"/>
          </a:p>
        </p:txBody>
      </p:sp>
      <p:sp>
        <p:nvSpPr>
          <p:cNvPr id="38" name="矩形 37"/>
          <p:cNvSpPr/>
          <p:nvPr/>
        </p:nvSpPr>
        <p:spPr>
          <a:xfrm>
            <a:off x="7059295" y="2152650"/>
            <a:ext cx="4472305" cy="108839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l"/>
            <a:r>
              <a:rPr lang="zh-CN" altLang="en-US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团队名称：</a:t>
            </a:r>
            <a:r>
              <a:rPr lang="en-US" altLang="zh-CN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Star Rail</a:t>
            </a:r>
            <a:endParaRPr lang="en-US" altLang="zh-CN" sz="20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zh-CN" altLang="en-US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团队编号：</a:t>
            </a:r>
            <a:r>
              <a:rPr lang="en-US" altLang="zh-CN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2400089</a:t>
            </a:r>
            <a:endParaRPr lang="en-US" altLang="zh-CN" sz="20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/>
            <a:r>
              <a:rPr lang="zh-CN" altLang="en-US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赛题选择：【</a:t>
            </a:r>
            <a:r>
              <a:rPr lang="en-US" altLang="zh-CN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A03</a:t>
            </a:r>
            <a:r>
              <a:rPr lang="zh-CN" altLang="en-US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】井盖隐患智能</a:t>
            </a:r>
            <a:r>
              <a:rPr lang="zh-CN" altLang="en-US" sz="20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识别</a:t>
            </a:r>
            <a:endParaRPr lang="zh-CN" altLang="en-US" sz="20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75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75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75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75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75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75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" grpId="0" animBg="1"/>
      <p:bldP spid="560" grpId="0" animBg="1"/>
      <p:bldP spid="562" grpId="0" animBg="1"/>
      <p:bldP spid="564" grpId="0" animBg="1"/>
      <p:bldP spid="566" grpId="0" animBg="1"/>
      <p:bldP spid="568" grpId="0" animBg="1"/>
      <p:bldP spid="36" grpId="0" animBg="1"/>
      <p:bldP spid="38" grpId="0"/>
      <p:bldP spid="561" grpId="1" animBg="1"/>
      <p:bldP spid="560" grpId="1" animBg="1"/>
      <p:bldP spid="562" grpId="1" animBg="1"/>
      <p:bldP spid="564" grpId="1" animBg="1"/>
      <p:bldP spid="566" grpId="1" animBg="1"/>
      <p:bldP spid="568" grpId="1" animBg="1"/>
      <p:bldP spid="36" grpId="1" animBg="1"/>
      <p:bldP spid="3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组合 554"/>
          <p:cNvGrpSpPr/>
          <p:nvPr/>
        </p:nvGrpSpPr>
        <p:grpSpPr>
          <a:xfrm>
            <a:off x="4331343" y="0"/>
            <a:ext cx="3522821" cy="6874510"/>
            <a:chOff x="4331343" y="0"/>
            <a:chExt cx="3522821" cy="6874510"/>
          </a:xfrm>
        </p:grpSpPr>
        <p:sp>
          <p:nvSpPr>
            <p:cNvPr id="6" name="矩形 5"/>
            <p:cNvSpPr/>
            <p:nvPr/>
          </p:nvSpPr>
          <p:spPr>
            <a:xfrm>
              <a:off x="4872906" y="0"/>
              <a:ext cx="2439698" cy="6874510"/>
            </a:xfrm>
            <a:prstGeom prst="rect">
              <a:avLst/>
            </a:prstGeom>
            <a:solidFill>
              <a:srgbClr val="407AC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8" name="组合 547"/>
            <p:cNvGrpSpPr/>
            <p:nvPr/>
          </p:nvGrpSpPr>
          <p:grpSpPr>
            <a:xfrm>
              <a:off x="4331343" y="2536170"/>
              <a:ext cx="3522821" cy="3691017"/>
              <a:chOff x="4331343" y="2536170"/>
              <a:chExt cx="3522821" cy="369101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4331343" y="2536170"/>
                <a:ext cx="3522821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zh-CN" altLang="en-US" sz="3200" b="1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cs typeface="ADLaM Display" panose="02010000000000000000" pitchFamily="2" charset="0"/>
                  </a:rPr>
                  <a:t>解决方案</a:t>
                </a:r>
                <a:endParaRPr lang="zh-CN" altLang="en-US" sz="32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ADLaM Display" panose="02010000000000000000" pitchFamily="2" charset="0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5229450" y="5001292"/>
                <a:ext cx="1895581" cy="1225895"/>
                <a:chOff x="3714750" y="1653063"/>
                <a:chExt cx="4762500" cy="3548633"/>
              </a:xfrm>
            </p:grpSpPr>
            <p:sp>
              <p:nvSpPr>
                <p:cNvPr id="20" name="任意多边形 6"/>
                <p:cNvSpPr/>
                <p:nvPr/>
              </p:nvSpPr>
              <p:spPr>
                <a:xfrm>
                  <a:off x="3714750" y="4771548"/>
                  <a:ext cx="4762500" cy="2381"/>
                </a:xfrm>
                <a:custGeom>
                  <a:avLst/>
                  <a:gdLst>
                    <a:gd name="connsiteX0" fmla="*/ 0 w 4762500"/>
                    <a:gd name="connsiteY0" fmla="*/ 0 h 2381"/>
                    <a:gd name="connsiteX1" fmla="*/ 4762500 w 4762500"/>
                    <a:gd name="connsiteY1" fmla="*/ 0 h 2381"/>
                    <a:gd name="connsiteX2" fmla="*/ 4762500 w 4762500"/>
                    <a:gd name="connsiteY2" fmla="*/ 2381 h 2381"/>
                    <a:gd name="connsiteX3" fmla="*/ 0 w 4762500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500" h="2381">
                      <a:moveTo>
                        <a:pt x="0" y="0"/>
                      </a:moveTo>
                      <a:lnTo>
                        <a:pt x="4762500" y="0"/>
                      </a:lnTo>
                      <a:lnTo>
                        <a:pt x="4762500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 7"/>
                <p:cNvSpPr/>
                <p:nvPr/>
              </p:nvSpPr>
              <p:spPr>
                <a:xfrm>
                  <a:off x="7684579" y="4924805"/>
                  <a:ext cx="315468" cy="2381"/>
                </a:xfrm>
                <a:custGeom>
                  <a:avLst/>
                  <a:gdLst>
                    <a:gd name="connsiteX0" fmla="*/ 0 w 315468"/>
                    <a:gd name="connsiteY0" fmla="*/ 0 h 2381"/>
                    <a:gd name="connsiteX1" fmla="*/ 315468 w 315468"/>
                    <a:gd name="connsiteY1" fmla="*/ 0 h 2381"/>
                    <a:gd name="connsiteX2" fmla="*/ 315468 w 315468"/>
                    <a:gd name="connsiteY2" fmla="*/ 2381 h 2381"/>
                    <a:gd name="connsiteX3" fmla="*/ 0 w 315468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5468" h="2381">
                      <a:moveTo>
                        <a:pt x="0" y="0"/>
                      </a:moveTo>
                      <a:lnTo>
                        <a:pt x="315468" y="0"/>
                      </a:lnTo>
                      <a:lnTo>
                        <a:pt x="315468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任意多边形 8"/>
                <p:cNvSpPr/>
                <p:nvPr/>
              </p:nvSpPr>
              <p:spPr>
                <a:xfrm>
                  <a:off x="6786848" y="4950713"/>
                  <a:ext cx="82772" cy="2381"/>
                </a:xfrm>
                <a:custGeom>
                  <a:avLst/>
                  <a:gdLst>
                    <a:gd name="connsiteX0" fmla="*/ 0 w 82772"/>
                    <a:gd name="connsiteY0" fmla="*/ 0 h 2381"/>
                    <a:gd name="connsiteX1" fmla="*/ 82772 w 82772"/>
                    <a:gd name="connsiteY1" fmla="*/ 0 h 2381"/>
                    <a:gd name="connsiteX2" fmla="*/ 82772 w 82772"/>
                    <a:gd name="connsiteY2" fmla="*/ 2381 h 2381"/>
                    <a:gd name="connsiteX3" fmla="*/ 0 w 82772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772" h="2381">
                      <a:moveTo>
                        <a:pt x="0" y="0"/>
                      </a:moveTo>
                      <a:lnTo>
                        <a:pt x="82772" y="0"/>
                      </a:lnTo>
                      <a:lnTo>
                        <a:pt x="82772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任意多边形 9"/>
                <p:cNvSpPr/>
                <p:nvPr/>
              </p:nvSpPr>
              <p:spPr>
                <a:xfrm>
                  <a:off x="7492269" y="4836413"/>
                  <a:ext cx="182784" cy="2381"/>
                </a:xfrm>
                <a:custGeom>
                  <a:avLst/>
                  <a:gdLst>
                    <a:gd name="connsiteX0" fmla="*/ 0 w 182784"/>
                    <a:gd name="connsiteY0" fmla="*/ 0 h 2381"/>
                    <a:gd name="connsiteX1" fmla="*/ 182785 w 182784"/>
                    <a:gd name="connsiteY1" fmla="*/ 0 h 2381"/>
                    <a:gd name="connsiteX2" fmla="*/ 182785 w 182784"/>
                    <a:gd name="connsiteY2" fmla="*/ 2381 h 2381"/>
                    <a:gd name="connsiteX3" fmla="*/ 0 w 182784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2784" h="2381">
                      <a:moveTo>
                        <a:pt x="0" y="0"/>
                      </a:moveTo>
                      <a:lnTo>
                        <a:pt x="182785" y="0"/>
                      </a:lnTo>
                      <a:lnTo>
                        <a:pt x="182785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任意多边形 10"/>
                <p:cNvSpPr/>
                <p:nvPr/>
              </p:nvSpPr>
              <p:spPr>
                <a:xfrm>
                  <a:off x="4214431" y="4852415"/>
                  <a:ext cx="411384" cy="2381"/>
                </a:xfrm>
                <a:custGeom>
                  <a:avLst/>
                  <a:gdLst>
                    <a:gd name="connsiteX0" fmla="*/ 0 w 411384"/>
                    <a:gd name="connsiteY0" fmla="*/ 0 h 2381"/>
                    <a:gd name="connsiteX1" fmla="*/ 411385 w 411384"/>
                    <a:gd name="connsiteY1" fmla="*/ 0 h 2381"/>
                    <a:gd name="connsiteX2" fmla="*/ 411385 w 411384"/>
                    <a:gd name="connsiteY2" fmla="*/ 2381 h 2381"/>
                    <a:gd name="connsiteX3" fmla="*/ 0 w 411384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1384" h="2381">
                      <a:moveTo>
                        <a:pt x="0" y="0"/>
                      </a:moveTo>
                      <a:lnTo>
                        <a:pt x="411385" y="0"/>
                      </a:lnTo>
                      <a:lnTo>
                        <a:pt x="411385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任意多边形 11"/>
                <p:cNvSpPr/>
                <p:nvPr/>
              </p:nvSpPr>
              <p:spPr>
                <a:xfrm>
                  <a:off x="4710684" y="4852415"/>
                  <a:ext cx="60293" cy="2381"/>
                </a:xfrm>
                <a:custGeom>
                  <a:avLst/>
                  <a:gdLst>
                    <a:gd name="connsiteX0" fmla="*/ 0 w 60293"/>
                    <a:gd name="connsiteY0" fmla="*/ 0 h 2381"/>
                    <a:gd name="connsiteX1" fmla="*/ 60293 w 60293"/>
                    <a:gd name="connsiteY1" fmla="*/ 0 h 2381"/>
                    <a:gd name="connsiteX2" fmla="*/ 60293 w 60293"/>
                    <a:gd name="connsiteY2" fmla="*/ 2381 h 2381"/>
                    <a:gd name="connsiteX3" fmla="*/ 0 w 60293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293" h="2381">
                      <a:moveTo>
                        <a:pt x="0" y="0"/>
                      </a:moveTo>
                      <a:lnTo>
                        <a:pt x="60293" y="0"/>
                      </a:lnTo>
                      <a:lnTo>
                        <a:pt x="60293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任意多边形 12"/>
                <p:cNvSpPr/>
                <p:nvPr/>
              </p:nvSpPr>
              <p:spPr>
                <a:xfrm>
                  <a:off x="4967001" y="4892611"/>
                  <a:ext cx="892302" cy="2381"/>
                </a:xfrm>
                <a:custGeom>
                  <a:avLst/>
                  <a:gdLst>
                    <a:gd name="connsiteX0" fmla="*/ 0 w 892302"/>
                    <a:gd name="connsiteY0" fmla="*/ 0 h 2381"/>
                    <a:gd name="connsiteX1" fmla="*/ 892302 w 892302"/>
                    <a:gd name="connsiteY1" fmla="*/ 0 h 2381"/>
                    <a:gd name="connsiteX2" fmla="*/ 892302 w 892302"/>
                    <a:gd name="connsiteY2" fmla="*/ 2381 h 2381"/>
                    <a:gd name="connsiteX3" fmla="*/ 0 w 892302"/>
                    <a:gd name="connsiteY3" fmla="*/ 2381 h 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92302" h="2381">
                      <a:moveTo>
                        <a:pt x="0" y="0"/>
                      </a:moveTo>
                      <a:lnTo>
                        <a:pt x="892302" y="0"/>
                      </a:lnTo>
                      <a:lnTo>
                        <a:pt x="892302" y="2381"/>
                      </a:lnTo>
                      <a:lnTo>
                        <a:pt x="0" y="238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任意多边形 13"/>
                <p:cNvSpPr/>
                <p:nvPr/>
              </p:nvSpPr>
              <p:spPr>
                <a:xfrm>
                  <a:off x="4078700" y="1653063"/>
                  <a:ext cx="1947862" cy="2693669"/>
                </a:xfrm>
                <a:custGeom>
                  <a:avLst/>
                  <a:gdLst>
                    <a:gd name="connsiteX0" fmla="*/ 1893475 w 1947862"/>
                    <a:gd name="connsiteY0" fmla="*/ 2693615 h 2693669"/>
                    <a:gd name="connsiteX1" fmla="*/ 54293 w 1947862"/>
                    <a:gd name="connsiteY1" fmla="*/ 2693615 h 2693669"/>
                    <a:gd name="connsiteX2" fmla="*/ 0 w 1947862"/>
                    <a:gd name="connsiteY2" fmla="*/ 2639227 h 2693669"/>
                    <a:gd name="connsiteX3" fmla="*/ 0 w 1947862"/>
                    <a:gd name="connsiteY3" fmla="*/ 53857 h 2693669"/>
                    <a:gd name="connsiteX4" fmla="*/ 54293 w 1947862"/>
                    <a:gd name="connsiteY4" fmla="*/ -55 h 2693669"/>
                    <a:gd name="connsiteX5" fmla="*/ 1893475 w 1947862"/>
                    <a:gd name="connsiteY5" fmla="*/ -55 h 2693669"/>
                    <a:gd name="connsiteX6" fmla="*/ 1947863 w 1947862"/>
                    <a:gd name="connsiteY6" fmla="*/ 54333 h 2693669"/>
                    <a:gd name="connsiteX7" fmla="*/ 1947863 w 1947862"/>
                    <a:gd name="connsiteY7" fmla="*/ 2639227 h 2693669"/>
                    <a:gd name="connsiteX8" fmla="*/ 1893475 w 1947862"/>
                    <a:gd name="connsiteY8" fmla="*/ 2693615 h 2693669"/>
                    <a:gd name="connsiteX9" fmla="*/ 54293 w 1947862"/>
                    <a:gd name="connsiteY9" fmla="*/ 1850 h 2693669"/>
                    <a:gd name="connsiteX10" fmla="*/ 2381 w 1947862"/>
                    <a:gd name="connsiteY10" fmla="*/ 53857 h 2693669"/>
                    <a:gd name="connsiteX11" fmla="*/ 2381 w 1947862"/>
                    <a:gd name="connsiteY11" fmla="*/ 2639227 h 2693669"/>
                    <a:gd name="connsiteX12" fmla="*/ 54293 w 1947862"/>
                    <a:gd name="connsiteY12" fmla="*/ 2691234 h 2693669"/>
                    <a:gd name="connsiteX13" fmla="*/ 1893475 w 1947862"/>
                    <a:gd name="connsiteY13" fmla="*/ 2691234 h 2693669"/>
                    <a:gd name="connsiteX14" fmla="*/ 1945481 w 1947862"/>
                    <a:gd name="connsiteY14" fmla="*/ 2639227 h 2693669"/>
                    <a:gd name="connsiteX15" fmla="*/ 1945481 w 1947862"/>
                    <a:gd name="connsiteY15" fmla="*/ 53857 h 2693669"/>
                    <a:gd name="connsiteX16" fmla="*/ 1893475 w 1947862"/>
                    <a:gd name="connsiteY16" fmla="*/ 1850 h 2693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947862" h="2693669">
                      <a:moveTo>
                        <a:pt x="1893475" y="2693615"/>
                      </a:moveTo>
                      <a:lnTo>
                        <a:pt x="54293" y="2693615"/>
                      </a:lnTo>
                      <a:cubicBezTo>
                        <a:pt x="24293" y="2693558"/>
                        <a:pt x="0" y="2669231"/>
                        <a:pt x="0" y="2639227"/>
                      </a:cubicBezTo>
                      <a:lnTo>
                        <a:pt x="0" y="53857"/>
                      </a:lnTo>
                      <a:cubicBezTo>
                        <a:pt x="261" y="24042"/>
                        <a:pt x="24477" y="-3"/>
                        <a:pt x="54293" y="-55"/>
                      </a:cubicBezTo>
                      <a:lnTo>
                        <a:pt x="1893475" y="-55"/>
                      </a:lnTo>
                      <a:cubicBezTo>
                        <a:pt x="1923517" y="-55"/>
                        <a:pt x="1947863" y="24296"/>
                        <a:pt x="1947863" y="54333"/>
                      </a:cubicBezTo>
                      <a:lnTo>
                        <a:pt x="1947863" y="2639227"/>
                      </a:lnTo>
                      <a:cubicBezTo>
                        <a:pt x="1947863" y="2669269"/>
                        <a:pt x="1923517" y="2693615"/>
                        <a:pt x="1893475" y="2693615"/>
                      </a:cubicBezTo>
                      <a:close/>
                      <a:moveTo>
                        <a:pt x="54293" y="1850"/>
                      </a:moveTo>
                      <a:cubicBezTo>
                        <a:pt x="25607" y="1902"/>
                        <a:pt x="2381" y="25171"/>
                        <a:pt x="2381" y="53857"/>
                      </a:cubicBezTo>
                      <a:lnTo>
                        <a:pt x="2381" y="2639227"/>
                      </a:lnTo>
                      <a:cubicBezTo>
                        <a:pt x="2381" y="2667917"/>
                        <a:pt x="25607" y="2691177"/>
                        <a:pt x="54293" y="2691234"/>
                      </a:cubicBezTo>
                      <a:lnTo>
                        <a:pt x="1893475" y="2691234"/>
                      </a:lnTo>
                      <a:cubicBezTo>
                        <a:pt x="1922174" y="2691177"/>
                        <a:pt x="1945424" y="2667926"/>
                        <a:pt x="1945481" y="2639227"/>
                      </a:cubicBezTo>
                      <a:lnTo>
                        <a:pt x="1945481" y="53857"/>
                      </a:lnTo>
                      <a:cubicBezTo>
                        <a:pt x="1945424" y="25156"/>
                        <a:pt x="1922174" y="1902"/>
                        <a:pt x="1893475" y="185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 14"/>
                <p:cNvSpPr/>
                <p:nvPr/>
              </p:nvSpPr>
              <p:spPr>
                <a:xfrm>
                  <a:off x="6138862" y="1653063"/>
                  <a:ext cx="1947862" cy="2693669"/>
                </a:xfrm>
                <a:custGeom>
                  <a:avLst/>
                  <a:gdLst>
                    <a:gd name="connsiteX0" fmla="*/ 1893665 w 1947862"/>
                    <a:gd name="connsiteY0" fmla="*/ 2693615 h 2693669"/>
                    <a:gd name="connsiteX1" fmla="*/ 54388 w 1947862"/>
                    <a:gd name="connsiteY1" fmla="*/ 2693615 h 2693669"/>
                    <a:gd name="connsiteX2" fmla="*/ 0 w 1947862"/>
                    <a:gd name="connsiteY2" fmla="*/ 2639227 h 2693669"/>
                    <a:gd name="connsiteX3" fmla="*/ 0 w 1947862"/>
                    <a:gd name="connsiteY3" fmla="*/ 53857 h 2693669"/>
                    <a:gd name="connsiteX4" fmla="*/ 54388 w 1947862"/>
                    <a:gd name="connsiteY4" fmla="*/ -55 h 2693669"/>
                    <a:gd name="connsiteX5" fmla="*/ 1893665 w 1947862"/>
                    <a:gd name="connsiteY5" fmla="*/ -55 h 2693669"/>
                    <a:gd name="connsiteX6" fmla="*/ 1947863 w 1947862"/>
                    <a:gd name="connsiteY6" fmla="*/ 53857 h 2693669"/>
                    <a:gd name="connsiteX7" fmla="*/ 1947863 w 1947862"/>
                    <a:gd name="connsiteY7" fmla="*/ 2639227 h 2693669"/>
                    <a:gd name="connsiteX8" fmla="*/ 1893665 w 1947862"/>
                    <a:gd name="connsiteY8" fmla="*/ 2693615 h 2693669"/>
                    <a:gd name="connsiteX9" fmla="*/ 54388 w 1947862"/>
                    <a:gd name="connsiteY9" fmla="*/ 1850 h 2693669"/>
                    <a:gd name="connsiteX10" fmla="*/ 2381 w 1947862"/>
                    <a:gd name="connsiteY10" fmla="*/ 53857 h 2693669"/>
                    <a:gd name="connsiteX11" fmla="*/ 2381 w 1947862"/>
                    <a:gd name="connsiteY11" fmla="*/ 2639227 h 2693669"/>
                    <a:gd name="connsiteX12" fmla="*/ 54388 w 1947862"/>
                    <a:gd name="connsiteY12" fmla="*/ 2691234 h 2693669"/>
                    <a:gd name="connsiteX13" fmla="*/ 1893665 w 1947862"/>
                    <a:gd name="connsiteY13" fmla="*/ 2691234 h 2693669"/>
                    <a:gd name="connsiteX14" fmla="*/ 1945672 w 1947862"/>
                    <a:gd name="connsiteY14" fmla="*/ 2639227 h 2693669"/>
                    <a:gd name="connsiteX15" fmla="*/ 1945672 w 1947862"/>
                    <a:gd name="connsiteY15" fmla="*/ 53857 h 2693669"/>
                    <a:gd name="connsiteX16" fmla="*/ 1893665 w 1947862"/>
                    <a:gd name="connsiteY16" fmla="*/ 1850 h 2693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947862" h="2693669">
                      <a:moveTo>
                        <a:pt x="1893665" y="2693615"/>
                      </a:moveTo>
                      <a:lnTo>
                        <a:pt x="54388" y="2693615"/>
                      </a:lnTo>
                      <a:cubicBezTo>
                        <a:pt x="24374" y="2693558"/>
                        <a:pt x="48" y="2669241"/>
                        <a:pt x="0" y="2639227"/>
                      </a:cubicBezTo>
                      <a:lnTo>
                        <a:pt x="0" y="53857"/>
                      </a:lnTo>
                      <a:cubicBezTo>
                        <a:pt x="314" y="24027"/>
                        <a:pt x="24555" y="-4"/>
                        <a:pt x="54388" y="-55"/>
                      </a:cubicBezTo>
                      <a:lnTo>
                        <a:pt x="1893665" y="-55"/>
                      </a:lnTo>
                      <a:cubicBezTo>
                        <a:pt x="1923441" y="48"/>
                        <a:pt x="1947605" y="24079"/>
                        <a:pt x="1947863" y="53857"/>
                      </a:cubicBezTo>
                      <a:lnTo>
                        <a:pt x="1947863" y="2639227"/>
                      </a:lnTo>
                      <a:cubicBezTo>
                        <a:pt x="1947863" y="2669193"/>
                        <a:pt x="1923631" y="2693510"/>
                        <a:pt x="1893665" y="2693615"/>
                      </a:cubicBezTo>
                      <a:close/>
                      <a:moveTo>
                        <a:pt x="54388" y="1850"/>
                      </a:moveTo>
                      <a:cubicBezTo>
                        <a:pt x="25689" y="1902"/>
                        <a:pt x="2429" y="25156"/>
                        <a:pt x="2381" y="53857"/>
                      </a:cubicBezTo>
                      <a:lnTo>
                        <a:pt x="2381" y="2639227"/>
                      </a:lnTo>
                      <a:cubicBezTo>
                        <a:pt x="2438" y="2667926"/>
                        <a:pt x="25689" y="2691177"/>
                        <a:pt x="54388" y="2691234"/>
                      </a:cubicBezTo>
                      <a:lnTo>
                        <a:pt x="1893665" y="2691234"/>
                      </a:lnTo>
                      <a:cubicBezTo>
                        <a:pt x="1922364" y="2691177"/>
                        <a:pt x="1945615" y="2667926"/>
                        <a:pt x="1945672" y="2639227"/>
                      </a:cubicBezTo>
                      <a:lnTo>
                        <a:pt x="1945672" y="53857"/>
                      </a:lnTo>
                      <a:cubicBezTo>
                        <a:pt x="1945615" y="25156"/>
                        <a:pt x="1922364" y="1902"/>
                        <a:pt x="1893665" y="1850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任意多边形 15"/>
                <p:cNvSpPr/>
                <p:nvPr/>
              </p:nvSpPr>
              <p:spPr>
                <a:xfrm>
                  <a:off x="5628798" y="1935098"/>
                  <a:ext cx="865822" cy="1079563"/>
                </a:xfrm>
                <a:custGeom>
                  <a:avLst/>
                  <a:gdLst>
                    <a:gd name="connsiteX0" fmla="*/ 0 w 865822"/>
                    <a:gd name="connsiteY0" fmla="*/ 0 h 1079563"/>
                    <a:gd name="connsiteX1" fmla="*/ 865823 w 865822"/>
                    <a:gd name="connsiteY1" fmla="*/ 0 h 1079563"/>
                    <a:gd name="connsiteX2" fmla="*/ 865823 w 865822"/>
                    <a:gd name="connsiteY2" fmla="*/ 1079564 h 1079563"/>
                    <a:gd name="connsiteX3" fmla="*/ 0 w 865822"/>
                    <a:gd name="connsiteY3" fmla="*/ 1079564 h 10795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5822" h="1079563">
                      <a:moveTo>
                        <a:pt x="0" y="0"/>
                      </a:moveTo>
                      <a:lnTo>
                        <a:pt x="865823" y="0"/>
                      </a:lnTo>
                      <a:lnTo>
                        <a:pt x="865823" y="1079564"/>
                      </a:lnTo>
                      <a:lnTo>
                        <a:pt x="0" y="1079564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任意多边形 16"/>
                <p:cNvSpPr/>
                <p:nvPr/>
              </p:nvSpPr>
              <p:spPr>
                <a:xfrm>
                  <a:off x="5705692" y="1994075"/>
                  <a:ext cx="712061" cy="995049"/>
                </a:xfrm>
                <a:custGeom>
                  <a:avLst/>
                  <a:gdLst>
                    <a:gd name="connsiteX0" fmla="*/ 81697 w 712061"/>
                    <a:gd name="connsiteY0" fmla="*/ 81938 h 995049"/>
                    <a:gd name="connsiteX1" fmla="*/ 269149 w 712061"/>
                    <a:gd name="connsiteY1" fmla="*/ 48506 h 995049"/>
                    <a:gd name="connsiteX2" fmla="*/ 543374 w 712061"/>
                    <a:gd name="connsiteY2" fmla="*/ 186713 h 995049"/>
                    <a:gd name="connsiteX3" fmla="*/ 673295 w 712061"/>
                    <a:gd name="connsiteY3" fmla="*/ 405788 h 995049"/>
                    <a:gd name="connsiteX4" fmla="*/ 673295 w 712061"/>
                    <a:gd name="connsiteY4" fmla="*/ 803171 h 995049"/>
                    <a:gd name="connsiteX5" fmla="*/ 612335 w 712061"/>
                    <a:gd name="connsiteY5" fmla="*/ 940236 h 995049"/>
                    <a:gd name="connsiteX6" fmla="*/ 308011 w 712061"/>
                    <a:gd name="connsiteY6" fmla="*/ 921186 h 995049"/>
                    <a:gd name="connsiteX7" fmla="*/ 123512 w 712061"/>
                    <a:gd name="connsiteY7" fmla="*/ 882324 h 995049"/>
                    <a:gd name="connsiteX8" fmla="*/ 3592 w 712061"/>
                    <a:gd name="connsiteY8" fmla="*/ 646676 h 995049"/>
                    <a:gd name="connsiteX9" fmla="*/ 81697 w 712061"/>
                    <a:gd name="connsiteY9" fmla="*/ 391215 h 995049"/>
                    <a:gd name="connsiteX10" fmla="*/ 81697 w 712061"/>
                    <a:gd name="connsiteY10" fmla="*/ 81938 h 995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2061" h="995049">
                      <a:moveTo>
                        <a:pt x="81697" y="81938"/>
                      </a:moveTo>
                      <a:cubicBezTo>
                        <a:pt x="190758" y="3833"/>
                        <a:pt x="191044" y="-39029"/>
                        <a:pt x="269149" y="48506"/>
                      </a:cubicBezTo>
                      <a:cubicBezTo>
                        <a:pt x="347254" y="136040"/>
                        <a:pt x="401642" y="241958"/>
                        <a:pt x="543374" y="186713"/>
                      </a:cubicBezTo>
                      <a:cubicBezTo>
                        <a:pt x="685106" y="131468"/>
                        <a:pt x="764068" y="274439"/>
                        <a:pt x="673295" y="405788"/>
                      </a:cubicBezTo>
                      <a:cubicBezTo>
                        <a:pt x="582522" y="537138"/>
                        <a:pt x="616145" y="717161"/>
                        <a:pt x="673295" y="803171"/>
                      </a:cubicBezTo>
                      <a:cubicBezTo>
                        <a:pt x="730445" y="889182"/>
                        <a:pt x="703965" y="1005101"/>
                        <a:pt x="612335" y="940236"/>
                      </a:cubicBezTo>
                      <a:cubicBezTo>
                        <a:pt x="520704" y="875371"/>
                        <a:pt x="396689" y="875466"/>
                        <a:pt x="308011" y="921186"/>
                      </a:cubicBezTo>
                      <a:cubicBezTo>
                        <a:pt x="219333" y="966906"/>
                        <a:pt x="115606" y="1079968"/>
                        <a:pt x="123512" y="882324"/>
                      </a:cubicBezTo>
                      <a:cubicBezTo>
                        <a:pt x="131418" y="684680"/>
                        <a:pt x="29786" y="746593"/>
                        <a:pt x="3592" y="646676"/>
                      </a:cubicBezTo>
                      <a:cubicBezTo>
                        <a:pt x="-22602" y="546758"/>
                        <a:pt x="103795" y="610100"/>
                        <a:pt x="81697" y="391215"/>
                      </a:cubicBezTo>
                      <a:cubicBezTo>
                        <a:pt x="59599" y="172331"/>
                        <a:pt x="-14982" y="151280"/>
                        <a:pt x="81697" y="81938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任意多边形 17"/>
                <p:cNvSpPr/>
                <p:nvPr/>
              </p:nvSpPr>
              <p:spPr>
                <a:xfrm>
                  <a:off x="5741865" y="1993004"/>
                  <a:ext cx="639779" cy="743587"/>
                </a:xfrm>
                <a:custGeom>
                  <a:avLst/>
                  <a:gdLst>
                    <a:gd name="connsiteX0" fmla="*/ 578924 w 639779"/>
                    <a:gd name="connsiteY0" fmla="*/ 49577 h 743587"/>
                    <a:gd name="connsiteX1" fmla="*/ 328036 w 639779"/>
                    <a:gd name="connsiteY1" fmla="*/ 92820 h 743587"/>
                    <a:gd name="connsiteX2" fmla="*/ 50477 w 639779"/>
                    <a:gd name="connsiteY2" fmla="*/ 349995 h 743587"/>
                    <a:gd name="connsiteX3" fmla="*/ 160967 w 639779"/>
                    <a:gd name="connsiteY3" fmla="*/ 466391 h 743587"/>
                    <a:gd name="connsiteX4" fmla="*/ 437192 w 639779"/>
                    <a:gd name="connsiteY4" fmla="*/ 571166 h 743587"/>
                    <a:gd name="connsiteX5" fmla="*/ 557398 w 639779"/>
                    <a:gd name="connsiteY5" fmla="*/ 728709 h 743587"/>
                    <a:gd name="connsiteX6" fmla="*/ 571114 w 639779"/>
                    <a:gd name="connsiteY6" fmla="*/ 412289 h 743587"/>
                    <a:gd name="connsiteX7" fmla="*/ 578924 w 639779"/>
                    <a:gd name="connsiteY7" fmla="*/ 49577 h 743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39779" h="743587">
                      <a:moveTo>
                        <a:pt x="578924" y="49577"/>
                      </a:moveTo>
                      <a:cubicBezTo>
                        <a:pt x="446336" y="-9192"/>
                        <a:pt x="390139" y="-38148"/>
                        <a:pt x="328036" y="92820"/>
                      </a:cubicBezTo>
                      <a:cubicBezTo>
                        <a:pt x="265933" y="223789"/>
                        <a:pt x="140774" y="398097"/>
                        <a:pt x="50477" y="349995"/>
                      </a:cubicBezTo>
                      <a:cubicBezTo>
                        <a:pt x="-39820" y="301894"/>
                        <a:pt x="-12483" y="521445"/>
                        <a:pt x="160967" y="466391"/>
                      </a:cubicBezTo>
                      <a:cubicBezTo>
                        <a:pt x="334418" y="411336"/>
                        <a:pt x="376232" y="439149"/>
                        <a:pt x="437192" y="571166"/>
                      </a:cubicBezTo>
                      <a:cubicBezTo>
                        <a:pt x="498152" y="703182"/>
                        <a:pt x="483770" y="776906"/>
                        <a:pt x="557398" y="728709"/>
                      </a:cubicBezTo>
                      <a:cubicBezTo>
                        <a:pt x="631026" y="680513"/>
                        <a:pt x="529394" y="532113"/>
                        <a:pt x="571114" y="412289"/>
                      </a:cubicBezTo>
                      <a:cubicBezTo>
                        <a:pt x="612833" y="292464"/>
                        <a:pt x="697987" y="102345"/>
                        <a:pt x="578924" y="4957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任意多边形 18"/>
                <p:cNvSpPr/>
                <p:nvPr/>
              </p:nvSpPr>
              <p:spPr>
                <a:xfrm>
                  <a:off x="5736539" y="2497033"/>
                  <a:ext cx="650482" cy="442392"/>
                </a:xfrm>
                <a:custGeom>
                  <a:avLst/>
                  <a:gdLst>
                    <a:gd name="connsiteX0" fmla="*/ 119621 w 650482"/>
                    <a:gd name="connsiteY0" fmla="*/ 214107 h 442392"/>
                    <a:gd name="connsiteX1" fmla="*/ 240398 w 650482"/>
                    <a:gd name="connsiteY1" fmla="*/ 16368 h 442392"/>
                    <a:gd name="connsiteX2" fmla="*/ 441852 w 650482"/>
                    <a:gd name="connsiteY2" fmla="*/ 287068 h 442392"/>
                    <a:gd name="connsiteX3" fmla="*/ 583203 w 650482"/>
                    <a:gd name="connsiteY3" fmla="*/ 34656 h 442392"/>
                    <a:gd name="connsiteX4" fmla="*/ 525005 w 650482"/>
                    <a:gd name="connsiteY4" fmla="*/ 437468 h 442392"/>
                    <a:gd name="connsiteX5" fmla="*/ 201155 w 650482"/>
                    <a:gd name="connsiteY5" fmla="*/ 358696 h 442392"/>
                    <a:gd name="connsiteX6" fmla="*/ 4273 w 650482"/>
                    <a:gd name="connsiteY6" fmla="*/ 379556 h 442392"/>
                    <a:gd name="connsiteX7" fmla="*/ 119621 w 650482"/>
                    <a:gd name="connsiteY7" fmla="*/ 214107 h 4423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50482" h="442392">
                      <a:moveTo>
                        <a:pt x="119621" y="214107"/>
                      </a:moveTo>
                      <a:cubicBezTo>
                        <a:pt x="173056" y="111522"/>
                        <a:pt x="100571" y="-52593"/>
                        <a:pt x="240398" y="16368"/>
                      </a:cubicBezTo>
                      <a:cubicBezTo>
                        <a:pt x="380225" y="85329"/>
                        <a:pt x="321646" y="349743"/>
                        <a:pt x="441852" y="287068"/>
                      </a:cubicBezTo>
                      <a:cubicBezTo>
                        <a:pt x="562057" y="224394"/>
                        <a:pt x="480619" y="43514"/>
                        <a:pt x="583203" y="34656"/>
                      </a:cubicBezTo>
                      <a:cubicBezTo>
                        <a:pt x="685787" y="25797"/>
                        <a:pt x="674643" y="429276"/>
                        <a:pt x="525005" y="437468"/>
                      </a:cubicBezTo>
                      <a:cubicBezTo>
                        <a:pt x="375367" y="445659"/>
                        <a:pt x="246208" y="312786"/>
                        <a:pt x="201155" y="358696"/>
                      </a:cubicBezTo>
                      <a:cubicBezTo>
                        <a:pt x="156102" y="404607"/>
                        <a:pt x="30372" y="509572"/>
                        <a:pt x="4273" y="379556"/>
                      </a:cubicBezTo>
                      <a:cubicBezTo>
                        <a:pt x="-21825" y="249540"/>
                        <a:pt x="78473" y="292783"/>
                        <a:pt x="119621" y="214107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任意多边形 19"/>
                <p:cNvSpPr/>
                <p:nvPr/>
              </p:nvSpPr>
              <p:spPr>
                <a:xfrm rot="10800000">
                  <a:off x="6727221" y="1910619"/>
                  <a:ext cx="841438" cy="1128617"/>
                </a:xfrm>
                <a:custGeom>
                  <a:avLst/>
                  <a:gdLst>
                    <a:gd name="connsiteX0" fmla="*/ 0 w 841438"/>
                    <a:gd name="connsiteY0" fmla="*/ -55 h 1128617"/>
                    <a:gd name="connsiteX1" fmla="*/ 841438 w 841438"/>
                    <a:gd name="connsiteY1" fmla="*/ -55 h 1128617"/>
                    <a:gd name="connsiteX2" fmla="*/ 841438 w 841438"/>
                    <a:gd name="connsiteY2" fmla="*/ 1128562 h 1128617"/>
                    <a:gd name="connsiteX3" fmla="*/ 0 w 841438"/>
                    <a:gd name="connsiteY3" fmla="*/ 1128562 h 1128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1438" h="1128617">
                      <a:moveTo>
                        <a:pt x="0" y="-55"/>
                      </a:moveTo>
                      <a:lnTo>
                        <a:pt x="841438" y="-55"/>
                      </a:lnTo>
                      <a:lnTo>
                        <a:pt x="841438" y="1128562"/>
                      </a:lnTo>
                      <a:lnTo>
                        <a:pt x="0" y="1128562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任意多边形 20"/>
                <p:cNvSpPr/>
                <p:nvPr/>
              </p:nvSpPr>
              <p:spPr>
                <a:xfrm>
                  <a:off x="6842346" y="2018061"/>
                  <a:ext cx="614239" cy="864186"/>
                </a:xfrm>
                <a:custGeom>
                  <a:avLst/>
                  <a:gdLst>
                    <a:gd name="connsiteX0" fmla="*/ 3748 w 614239"/>
                    <a:gd name="connsiteY0" fmla="*/ 5851 h 864186"/>
                    <a:gd name="connsiteX1" fmla="*/ 613919 w 614239"/>
                    <a:gd name="connsiteY1" fmla="*/ 236737 h 864186"/>
                    <a:gd name="connsiteX2" fmla="*/ 103474 w 614239"/>
                    <a:gd name="connsiteY2" fmla="*/ 392851 h 864186"/>
                    <a:gd name="connsiteX3" fmla="*/ 575152 w 614239"/>
                    <a:gd name="connsiteY3" fmla="*/ 592876 h 864186"/>
                    <a:gd name="connsiteX4" fmla="*/ 63279 w 614239"/>
                    <a:gd name="connsiteY4" fmla="*/ 642692 h 864186"/>
                    <a:gd name="connsiteX5" fmla="*/ 547530 w 614239"/>
                    <a:gd name="connsiteY5" fmla="*/ 833192 h 864186"/>
                    <a:gd name="connsiteX6" fmla="*/ 24798 w 614239"/>
                    <a:gd name="connsiteY6" fmla="*/ 737942 h 864186"/>
                    <a:gd name="connsiteX7" fmla="*/ 249969 w 614239"/>
                    <a:gd name="connsiteY7" fmla="*/ 555729 h 864186"/>
                    <a:gd name="connsiteX8" fmla="*/ 3557 w 614239"/>
                    <a:gd name="connsiteY8" fmla="*/ 343607 h 864186"/>
                    <a:gd name="connsiteX9" fmla="*/ 387034 w 614239"/>
                    <a:gd name="connsiteY9" fmla="*/ 203590 h 864186"/>
                    <a:gd name="connsiteX10" fmla="*/ 3748 w 614239"/>
                    <a:gd name="connsiteY10" fmla="*/ 5851 h 864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14239" h="864186">
                      <a:moveTo>
                        <a:pt x="3748" y="5851"/>
                      </a:moveTo>
                      <a:cubicBezTo>
                        <a:pt x="28036" y="-39298"/>
                        <a:pt x="630112" y="187683"/>
                        <a:pt x="613919" y="236737"/>
                      </a:cubicBezTo>
                      <a:cubicBezTo>
                        <a:pt x="597727" y="285790"/>
                        <a:pt x="143480" y="326462"/>
                        <a:pt x="103474" y="392851"/>
                      </a:cubicBezTo>
                      <a:cubicBezTo>
                        <a:pt x="63469" y="459241"/>
                        <a:pt x="584582" y="547728"/>
                        <a:pt x="575152" y="592876"/>
                      </a:cubicBezTo>
                      <a:cubicBezTo>
                        <a:pt x="565723" y="638025"/>
                        <a:pt x="72804" y="597829"/>
                        <a:pt x="63279" y="642692"/>
                      </a:cubicBezTo>
                      <a:cubicBezTo>
                        <a:pt x="53754" y="687555"/>
                        <a:pt x="582773" y="765469"/>
                        <a:pt x="547530" y="833192"/>
                      </a:cubicBezTo>
                      <a:cubicBezTo>
                        <a:pt x="512288" y="900915"/>
                        <a:pt x="73090" y="852242"/>
                        <a:pt x="24798" y="737942"/>
                      </a:cubicBezTo>
                      <a:cubicBezTo>
                        <a:pt x="-23494" y="623642"/>
                        <a:pt x="242349" y="631453"/>
                        <a:pt x="249969" y="555729"/>
                      </a:cubicBezTo>
                      <a:cubicBezTo>
                        <a:pt x="257589" y="480005"/>
                        <a:pt x="-33400" y="465241"/>
                        <a:pt x="3557" y="343607"/>
                      </a:cubicBezTo>
                      <a:cubicBezTo>
                        <a:pt x="40514" y="221973"/>
                        <a:pt x="422657" y="309698"/>
                        <a:pt x="387034" y="203590"/>
                      </a:cubicBezTo>
                      <a:cubicBezTo>
                        <a:pt x="351410" y="97481"/>
                        <a:pt x="-42353" y="91290"/>
                        <a:pt x="3748" y="5851"/>
                      </a:cubicBezTo>
                      <a:close/>
                    </a:path>
                  </a:pathLst>
                </a:custGeom>
                <a:solidFill>
                  <a:srgbClr val="E6E6E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任意多边形 21"/>
                <p:cNvSpPr/>
                <p:nvPr/>
              </p:nvSpPr>
              <p:spPr>
                <a:xfrm>
                  <a:off x="7270700" y="2028380"/>
                  <a:ext cx="151602" cy="96868"/>
                </a:xfrm>
                <a:custGeom>
                  <a:avLst/>
                  <a:gdLst>
                    <a:gd name="connsiteX0" fmla="*/ 35927 w 151602"/>
                    <a:gd name="connsiteY0" fmla="*/ 1628 h 96868"/>
                    <a:gd name="connsiteX1" fmla="*/ 112127 w 151602"/>
                    <a:gd name="connsiteY1" fmla="*/ 92210 h 96868"/>
                    <a:gd name="connsiteX2" fmla="*/ 35927 w 151602"/>
                    <a:gd name="connsiteY2" fmla="*/ 1628 h 96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1602" h="96868">
                      <a:moveTo>
                        <a:pt x="35927" y="1628"/>
                      </a:moveTo>
                      <a:cubicBezTo>
                        <a:pt x="114509" y="-16851"/>
                        <a:pt x="205282" y="123643"/>
                        <a:pt x="112127" y="92210"/>
                      </a:cubicBezTo>
                      <a:cubicBezTo>
                        <a:pt x="18973" y="60778"/>
                        <a:pt x="-42654" y="20011"/>
                        <a:pt x="35927" y="162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任意多边形 22"/>
                <p:cNvSpPr/>
                <p:nvPr/>
              </p:nvSpPr>
              <p:spPr>
                <a:xfrm>
                  <a:off x="6838652" y="2180887"/>
                  <a:ext cx="113455" cy="54308"/>
                </a:xfrm>
                <a:custGeom>
                  <a:avLst/>
                  <a:gdLst>
                    <a:gd name="connsiteX0" fmla="*/ 113359 w 113455"/>
                    <a:gd name="connsiteY0" fmla="*/ 26762 h 54308"/>
                    <a:gd name="connsiteX1" fmla="*/ 12 w 113455"/>
                    <a:gd name="connsiteY1" fmla="*/ 26762 h 54308"/>
                    <a:gd name="connsiteX2" fmla="*/ 113359 w 113455"/>
                    <a:gd name="connsiteY2" fmla="*/ 26762 h 54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455" h="54308">
                      <a:moveTo>
                        <a:pt x="113359" y="26762"/>
                      </a:moveTo>
                      <a:cubicBezTo>
                        <a:pt x="117265" y="-12386"/>
                        <a:pt x="1345" y="-5433"/>
                        <a:pt x="12" y="26762"/>
                      </a:cubicBezTo>
                      <a:cubicBezTo>
                        <a:pt x="-1322" y="58956"/>
                        <a:pt x="109264" y="67624"/>
                        <a:pt x="113359" y="26762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任意多边形 23"/>
                <p:cNvSpPr/>
                <p:nvPr/>
              </p:nvSpPr>
              <p:spPr>
                <a:xfrm>
                  <a:off x="7224035" y="2401098"/>
                  <a:ext cx="172554" cy="81828"/>
                </a:xfrm>
                <a:custGeom>
                  <a:avLst/>
                  <a:gdLst>
                    <a:gd name="connsiteX0" fmla="*/ 166031 w 172554"/>
                    <a:gd name="connsiteY0" fmla="*/ 42485 h 81828"/>
                    <a:gd name="connsiteX1" fmla="*/ 11 w 172554"/>
                    <a:gd name="connsiteY1" fmla="*/ 35055 h 81828"/>
                    <a:gd name="connsiteX2" fmla="*/ 166031 w 172554"/>
                    <a:gd name="connsiteY2" fmla="*/ 42485 h 81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2554" h="81828">
                      <a:moveTo>
                        <a:pt x="166031" y="42485"/>
                      </a:moveTo>
                      <a:cubicBezTo>
                        <a:pt x="123550" y="-27524"/>
                        <a:pt x="-1323" y="2766"/>
                        <a:pt x="11" y="35055"/>
                      </a:cubicBezTo>
                      <a:cubicBezTo>
                        <a:pt x="1344" y="67345"/>
                        <a:pt x="211847" y="117828"/>
                        <a:pt x="166031" y="42485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任意多边形 24"/>
                <p:cNvSpPr/>
                <p:nvPr/>
              </p:nvSpPr>
              <p:spPr>
                <a:xfrm>
                  <a:off x="4566951" y="1910619"/>
                  <a:ext cx="841438" cy="1128617"/>
                </a:xfrm>
                <a:custGeom>
                  <a:avLst/>
                  <a:gdLst>
                    <a:gd name="connsiteX0" fmla="*/ 0 w 841438"/>
                    <a:gd name="connsiteY0" fmla="*/ 0 h 1128617"/>
                    <a:gd name="connsiteX1" fmla="*/ 841439 w 841438"/>
                    <a:gd name="connsiteY1" fmla="*/ 0 h 1128617"/>
                    <a:gd name="connsiteX2" fmla="*/ 841439 w 841438"/>
                    <a:gd name="connsiteY2" fmla="*/ 1128617 h 1128617"/>
                    <a:gd name="connsiteX3" fmla="*/ 0 w 841438"/>
                    <a:gd name="connsiteY3" fmla="*/ 1128617 h 1128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41438" h="1128617">
                      <a:moveTo>
                        <a:pt x="0" y="0"/>
                      </a:moveTo>
                      <a:lnTo>
                        <a:pt x="841439" y="0"/>
                      </a:lnTo>
                      <a:lnTo>
                        <a:pt x="841439" y="1128617"/>
                      </a:lnTo>
                      <a:lnTo>
                        <a:pt x="0" y="1128617"/>
                      </a:lnTo>
                      <a:close/>
                    </a:path>
                  </a:pathLst>
                </a:custGeom>
                <a:solidFill>
                  <a:srgbClr val="F5F5F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任意多边形 25"/>
                <p:cNvSpPr/>
                <p:nvPr/>
              </p:nvSpPr>
              <p:spPr>
                <a:xfrm>
                  <a:off x="4677164" y="1991643"/>
                  <a:ext cx="650111" cy="742983"/>
                </a:xfrm>
                <a:custGeom>
                  <a:avLst/>
                  <a:gdLst>
                    <a:gd name="connsiteX0" fmla="*/ 46378 w 650111"/>
                    <a:gd name="connsiteY0" fmla="*/ 742928 h 742983"/>
                    <a:gd name="connsiteX1" fmla="*/ 15994 w 650111"/>
                    <a:gd name="connsiteY1" fmla="*/ 54461 h 742983"/>
                    <a:gd name="connsiteX2" fmla="*/ 183919 w 650111"/>
                    <a:gd name="connsiteY2" fmla="*/ 184477 h 742983"/>
                    <a:gd name="connsiteX3" fmla="*/ 278503 w 650111"/>
                    <a:gd name="connsiteY3" fmla="*/ 1121 h 742983"/>
                    <a:gd name="connsiteX4" fmla="*/ 370990 w 650111"/>
                    <a:gd name="connsiteY4" fmla="*/ 131518 h 742983"/>
                    <a:gd name="connsiteX5" fmla="*/ 504436 w 650111"/>
                    <a:gd name="connsiteY5" fmla="*/ 1121 h 742983"/>
                    <a:gd name="connsiteX6" fmla="*/ 549013 w 650111"/>
                    <a:gd name="connsiteY6" fmla="*/ 131518 h 742983"/>
                    <a:gd name="connsiteX7" fmla="*/ 632356 w 650111"/>
                    <a:gd name="connsiteY7" fmla="*/ 64272 h 742983"/>
                    <a:gd name="connsiteX8" fmla="*/ 601305 w 650111"/>
                    <a:gd name="connsiteY8" fmla="*/ 742928 h 742983"/>
                    <a:gd name="connsiteX9" fmla="*/ 577492 w 650111"/>
                    <a:gd name="connsiteY9" fmla="*/ 236389 h 742983"/>
                    <a:gd name="connsiteX10" fmla="*/ 462240 w 650111"/>
                    <a:gd name="connsiteY10" fmla="*/ 319542 h 742983"/>
                    <a:gd name="connsiteX11" fmla="*/ 441380 w 650111"/>
                    <a:gd name="connsiteY11" fmla="*/ 184477 h 742983"/>
                    <a:gd name="connsiteX12" fmla="*/ 327080 w 650111"/>
                    <a:gd name="connsiteY12" fmla="*/ 291253 h 742983"/>
                    <a:gd name="connsiteX13" fmla="*/ 278598 w 650111"/>
                    <a:gd name="connsiteY13" fmla="*/ 184477 h 742983"/>
                    <a:gd name="connsiteX14" fmla="*/ 206398 w 650111"/>
                    <a:gd name="connsiteY14" fmla="*/ 321161 h 742983"/>
                    <a:gd name="connsiteX15" fmla="*/ 63523 w 650111"/>
                    <a:gd name="connsiteY15" fmla="*/ 201146 h 742983"/>
                    <a:gd name="connsiteX16" fmla="*/ 46378 w 650111"/>
                    <a:gd name="connsiteY16" fmla="*/ 742928 h 742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50111" h="742983">
                      <a:moveTo>
                        <a:pt x="46378" y="742928"/>
                      </a:moveTo>
                      <a:cubicBezTo>
                        <a:pt x="46378" y="742928"/>
                        <a:pt x="-33060" y="128089"/>
                        <a:pt x="15994" y="54461"/>
                      </a:cubicBezTo>
                      <a:cubicBezTo>
                        <a:pt x="65047" y="-19167"/>
                        <a:pt x="165822" y="246771"/>
                        <a:pt x="183919" y="184477"/>
                      </a:cubicBezTo>
                      <a:cubicBezTo>
                        <a:pt x="202017" y="122184"/>
                        <a:pt x="213447" y="-10404"/>
                        <a:pt x="278503" y="1121"/>
                      </a:cubicBezTo>
                      <a:cubicBezTo>
                        <a:pt x="343558" y="12646"/>
                        <a:pt x="320698" y="127042"/>
                        <a:pt x="370990" y="131518"/>
                      </a:cubicBezTo>
                      <a:cubicBezTo>
                        <a:pt x="421282" y="135995"/>
                        <a:pt x="482719" y="-14786"/>
                        <a:pt x="504436" y="1121"/>
                      </a:cubicBezTo>
                      <a:cubicBezTo>
                        <a:pt x="526153" y="17028"/>
                        <a:pt x="507960" y="122565"/>
                        <a:pt x="549013" y="131518"/>
                      </a:cubicBezTo>
                      <a:cubicBezTo>
                        <a:pt x="590065" y="140472"/>
                        <a:pt x="578826" y="29125"/>
                        <a:pt x="632356" y="64272"/>
                      </a:cubicBezTo>
                      <a:cubicBezTo>
                        <a:pt x="685887" y="99419"/>
                        <a:pt x="601305" y="742928"/>
                        <a:pt x="601305" y="742928"/>
                      </a:cubicBezTo>
                      <a:cubicBezTo>
                        <a:pt x="601305" y="742928"/>
                        <a:pt x="633404" y="236389"/>
                        <a:pt x="577492" y="236389"/>
                      </a:cubicBezTo>
                      <a:cubicBezTo>
                        <a:pt x="521581" y="236389"/>
                        <a:pt x="498816" y="393646"/>
                        <a:pt x="462240" y="319542"/>
                      </a:cubicBezTo>
                      <a:cubicBezTo>
                        <a:pt x="425664" y="245437"/>
                        <a:pt x="466050" y="192002"/>
                        <a:pt x="441380" y="184477"/>
                      </a:cubicBezTo>
                      <a:cubicBezTo>
                        <a:pt x="416710" y="176953"/>
                        <a:pt x="365180" y="309636"/>
                        <a:pt x="327080" y="291253"/>
                      </a:cubicBezTo>
                      <a:cubicBezTo>
                        <a:pt x="288980" y="272869"/>
                        <a:pt x="304887" y="196574"/>
                        <a:pt x="278598" y="184477"/>
                      </a:cubicBezTo>
                      <a:cubicBezTo>
                        <a:pt x="252309" y="172381"/>
                        <a:pt x="352226" y="365452"/>
                        <a:pt x="206398" y="321161"/>
                      </a:cubicBezTo>
                      <a:cubicBezTo>
                        <a:pt x="60571" y="276870"/>
                        <a:pt x="84097" y="156760"/>
                        <a:pt x="63523" y="201146"/>
                      </a:cubicBezTo>
                      <a:cubicBezTo>
                        <a:pt x="42949" y="245533"/>
                        <a:pt x="46378" y="742928"/>
                        <a:pt x="46378" y="74292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任意多边形 26"/>
                <p:cNvSpPr/>
                <p:nvPr/>
              </p:nvSpPr>
              <p:spPr>
                <a:xfrm>
                  <a:off x="4756051" y="2545467"/>
                  <a:ext cx="477845" cy="395349"/>
                </a:xfrm>
                <a:custGeom>
                  <a:avLst/>
                  <a:gdLst>
                    <a:gd name="connsiteX0" fmla="*/ 399069 w 477845"/>
                    <a:gd name="connsiteY0" fmla="*/ 21179 h 395349"/>
                    <a:gd name="connsiteX1" fmla="*/ 241144 w 477845"/>
                    <a:gd name="connsiteY1" fmla="*/ 139956 h 395349"/>
                    <a:gd name="connsiteX2" fmla="*/ 115890 w 477845"/>
                    <a:gd name="connsiteY2" fmla="*/ 15273 h 395349"/>
                    <a:gd name="connsiteX3" fmla="*/ 36547 w 477845"/>
                    <a:gd name="connsiteY3" fmla="*/ 245969 h 395349"/>
                    <a:gd name="connsiteX4" fmla="*/ 52549 w 477845"/>
                    <a:gd name="connsiteY4" fmla="*/ 359507 h 395349"/>
                    <a:gd name="connsiteX5" fmla="*/ 160277 w 477845"/>
                    <a:gd name="connsiteY5" fmla="*/ 211488 h 395349"/>
                    <a:gd name="connsiteX6" fmla="*/ 268671 w 477845"/>
                    <a:gd name="connsiteY6" fmla="*/ 352840 h 395349"/>
                    <a:gd name="connsiteX7" fmla="*/ 334489 w 477845"/>
                    <a:gd name="connsiteY7" fmla="*/ 170817 h 395349"/>
                    <a:gd name="connsiteX8" fmla="*/ 457743 w 477845"/>
                    <a:gd name="connsiteY8" fmla="*/ 343410 h 395349"/>
                    <a:gd name="connsiteX9" fmla="*/ 423738 w 477845"/>
                    <a:gd name="connsiteY9" fmla="*/ 198439 h 395349"/>
                    <a:gd name="connsiteX10" fmla="*/ 399069 w 477845"/>
                    <a:gd name="connsiteY10" fmla="*/ 21179 h 39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77845" h="395349">
                      <a:moveTo>
                        <a:pt x="399069" y="21179"/>
                      </a:moveTo>
                      <a:cubicBezTo>
                        <a:pt x="341919" y="-54259"/>
                        <a:pt x="305914" y="91854"/>
                        <a:pt x="241144" y="139956"/>
                      </a:cubicBezTo>
                      <a:cubicBezTo>
                        <a:pt x="176374" y="188057"/>
                        <a:pt x="199424" y="-37590"/>
                        <a:pt x="115890" y="15273"/>
                      </a:cubicBezTo>
                      <a:cubicBezTo>
                        <a:pt x="32356" y="68137"/>
                        <a:pt x="91887" y="204726"/>
                        <a:pt x="36547" y="245969"/>
                      </a:cubicBezTo>
                      <a:cubicBezTo>
                        <a:pt x="-18793" y="287212"/>
                        <a:pt x="-9554" y="435136"/>
                        <a:pt x="52549" y="359507"/>
                      </a:cubicBezTo>
                      <a:cubicBezTo>
                        <a:pt x="114652" y="283878"/>
                        <a:pt x="113509" y="84234"/>
                        <a:pt x="160277" y="211488"/>
                      </a:cubicBezTo>
                      <a:cubicBezTo>
                        <a:pt x="207044" y="338742"/>
                        <a:pt x="227523" y="462853"/>
                        <a:pt x="268671" y="352840"/>
                      </a:cubicBezTo>
                      <a:cubicBezTo>
                        <a:pt x="309819" y="242826"/>
                        <a:pt x="273624" y="74900"/>
                        <a:pt x="334489" y="170817"/>
                      </a:cubicBezTo>
                      <a:cubicBezTo>
                        <a:pt x="395354" y="266733"/>
                        <a:pt x="396782" y="396178"/>
                        <a:pt x="457743" y="343410"/>
                      </a:cubicBezTo>
                      <a:cubicBezTo>
                        <a:pt x="518703" y="290641"/>
                        <a:pt x="421357" y="256827"/>
                        <a:pt x="423738" y="198439"/>
                      </a:cubicBezTo>
                      <a:cubicBezTo>
                        <a:pt x="426119" y="140051"/>
                        <a:pt x="423167" y="53088"/>
                        <a:pt x="399069" y="21179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任意多边形 27"/>
                <p:cNvSpPr/>
                <p:nvPr/>
              </p:nvSpPr>
              <p:spPr>
                <a:xfrm>
                  <a:off x="7393971" y="4102921"/>
                  <a:ext cx="250462" cy="346586"/>
                </a:xfrm>
                <a:custGeom>
                  <a:avLst/>
                  <a:gdLst>
                    <a:gd name="connsiteX0" fmla="*/ 240887 w 250462"/>
                    <a:gd name="connsiteY0" fmla="*/ 346532 h 346586"/>
                    <a:gd name="connsiteX1" fmla="*/ 208883 w 250462"/>
                    <a:gd name="connsiteY1" fmla="*/ 27349 h 346586"/>
                    <a:gd name="connsiteX2" fmla="*/ 153448 w 250462"/>
                    <a:gd name="connsiteY2" fmla="*/ 12 h 346586"/>
                    <a:gd name="connsiteX3" fmla="*/ 0 w 250462"/>
                    <a:gd name="connsiteY3" fmla="*/ 106216 h 346586"/>
                    <a:gd name="connsiteX4" fmla="*/ 15907 w 250462"/>
                    <a:gd name="connsiteY4" fmla="*/ 108693 h 346586"/>
                    <a:gd name="connsiteX5" fmla="*/ 153067 w 250462"/>
                    <a:gd name="connsiteY5" fmla="*/ 16110 h 346586"/>
                    <a:gd name="connsiteX6" fmla="*/ 196596 w 250462"/>
                    <a:gd name="connsiteY6" fmla="*/ 37732 h 346586"/>
                    <a:gd name="connsiteX7" fmla="*/ 225171 w 250462"/>
                    <a:gd name="connsiteY7" fmla="*/ 344151 h 346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0462" h="346586">
                      <a:moveTo>
                        <a:pt x="240887" y="346532"/>
                      </a:moveTo>
                      <a:cubicBezTo>
                        <a:pt x="242316" y="337007"/>
                        <a:pt x="275654" y="106788"/>
                        <a:pt x="208883" y="27349"/>
                      </a:cubicBezTo>
                      <a:cubicBezTo>
                        <a:pt x="195424" y="10395"/>
                        <a:pt x="175089" y="365"/>
                        <a:pt x="153448" y="12"/>
                      </a:cubicBezTo>
                      <a:cubicBezTo>
                        <a:pt x="18669" y="-3131"/>
                        <a:pt x="191" y="104787"/>
                        <a:pt x="0" y="106216"/>
                      </a:cubicBezTo>
                      <a:lnTo>
                        <a:pt x="15907" y="108693"/>
                      </a:lnTo>
                      <a:cubicBezTo>
                        <a:pt x="16574" y="104787"/>
                        <a:pt x="32576" y="13443"/>
                        <a:pt x="153067" y="16110"/>
                      </a:cubicBezTo>
                      <a:cubicBezTo>
                        <a:pt x="170097" y="16386"/>
                        <a:pt x="186090" y="24330"/>
                        <a:pt x="196596" y="37732"/>
                      </a:cubicBezTo>
                      <a:cubicBezTo>
                        <a:pt x="258794" y="111645"/>
                        <a:pt x="225171" y="341865"/>
                        <a:pt x="225171" y="34415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任意多边形 28"/>
                <p:cNvSpPr/>
                <p:nvPr/>
              </p:nvSpPr>
              <p:spPr>
                <a:xfrm>
                  <a:off x="7642934" y="4155437"/>
                  <a:ext cx="277389" cy="283593"/>
                </a:xfrm>
                <a:custGeom>
                  <a:avLst/>
                  <a:gdLst>
                    <a:gd name="connsiteX0" fmla="*/ 116 w 277389"/>
                    <a:gd name="connsiteY0" fmla="*/ 283538 h 283593"/>
                    <a:gd name="connsiteX1" fmla="*/ 16118 w 277389"/>
                    <a:gd name="connsiteY1" fmla="*/ 282967 h 283593"/>
                    <a:gd name="connsiteX2" fmla="*/ 114226 w 277389"/>
                    <a:gd name="connsiteY2" fmla="*/ 27697 h 283593"/>
                    <a:gd name="connsiteX3" fmla="*/ 263006 w 277389"/>
                    <a:gd name="connsiteY3" fmla="*/ 76275 h 283593"/>
                    <a:gd name="connsiteX4" fmla="*/ 277389 w 277389"/>
                    <a:gd name="connsiteY4" fmla="*/ 69036 h 283593"/>
                    <a:gd name="connsiteX5" fmla="*/ 107939 w 277389"/>
                    <a:gd name="connsiteY5" fmla="*/ 12933 h 283593"/>
                    <a:gd name="connsiteX6" fmla="*/ 116 w 277389"/>
                    <a:gd name="connsiteY6" fmla="*/ 283538 h 283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389" h="283593">
                      <a:moveTo>
                        <a:pt x="116" y="283538"/>
                      </a:moveTo>
                      <a:lnTo>
                        <a:pt x="16118" y="282967"/>
                      </a:lnTo>
                      <a:cubicBezTo>
                        <a:pt x="16118" y="280871"/>
                        <a:pt x="10784" y="71131"/>
                        <a:pt x="114226" y="27697"/>
                      </a:cubicBezTo>
                      <a:cubicBezTo>
                        <a:pt x="215477" y="-14689"/>
                        <a:pt x="261101" y="72560"/>
                        <a:pt x="263006" y="76275"/>
                      </a:cubicBezTo>
                      <a:lnTo>
                        <a:pt x="277389" y="69036"/>
                      </a:lnTo>
                      <a:cubicBezTo>
                        <a:pt x="276818" y="67988"/>
                        <a:pt x="223382" y="-35739"/>
                        <a:pt x="107939" y="12933"/>
                      </a:cubicBezTo>
                      <a:cubicBezTo>
                        <a:pt x="-5599" y="60558"/>
                        <a:pt x="-169" y="274395"/>
                        <a:pt x="116" y="283538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任意多边形 29"/>
                <p:cNvSpPr/>
                <p:nvPr/>
              </p:nvSpPr>
              <p:spPr>
                <a:xfrm>
                  <a:off x="7626476" y="3948120"/>
                  <a:ext cx="254984" cy="507388"/>
                </a:xfrm>
                <a:custGeom>
                  <a:avLst/>
                  <a:gdLst>
                    <a:gd name="connsiteX0" fmla="*/ 16097 w 254984"/>
                    <a:gd name="connsiteY0" fmla="*/ 507333 h 507388"/>
                    <a:gd name="connsiteX1" fmla="*/ 81725 w 254984"/>
                    <a:gd name="connsiteY1" fmla="*/ 75089 h 507388"/>
                    <a:gd name="connsiteX2" fmla="*/ 248317 w 254984"/>
                    <a:gd name="connsiteY2" fmla="*/ 27464 h 507388"/>
                    <a:gd name="connsiteX3" fmla="*/ 254984 w 254984"/>
                    <a:gd name="connsiteY3" fmla="*/ 12891 h 507388"/>
                    <a:gd name="connsiteX4" fmla="*/ 68389 w 254984"/>
                    <a:gd name="connsiteY4" fmla="*/ 65945 h 507388"/>
                    <a:gd name="connsiteX5" fmla="*/ 0 w 254984"/>
                    <a:gd name="connsiteY5" fmla="*/ 507143 h 50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4984" h="507388">
                      <a:moveTo>
                        <a:pt x="16097" y="507333"/>
                      </a:moveTo>
                      <a:cubicBezTo>
                        <a:pt x="16097" y="504000"/>
                        <a:pt x="17050" y="172149"/>
                        <a:pt x="81725" y="75089"/>
                      </a:cubicBezTo>
                      <a:cubicBezTo>
                        <a:pt x="143828" y="-18066"/>
                        <a:pt x="243650" y="25749"/>
                        <a:pt x="248317" y="27464"/>
                      </a:cubicBezTo>
                      <a:lnTo>
                        <a:pt x="254984" y="12891"/>
                      </a:lnTo>
                      <a:cubicBezTo>
                        <a:pt x="253746" y="12319"/>
                        <a:pt x="138113" y="-38735"/>
                        <a:pt x="68389" y="65945"/>
                      </a:cubicBezTo>
                      <a:cubicBezTo>
                        <a:pt x="953" y="167005"/>
                        <a:pt x="0" y="493236"/>
                        <a:pt x="0" y="507143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任意多边形 30"/>
                <p:cNvSpPr/>
                <p:nvPr/>
              </p:nvSpPr>
              <p:spPr>
                <a:xfrm>
                  <a:off x="7329273" y="4063294"/>
                  <a:ext cx="243471" cy="256196"/>
                </a:xfrm>
                <a:custGeom>
                  <a:avLst/>
                  <a:gdLst>
                    <a:gd name="connsiteX0" fmla="*/ 198811 w 243471"/>
                    <a:gd name="connsiteY0" fmla="*/ 47640 h 256196"/>
                    <a:gd name="connsiteX1" fmla="*/ 240244 w 243471"/>
                    <a:gd name="connsiteY1" fmla="*/ 120601 h 256196"/>
                    <a:gd name="connsiteX2" fmla="*/ 36600 w 243471"/>
                    <a:gd name="connsiteY2" fmla="*/ 256142 h 256196"/>
                    <a:gd name="connsiteX3" fmla="*/ 30218 w 243471"/>
                    <a:gd name="connsiteY3" fmla="*/ 68499 h 256196"/>
                    <a:gd name="connsiteX4" fmla="*/ 198811 w 243471"/>
                    <a:gd name="connsiteY4" fmla="*/ 47640 h 256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3471" h="256196">
                      <a:moveTo>
                        <a:pt x="198811" y="47640"/>
                      </a:moveTo>
                      <a:cubicBezTo>
                        <a:pt x="198811" y="47640"/>
                        <a:pt x="257675" y="69357"/>
                        <a:pt x="240244" y="120601"/>
                      </a:cubicBezTo>
                      <a:cubicBezTo>
                        <a:pt x="222814" y="171846"/>
                        <a:pt x="36600" y="256142"/>
                        <a:pt x="36600" y="256142"/>
                      </a:cubicBezTo>
                      <a:cubicBezTo>
                        <a:pt x="36600" y="256142"/>
                        <a:pt x="-41315" y="184609"/>
                        <a:pt x="30218" y="68499"/>
                      </a:cubicBezTo>
                      <a:cubicBezTo>
                        <a:pt x="101751" y="-47610"/>
                        <a:pt x="197287" y="10969"/>
                        <a:pt x="198811" y="4764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任意多边形 31"/>
                <p:cNvSpPr/>
                <p:nvPr/>
              </p:nvSpPr>
              <p:spPr>
                <a:xfrm>
                  <a:off x="7672820" y="3932379"/>
                  <a:ext cx="256551" cy="163198"/>
                </a:xfrm>
                <a:custGeom>
                  <a:avLst/>
                  <a:gdLst>
                    <a:gd name="connsiteX0" fmla="*/ 38334 w 256551"/>
                    <a:gd name="connsiteY0" fmla="*/ 73304 h 163198"/>
                    <a:gd name="connsiteX1" fmla="*/ 234 w 256551"/>
                    <a:gd name="connsiteY1" fmla="*/ 43395 h 163198"/>
                    <a:gd name="connsiteX2" fmla="*/ 256551 w 256551"/>
                    <a:gd name="connsiteY2" fmla="*/ 58349 h 163198"/>
                    <a:gd name="connsiteX3" fmla="*/ 109580 w 256551"/>
                    <a:gd name="connsiteY3" fmla="*/ 163124 h 163198"/>
                    <a:gd name="connsiteX4" fmla="*/ 38334 w 256551"/>
                    <a:gd name="connsiteY4" fmla="*/ 73304 h 163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6551" h="163198">
                      <a:moveTo>
                        <a:pt x="38334" y="73304"/>
                      </a:moveTo>
                      <a:cubicBezTo>
                        <a:pt x="38334" y="73304"/>
                        <a:pt x="-3481" y="68827"/>
                        <a:pt x="234" y="43395"/>
                      </a:cubicBezTo>
                      <a:cubicBezTo>
                        <a:pt x="3948" y="17963"/>
                        <a:pt x="162730" y="-47569"/>
                        <a:pt x="256551" y="58349"/>
                      </a:cubicBezTo>
                      <a:cubicBezTo>
                        <a:pt x="256551" y="58349"/>
                        <a:pt x="196449" y="161600"/>
                        <a:pt x="109580" y="163124"/>
                      </a:cubicBezTo>
                      <a:cubicBezTo>
                        <a:pt x="22713" y="164648"/>
                        <a:pt x="38334" y="73304"/>
                        <a:pt x="38334" y="73304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任意多边形 32"/>
                <p:cNvSpPr/>
                <p:nvPr/>
              </p:nvSpPr>
              <p:spPr>
                <a:xfrm>
                  <a:off x="7734322" y="4137187"/>
                  <a:ext cx="207432" cy="154435"/>
                </a:xfrm>
                <a:custGeom>
                  <a:avLst/>
                  <a:gdLst>
                    <a:gd name="connsiteX0" fmla="*/ 19695 w 207432"/>
                    <a:gd name="connsiteY0" fmla="*/ 38613 h 154435"/>
                    <a:gd name="connsiteX1" fmla="*/ 21981 w 207432"/>
                    <a:gd name="connsiteY1" fmla="*/ 3942 h 154435"/>
                    <a:gd name="connsiteX2" fmla="*/ 207432 w 207432"/>
                    <a:gd name="connsiteY2" fmla="*/ 146817 h 154435"/>
                    <a:gd name="connsiteX3" fmla="*/ 7407 w 207432"/>
                    <a:gd name="connsiteY3" fmla="*/ 118718 h 154435"/>
                    <a:gd name="connsiteX4" fmla="*/ 19695 w 207432"/>
                    <a:gd name="connsiteY4" fmla="*/ 38613 h 154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432" h="154435">
                      <a:moveTo>
                        <a:pt x="19695" y="38613"/>
                      </a:moveTo>
                      <a:cubicBezTo>
                        <a:pt x="19695" y="38613"/>
                        <a:pt x="-8880" y="15277"/>
                        <a:pt x="21981" y="3942"/>
                      </a:cubicBezTo>
                      <a:cubicBezTo>
                        <a:pt x="52842" y="-7393"/>
                        <a:pt x="205813" y="-4250"/>
                        <a:pt x="207432" y="146817"/>
                      </a:cubicBezTo>
                      <a:cubicBezTo>
                        <a:pt x="207432" y="146817"/>
                        <a:pt x="29506" y="176344"/>
                        <a:pt x="7407" y="118718"/>
                      </a:cubicBezTo>
                      <a:cubicBezTo>
                        <a:pt x="-14691" y="61092"/>
                        <a:pt x="19695" y="38613"/>
                        <a:pt x="19695" y="38613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任意多边形 33"/>
                <p:cNvSpPr/>
                <p:nvPr/>
              </p:nvSpPr>
              <p:spPr>
                <a:xfrm>
                  <a:off x="7466742" y="4455413"/>
                  <a:ext cx="335565" cy="302228"/>
                </a:xfrm>
                <a:custGeom>
                  <a:avLst/>
                  <a:gdLst>
                    <a:gd name="connsiteX0" fmla="*/ 29718 w 335565"/>
                    <a:gd name="connsiteY0" fmla="*/ 302228 h 302228"/>
                    <a:gd name="connsiteX1" fmla="*/ 305753 w 335565"/>
                    <a:gd name="connsiteY1" fmla="*/ 302228 h 302228"/>
                    <a:gd name="connsiteX2" fmla="*/ 335566 w 335565"/>
                    <a:gd name="connsiteY2" fmla="*/ 0 h 302228"/>
                    <a:gd name="connsiteX3" fmla="*/ 0 w 335565"/>
                    <a:gd name="connsiteY3" fmla="*/ 0 h 302228"/>
                    <a:gd name="connsiteX4" fmla="*/ 29718 w 335565"/>
                    <a:gd name="connsiteY4" fmla="*/ 302228 h 302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565" h="302228">
                      <a:moveTo>
                        <a:pt x="29718" y="302228"/>
                      </a:moveTo>
                      <a:lnTo>
                        <a:pt x="305753" y="302228"/>
                      </a:lnTo>
                      <a:lnTo>
                        <a:pt x="335566" y="0"/>
                      </a:lnTo>
                      <a:lnTo>
                        <a:pt x="0" y="0"/>
                      </a:lnTo>
                      <a:lnTo>
                        <a:pt x="29718" y="302228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任意多边形 34"/>
                <p:cNvSpPr/>
                <p:nvPr/>
              </p:nvSpPr>
              <p:spPr>
                <a:xfrm rot="10800000">
                  <a:off x="7452074" y="4422076"/>
                  <a:ext cx="364997" cy="66675"/>
                </a:xfrm>
                <a:custGeom>
                  <a:avLst/>
                  <a:gdLst>
                    <a:gd name="connsiteX0" fmla="*/ 0 w 364997"/>
                    <a:gd name="connsiteY0" fmla="*/ -55 h 66675"/>
                    <a:gd name="connsiteX1" fmla="*/ 364998 w 364997"/>
                    <a:gd name="connsiteY1" fmla="*/ -55 h 66675"/>
                    <a:gd name="connsiteX2" fmla="*/ 364998 w 364997"/>
                    <a:gd name="connsiteY2" fmla="*/ 66620 h 66675"/>
                    <a:gd name="connsiteX3" fmla="*/ 0 w 364997"/>
                    <a:gd name="connsiteY3" fmla="*/ 66620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997" h="66675">
                      <a:moveTo>
                        <a:pt x="0" y="-55"/>
                      </a:moveTo>
                      <a:lnTo>
                        <a:pt x="364998" y="-55"/>
                      </a:lnTo>
                      <a:lnTo>
                        <a:pt x="364998" y="66620"/>
                      </a:lnTo>
                      <a:lnTo>
                        <a:pt x="0" y="6662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任意多边形 35"/>
                <p:cNvSpPr/>
                <p:nvPr/>
              </p:nvSpPr>
              <p:spPr>
                <a:xfrm>
                  <a:off x="4533294" y="3661258"/>
                  <a:ext cx="310318" cy="830254"/>
                </a:xfrm>
                <a:custGeom>
                  <a:avLst/>
                  <a:gdLst>
                    <a:gd name="connsiteX0" fmla="*/ 68519 w 310318"/>
                    <a:gd name="connsiteY0" fmla="*/ 822770 h 830254"/>
                    <a:gd name="connsiteX1" fmla="*/ 60899 w 310318"/>
                    <a:gd name="connsiteY1" fmla="*/ 589598 h 830254"/>
                    <a:gd name="connsiteX2" fmla="*/ 20798 w 310318"/>
                    <a:gd name="connsiteY2" fmla="*/ 422911 h 830254"/>
                    <a:gd name="connsiteX3" fmla="*/ 77948 w 310318"/>
                    <a:gd name="connsiteY3" fmla="*/ 515494 h 830254"/>
                    <a:gd name="connsiteX4" fmla="*/ 83663 w 310318"/>
                    <a:gd name="connsiteY4" fmla="*/ 351759 h 830254"/>
                    <a:gd name="connsiteX5" fmla="*/ 76615 w 310318"/>
                    <a:gd name="connsiteY5" fmla="*/ 116968 h 830254"/>
                    <a:gd name="connsiteX6" fmla="*/ 116048 w 310318"/>
                    <a:gd name="connsiteY6" fmla="*/ 350140 h 830254"/>
                    <a:gd name="connsiteX7" fmla="*/ 147671 w 310318"/>
                    <a:gd name="connsiteY7" fmla="*/ 212694 h 830254"/>
                    <a:gd name="connsiteX8" fmla="*/ 174532 w 310318"/>
                    <a:gd name="connsiteY8" fmla="*/ 10574 h 830254"/>
                    <a:gd name="connsiteX9" fmla="*/ 193582 w 310318"/>
                    <a:gd name="connsiteY9" fmla="*/ 150496 h 830254"/>
                    <a:gd name="connsiteX10" fmla="*/ 165007 w 310318"/>
                    <a:gd name="connsiteY10" fmla="*/ 419577 h 830254"/>
                    <a:gd name="connsiteX11" fmla="*/ 271687 w 310318"/>
                    <a:gd name="connsiteY11" fmla="*/ 219552 h 830254"/>
                    <a:gd name="connsiteX12" fmla="*/ 277783 w 310318"/>
                    <a:gd name="connsiteY12" fmla="*/ 331566 h 830254"/>
                    <a:gd name="connsiteX13" fmla="*/ 158816 w 310318"/>
                    <a:gd name="connsiteY13" fmla="*/ 534639 h 830254"/>
                    <a:gd name="connsiteX14" fmla="*/ 292166 w 310318"/>
                    <a:gd name="connsiteY14" fmla="*/ 433103 h 830254"/>
                    <a:gd name="connsiteX15" fmla="*/ 184724 w 310318"/>
                    <a:gd name="connsiteY15" fmla="*/ 598457 h 830254"/>
                    <a:gd name="connsiteX16" fmla="*/ 95855 w 310318"/>
                    <a:gd name="connsiteY16" fmla="*/ 830200 h 830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10318" h="830254">
                      <a:moveTo>
                        <a:pt x="68519" y="822770"/>
                      </a:moveTo>
                      <a:cubicBezTo>
                        <a:pt x="68519" y="822770"/>
                        <a:pt x="122335" y="705327"/>
                        <a:pt x="60899" y="589598"/>
                      </a:cubicBezTo>
                      <a:cubicBezTo>
                        <a:pt x="-538" y="473870"/>
                        <a:pt x="-18445" y="446723"/>
                        <a:pt x="20798" y="422911"/>
                      </a:cubicBezTo>
                      <a:cubicBezTo>
                        <a:pt x="60041" y="399098"/>
                        <a:pt x="77948" y="515494"/>
                        <a:pt x="77948" y="515494"/>
                      </a:cubicBezTo>
                      <a:cubicBezTo>
                        <a:pt x="77948" y="515494"/>
                        <a:pt x="111000" y="435484"/>
                        <a:pt x="83663" y="351759"/>
                      </a:cubicBezTo>
                      <a:cubicBezTo>
                        <a:pt x="56327" y="268035"/>
                        <a:pt x="39277" y="131636"/>
                        <a:pt x="76615" y="116968"/>
                      </a:cubicBezTo>
                      <a:cubicBezTo>
                        <a:pt x="113953" y="102299"/>
                        <a:pt x="83663" y="287085"/>
                        <a:pt x="116048" y="350140"/>
                      </a:cubicBezTo>
                      <a:cubicBezTo>
                        <a:pt x="132510" y="305887"/>
                        <a:pt x="143137" y="259691"/>
                        <a:pt x="147671" y="212694"/>
                      </a:cubicBezTo>
                      <a:cubicBezTo>
                        <a:pt x="152053" y="145448"/>
                        <a:pt x="145100" y="38101"/>
                        <a:pt x="174532" y="10574"/>
                      </a:cubicBezTo>
                      <a:cubicBezTo>
                        <a:pt x="203964" y="-16954"/>
                        <a:pt x="222824" y="2096"/>
                        <a:pt x="193582" y="150496"/>
                      </a:cubicBezTo>
                      <a:cubicBezTo>
                        <a:pt x="176265" y="239193"/>
                        <a:pt x="166702" y="329223"/>
                        <a:pt x="165007" y="419577"/>
                      </a:cubicBezTo>
                      <a:cubicBezTo>
                        <a:pt x="165007" y="419577"/>
                        <a:pt x="228824" y="224886"/>
                        <a:pt x="271687" y="219552"/>
                      </a:cubicBezTo>
                      <a:cubicBezTo>
                        <a:pt x="314549" y="214218"/>
                        <a:pt x="314549" y="276702"/>
                        <a:pt x="277783" y="331566"/>
                      </a:cubicBezTo>
                      <a:cubicBezTo>
                        <a:pt x="241016" y="386430"/>
                        <a:pt x="170436" y="483966"/>
                        <a:pt x="158816" y="534639"/>
                      </a:cubicBezTo>
                      <a:cubicBezTo>
                        <a:pt x="158816" y="534639"/>
                        <a:pt x="228920" y="388145"/>
                        <a:pt x="292166" y="433103"/>
                      </a:cubicBezTo>
                      <a:cubicBezTo>
                        <a:pt x="355412" y="478061"/>
                        <a:pt x="237206" y="566453"/>
                        <a:pt x="184724" y="598457"/>
                      </a:cubicBezTo>
                      <a:cubicBezTo>
                        <a:pt x="132241" y="630461"/>
                        <a:pt x="95855" y="830200"/>
                        <a:pt x="95855" y="83020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任意多边形 36"/>
                <p:cNvSpPr/>
                <p:nvPr/>
              </p:nvSpPr>
              <p:spPr>
                <a:xfrm>
                  <a:off x="4406960" y="3707489"/>
                  <a:ext cx="310352" cy="832029"/>
                </a:xfrm>
                <a:custGeom>
                  <a:avLst/>
                  <a:gdLst>
                    <a:gd name="connsiteX0" fmla="*/ 237334 w 310352"/>
                    <a:gd name="connsiteY0" fmla="*/ 824640 h 832029"/>
                    <a:gd name="connsiteX1" fmla="*/ 247811 w 310352"/>
                    <a:gd name="connsiteY1" fmla="*/ 591659 h 832029"/>
                    <a:gd name="connsiteX2" fmla="*/ 289912 w 310352"/>
                    <a:gd name="connsiteY2" fmla="*/ 425543 h 832029"/>
                    <a:gd name="connsiteX3" fmla="*/ 231714 w 310352"/>
                    <a:gd name="connsiteY3" fmla="*/ 517269 h 832029"/>
                    <a:gd name="connsiteX4" fmla="*/ 227999 w 310352"/>
                    <a:gd name="connsiteY4" fmla="*/ 353438 h 832029"/>
                    <a:gd name="connsiteX5" fmla="*/ 237524 w 310352"/>
                    <a:gd name="connsiteY5" fmla="*/ 118838 h 832029"/>
                    <a:gd name="connsiteX6" fmla="*/ 195329 w 310352"/>
                    <a:gd name="connsiteY6" fmla="*/ 351343 h 832029"/>
                    <a:gd name="connsiteX7" fmla="*/ 165325 w 310352"/>
                    <a:gd name="connsiteY7" fmla="*/ 213516 h 832029"/>
                    <a:gd name="connsiteX8" fmla="*/ 140846 w 310352"/>
                    <a:gd name="connsiteY8" fmla="*/ 10919 h 832029"/>
                    <a:gd name="connsiteX9" fmla="*/ 119795 w 310352"/>
                    <a:gd name="connsiteY9" fmla="*/ 150556 h 832029"/>
                    <a:gd name="connsiteX10" fmla="*/ 145989 w 310352"/>
                    <a:gd name="connsiteY10" fmla="*/ 420018 h 832029"/>
                    <a:gd name="connsiteX11" fmla="*/ 41214 w 310352"/>
                    <a:gd name="connsiteY11" fmla="*/ 218088 h 832029"/>
                    <a:gd name="connsiteX12" fmla="*/ 33689 w 310352"/>
                    <a:gd name="connsiteY12" fmla="*/ 330102 h 832029"/>
                    <a:gd name="connsiteX13" fmla="*/ 150275 w 310352"/>
                    <a:gd name="connsiteY13" fmla="*/ 534890 h 832029"/>
                    <a:gd name="connsiteX14" fmla="*/ 18449 w 310352"/>
                    <a:gd name="connsiteY14" fmla="*/ 431258 h 832029"/>
                    <a:gd name="connsiteX15" fmla="*/ 123891 w 310352"/>
                    <a:gd name="connsiteY15" fmla="*/ 598231 h 832029"/>
                    <a:gd name="connsiteX16" fmla="*/ 209616 w 310352"/>
                    <a:gd name="connsiteY16" fmla="*/ 831975 h 832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10352" h="832029">
                      <a:moveTo>
                        <a:pt x="237334" y="824640"/>
                      </a:moveTo>
                      <a:cubicBezTo>
                        <a:pt x="237334" y="824640"/>
                        <a:pt x="184946" y="706435"/>
                        <a:pt x="247811" y="591659"/>
                      </a:cubicBezTo>
                      <a:cubicBezTo>
                        <a:pt x="310676" y="476883"/>
                        <a:pt x="328869" y="449832"/>
                        <a:pt x="289912" y="425543"/>
                      </a:cubicBezTo>
                      <a:cubicBezTo>
                        <a:pt x="250955" y="401254"/>
                        <a:pt x="231714" y="517269"/>
                        <a:pt x="231714" y="517269"/>
                      </a:cubicBezTo>
                      <a:cubicBezTo>
                        <a:pt x="231714" y="517269"/>
                        <a:pt x="199710" y="436782"/>
                        <a:pt x="227999" y="353438"/>
                      </a:cubicBezTo>
                      <a:cubicBezTo>
                        <a:pt x="256289" y="270095"/>
                        <a:pt x="274958" y="134363"/>
                        <a:pt x="237524" y="118838"/>
                      </a:cubicBezTo>
                      <a:cubicBezTo>
                        <a:pt x="200091" y="103312"/>
                        <a:pt x="227999" y="288859"/>
                        <a:pt x="195329" y="351343"/>
                      </a:cubicBezTo>
                      <a:cubicBezTo>
                        <a:pt x="179399" y="306890"/>
                        <a:pt x="169314" y="260560"/>
                        <a:pt x="165325" y="213516"/>
                      </a:cubicBezTo>
                      <a:cubicBezTo>
                        <a:pt x="161705" y="146175"/>
                        <a:pt x="169897" y="38923"/>
                        <a:pt x="140846" y="10919"/>
                      </a:cubicBezTo>
                      <a:cubicBezTo>
                        <a:pt x="111794" y="-17084"/>
                        <a:pt x="93221" y="1394"/>
                        <a:pt x="119795" y="150556"/>
                      </a:cubicBezTo>
                      <a:cubicBezTo>
                        <a:pt x="136339" y="239443"/>
                        <a:pt x="145104" y="329607"/>
                        <a:pt x="145989" y="420018"/>
                      </a:cubicBezTo>
                      <a:cubicBezTo>
                        <a:pt x="145989" y="420018"/>
                        <a:pt x="84077" y="224470"/>
                        <a:pt x="41214" y="218088"/>
                      </a:cubicBezTo>
                      <a:cubicBezTo>
                        <a:pt x="-1648" y="211707"/>
                        <a:pt x="-2315" y="275238"/>
                        <a:pt x="33689" y="330102"/>
                      </a:cubicBezTo>
                      <a:cubicBezTo>
                        <a:pt x="69694" y="384966"/>
                        <a:pt x="139322" y="484312"/>
                        <a:pt x="150275" y="534890"/>
                      </a:cubicBezTo>
                      <a:cubicBezTo>
                        <a:pt x="150275" y="534890"/>
                        <a:pt x="81981" y="387347"/>
                        <a:pt x="18449" y="431258"/>
                      </a:cubicBezTo>
                      <a:cubicBezTo>
                        <a:pt x="-45082" y="475168"/>
                        <a:pt x="71694" y="565465"/>
                        <a:pt x="123891" y="598231"/>
                      </a:cubicBezTo>
                      <a:cubicBezTo>
                        <a:pt x="176088" y="630997"/>
                        <a:pt x="209616" y="831975"/>
                        <a:pt x="209616" y="831975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任意多边形 37"/>
                <p:cNvSpPr/>
                <p:nvPr/>
              </p:nvSpPr>
              <p:spPr>
                <a:xfrm>
                  <a:off x="4402645" y="4447888"/>
                  <a:ext cx="432911" cy="309752"/>
                </a:xfrm>
                <a:custGeom>
                  <a:avLst/>
                  <a:gdLst>
                    <a:gd name="connsiteX0" fmla="*/ 0 w 432911"/>
                    <a:gd name="connsiteY0" fmla="*/ 0 h 309752"/>
                    <a:gd name="connsiteX1" fmla="*/ 432911 w 432911"/>
                    <a:gd name="connsiteY1" fmla="*/ 0 h 309752"/>
                    <a:gd name="connsiteX2" fmla="*/ 397859 w 432911"/>
                    <a:gd name="connsiteY2" fmla="*/ 309753 h 309752"/>
                    <a:gd name="connsiteX3" fmla="*/ 35052 w 432911"/>
                    <a:gd name="connsiteY3" fmla="*/ 309753 h 309752"/>
                    <a:gd name="connsiteX4" fmla="*/ 0 w 432911"/>
                    <a:gd name="connsiteY4" fmla="*/ 0 h 309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2911" h="309752">
                      <a:moveTo>
                        <a:pt x="0" y="0"/>
                      </a:moveTo>
                      <a:lnTo>
                        <a:pt x="432911" y="0"/>
                      </a:lnTo>
                      <a:lnTo>
                        <a:pt x="397859" y="309753"/>
                      </a:lnTo>
                      <a:lnTo>
                        <a:pt x="35052" y="3097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 38"/>
                <p:cNvSpPr/>
                <p:nvPr/>
              </p:nvSpPr>
              <p:spPr>
                <a:xfrm>
                  <a:off x="4249197" y="4986051"/>
                  <a:ext cx="3693604" cy="215645"/>
                </a:xfrm>
                <a:custGeom>
                  <a:avLst/>
                  <a:gdLst>
                    <a:gd name="connsiteX0" fmla="*/ 3693605 w 3693604"/>
                    <a:gd name="connsiteY0" fmla="*/ 107823 h 215645"/>
                    <a:gd name="connsiteX1" fmla="*/ 1846802 w 3693604"/>
                    <a:gd name="connsiteY1" fmla="*/ 215646 h 215645"/>
                    <a:gd name="connsiteX2" fmla="*/ 0 w 3693604"/>
                    <a:gd name="connsiteY2" fmla="*/ 107823 h 215645"/>
                    <a:gd name="connsiteX3" fmla="*/ 1846802 w 3693604"/>
                    <a:gd name="connsiteY3" fmla="*/ 0 h 215645"/>
                    <a:gd name="connsiteX4" fmla="*/ 3693605 w 3693604"/>
                    <a:gd name="connsiteY4" fmla="*/ 107823 h 215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93604" h="215645">
                      <a:moveTo>
                        <a:pt x="3693605" y="107823"/>
                      </a:moveTo>
                      <a:cubicBezTo>
                        <a:pt x="3693605" y="167372"/>
                        <a:pt x="2866763" y="215646"/>
                        <a:pt x="1846802" y="215646"/>
                      </a:cubicBezTo>
                      <a:cubicBezTo>
                        <a:pt x="826842" y="215646"/>
                        <a:pt x="0" y="167372"/>
                        <a:pt x="0" y="107823"/>
                      </a:cubicBezTo>
                      <a:cubicBezTo>
                        <a:pt x="0" y="48274"/>
                        <a:pt x="826842" y="0"/>
                        <a:pt x="1846802" y="0"/>
                      </a:cubicBezTo>
                      <a:cubicBezTo>
                        <a:pt x="2866763" y="0"/>
                        <a:pt x="3693605" y="48274"/>
                        <a:pt x="3693605" y="107823"/>
                      </a:cubicBezTo>
                      <a:close/>
                    </a:path>
                  </a:pathLst>
                </a:custGeom>
                <a:solidFill>
                  <a:srgbClr val="F5F5F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 39"/>
                <p:cNvSpPr/>
                <p:nvPr/>
              </p:nvSpPr>
              <p:spPr>
                <a:xfrm>
                  <a:off x="5655945" y="3725036"/>
                  <a:ext cx="353473" cy="1302924"/>
                </a:xfrm>
                <a:custGeom>
                  <a:avLst/>
                  <a:gdLst>
                    <a:gd name="connsiteX0" fmla="*/ 353473 w 353473"/>
                    <a:gd name="connsiteY0" fmla="*/ 1210096 h 1302924"/>
                    <a:gd name="connsiteX1" fmla="*/ 343948 w 353473"/>
                    <a:gd name="connsiteY1" fmla="*/ 1249625 h 1302924"/>
                    <a:gd name="connsiteX2" fmla="*/ 319850 w 353473"/>
                    <a:gd name="connsiteY2" fmla="*/ 1275057 h 1302924"/>
                    <a:gd name="connsiteX3" fmla="*/ 279273 w 353473"/>
                    <a:gd name="connsiteY3" fmla="*/ 1298584 h 1302924"/>
                    <a:gd name="connsiteX4" fmla="*/ 279273 w 353473"/>
                    <a:gd name="connsiteY4" fmla="*/ 1298584 h 1302924"/>
                    <a:gd name="connsiteX5" fmla="*/ 279273 w 353473"/>
                    <a:gd name="connsiteY5" fmla="*/ 1298584 h 1302924"/>
                    <a:gd name="connsiteX6" fmla="*/ 258413 w 353473"/>
                    <a:gd name="connsiteY6" fmla="*/ 1302870 h 1302924"/>
                    <a:gd name="connsiteX7" fmla="*/ 188119 w 353473"/>
                    <a:gd name="connsiteY7" fmla="*/ 1211144 h 1302924"/>
                    <a:gd name="connsiteX8" fmla="*/ 206692 w 353473"/>
                    <a:gd name="connsiteY8" fmla="*/ 1149232 h 1302924"/>
                    <a:gd name="connsiteX9" fmla="*/ 183928 w 353473"/>
                    <a:gd name="connsiteY9" fmla="*/ 1023597 h 1302924"/>
                    <a:gd name="connsiteX10" fmla="*/ 125730 w 353473"/>
                    <a:gd name="connsiteY10" fmla="*/ 697937 h 1302924"/>
                    <a:gd name="connsiteX11" fmla="*/ 0 w 353473"/>
                    <a:gd name="connsiteY11" fmla="*/ -55 h 1302924"/>
                    <a:gd name="connsiteX12" fmla="*/ 93726 w 353473"/>
                    <a:gd name="connsiteY12" fmla="*/ -55 h 1302924"/>
                    <a:gd name="connsiteX13" fmla="*/ 219170 w 353473"/>
                    <a:gd name="connsiteY13" fmla="*/ 697937 h 1302924"/>
                    <a:gd name="connsiteX14" fmla="*/ 278130 w 353473"/>
                    <a:gd name="connsiteY14" fmla="*/ 1023597 h 1302924"/>
                    <a:gd name="connsiteX15" fmla="*/ 297180 w 353473"/>
                    <a:gd name="connsiteY15" fmla="*/ 1133230 h 1302924"/>
                    <a:gd name="connsiteX16" fmla="*/ 316801 w 353473"/>
                    <a:gd name="connsiteY16" fmla="*/ 1143707 h 1302924"/>
                    <a:gd name="connsiteX17" fmla="*/ 353473 w 353473"/>
                    <a:gd name="connsiteY17" fmla="*/ 1210096 h 130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3473" h="1302924">
                      <a:moveTo>
                        <a:pt x="353473" y="1210096"/>
                      </a:moveTo>
                      <a:cubicBezTo>
                        <a:pt x="353511" y="1223841"/>
                        <a:pt x="350244" y="1237404"/>
                        <a:pt x="343948" y="1249625"/>
                      </a:cubicBezTo>
                      <a:cubicBezTo>
                        <a:pt x="338652" y="1260331"/>
                        <a:pt x="330251" y="1269189"/>
                        <a:pt x="319850" y="1275057"/>
                      </a:cubicBezTo>
                      <a:cubicBezTo>
                        <a:pt x="319850" y="1275057"/>
                        <a:pt x="284131" y="1296488"/>
                        <a:pt x="279273" y="1298584"/>
                      </a:cubicBezTo>
                      <a:lnTo>
                        <a:pt x="279273" y="1298584"/>
                      </a:lnTo>
                      <a:lnTo>
                        <a:pt x="279273" y="1298584"/>
                      </a:lnTo>
                      <a:cubicBezTo>
                        <a:pt x="272672" y="1301394"/>
                        <a:pt x="265586" y="1302851"/>
                        <a:pt x="258413" y="1302870"/>
                      </a:cubicBezTo>
                      <a:cubicBezTo>
                        <a:pt x="219551" y="1302870"/>
                        <a:pt x="188119" y="1261817"/>
                        <a:pt x="188119" y="1211144"/>
                      </a:cubicBezTo>
                      <a:cubicBezTo>
                        <a:pt x="187823" y="1189094"/>
                        <a:pt x="194310" y="1167481"/>
                        <a:pt x="206692" y="1149232"/>
                      </a:cubicBezTo>
                      <a:lnTo>
                        <a:pt x="183928" y="1023597"/>
                      </a:lnTo>
                      <a:lnTo>
                        <a:pt x="125730" y="697937"/>
                      </a:lnTo>
                      <a:lnTo>
                        <a:pt x="0" y="-55"/>
                      </a:lnTo>
                      <a:lnTo>
                        <a:pt x="93726" y="-55"/>
                      </a:lnTo>
                      <a:lnTo>
                        <a:pt x="219170" y="697937"/>
                      </a:lnTo>
                      <a:lnTo>
                        <a:pt x="278130" y="1023597"/>
                      </a:lnTo>
                      <a:lnTo>
                        <a:pt x="297180" y="1133230"/>
                      </a:lnTo>
                      <a:lnTo>
                        <a:pt x="316801" y="1143707"/>
                      </a:lnTo>
                      <a:cubicBezTo>
                        <a:pt x="338233" y="1153137"/>
                        <a:pt x="353473" y="1179235"/>
                        <a:pt x="353473" y="121009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 40"/>
                <p:cNvSpPr/>
                <p:nvPr/>
              </p:nvSpPr>
              <p:spPr>
                <a:xfrm>
                  <a:off x="5655945" y="3725036"/>
                  <a:ext cx="353473" cy="1302924"/>
                </a:xfrm>
                <a:custGeom>
                  <a:avLst/>
                  <a:gdLst>
                    <a:gd name="connsiteX0" fmla="*/ 353473 w 353473"/>
                    <a:gd name="connsiteY0" fmla="*/ 1210096 h 1302924"/>
                    <a:gd name="connsiteX1" fmla="*/ 343948 w 353473"/>
                    <a:gd name="connsiteY1" fmla="*/ 1249625 h 1302924"/>
                    <a:gd name="connsiteX2" fmla="*/ 319850 w 353473"/>
                    <a:gd name="connsiteY2" fmla="*/ 1275057 h 1302924"/>
                    <a:gd name="connsiteX3" fmla="*/ 279273 w 353473"/>
                    <a:gd name="connsiteY3" fmla="*/ 1298584 h 1302924"/>
                    <a:gd name="connsiteX4" fmla="*/ 279273 w 353473"/>
                    <a:gd name="connsiteY4" fmla="*/ 1298584 h 1302924"/>
                    <a:gd name="connsiteX5" fmla="*/ 279273 w 353473"/>
                    <a:gd name="connsiteY5" fmla="*/ 1298584 h 1302924"/>
                    <a:gd name="connsiteX6" fmla="*/ 258413 w 353473"/>
                    <a:gd name="connsiteY6" fmla="*/ 1302870 h 1302924"/>
                    <a:gd name="connsiteX7" fmla="*/ 188119 w 353473"/>
                    <a:gd name="connsiteY7" fmla="*/ 1211144 h 1302924"/>
                    <a:gd name="connsiteX8" fmla="*/ 206692 w 353473"/>
                    <a:gd name="connsiteY8" fmla="*/ 1149232 h 1302924"/>
                    <a:gd name="connsiteX9" fmla="*/ 183928 w 353473"/>
                    <a:gd name="connsiteY9" fmla="*/ 1023597 h 1302924"/>
                    <a:gd name="connsiteX10" fmla="*/ 125730 w 353473"/>
                    <a:gd name="connsiteY10" fmla="*/ 697937 h 1302924"/>
                    <a:gd name="connsiteX11" fmla="*/ 0 w 353473"/>
                    <a:gd name="connsiteY11" fmla="*/ -55 h 1302924"/>
                    <a:gd name="connsiteX12" fmla="*/ 93726 w 353473"/>
                    <a:gd name="connsiteY12" fmla="*/ -55 h 1302924"/>
                    <a:gd name="connsiteX13" fmla="*/ 219170 w 353473"/>
                    <a:gd name="connsiteY13" fmla="*/ 697937 h 1302924"/>
                    <a:gd name="connsiteX14" fmla="*/ 278130 w 353473"/>
                    <a:gd name="connsiteY14" fmla="*/ 1023597 h 1302924"/>
                    <a:gd name="connsiteX15" fmla="*/ 297180 w 353473"/>
                    <a:gd name="connsiteY15" fmla="*/ 1133230 h 1302924"/>
                    <a:gd name="connsiteX16" fmla="*/ 316801 w 353473"/>
                    <a:gd name="connsiteY16" fmla="*/ 1143707 h 1302924"/>
                    <a:gd name="connsiteX17" fmla="*/ 353473 w 353473"/>
                    <a:gd name="connsiteY17" fmla="*/ 1210096 h 130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3473" h="1302924">
                      <a:moveTo>
                        <a:pt x="353473" y="1210096"/>
                      </a:moveTo>
                      <a:cubicBezTo>
                        <a:pt x="353511" y="1223841"/>
                        <a:pt x="350244" y="1237404"/>
                        <a:pt x="343948" y="1249625"/>
                      </a:cubicBezTo>
                      <a:cubicBezTo>
                        <a:pt x="338652" y="1260331"/>
                        <a:pt x="330251" y="1269189"/>
                        <a:pt x="319850" y="1275057"/>
                      </a:cubicBezTo>
                      <a:cubicBezTo>
                        <a:pt x="319850" y="1275057"/>
                        <a:pt x="284131" y="1296488"/>
                        <a:pt x="279273" y="1298584"/>
                      </a:cubicBezTo>
                      <a:lnTo>
                        <a:pt x="279273" y="1298584"/>
                      </a:lnTo>
                      <a:lnTo>
                        <a:pt x="279273" y="1298584"/>
                      </a:lnTo>
                      <a:cubicBezTo>
                        <a:pt x="272672" y="1301394"/>
                        <a:pt x="265586" y="1302851"/>
                        <a:pt x="258413" y="1302870"/>
                      </a:cubicBezTo>
                      <a:cubicBezTo>
                        <a:pt x="219551" y="1302870"/>
                        <a:pt x="188119" y="1261817"/>
                        <a:pt x="188119" y="1211144"/>
                      </a:cubicBezTo>
                      <a:cubicBezTo>
                        <a:pt x="187823" y="1189094"/>
                        <a:pt x="194310" y="1167481"/>
                        <a:pt x="206692" y="1149232"/>
                      </a:cubicBezTo>
                      <a:lnTo>
                        <a:pt x="183928" y="1023597"/>
                      </a:lnTo>
                      <a:lnTo>
                        <a:pt x="125730" y="697937"/>
                      </a:lnTo>
                      <a:lnTo>
                        <a:pt x="0" y="-55"/>
                      </a:lnTo>
                      <a:lnTo>
                        <a:pt x="93726" y="-55"/>
                      </a:lnTo>
                      <a:lnTo>
                        <a:pt x="219170" y="697937"/>
                      </a:lnTo>
                      <a:lnTo>
                        <a:pt x="278130" y="1023597"/>
                      </a:lnTo>
                      <a:lnTo>
                        <a:pt x="297180" y="1133230"/>
                      </a:lnTo>
                      <a:lnTo>
                        <a:pt x="316801" y="1143707"/>
                      </a:lnTo>
                      <a:cubicBezTo>
                        <a:pt x="338233" y="1153137"/>
                        <a:pt x="353473" y="1179235"/>
                        <a:pt x="353473" y="1210096"/>
                      </a:cubicBez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 41"/>
                <p:cNvSpPr/>
                <p:nvPr/>
              </p:nvSpPr>
              <p:spPr>
                <a:xfrm>
                  <a:off x="5901690" y="4864893"/>
                  <a:ext cx="107727" cy="140588"/>
                </a:xfrm>
                <a:custGeom>
                  <a:avLst/>
                  <a:gdLst>
                    <a:gd name="connsiteX0" fmla="*/ 107728 w 107727"/>
                    <a:gd name="connsiteY0" fmla="*/ 70239 h 140588"/>
                    <a:gd name="connsiteX1" fmla="*/ 53911 w 107727"/>
                    <a:gd name="connsiteY1" fmla="*/ 140534 h 140588"/>
                    <a:gd name="connsiteX2" fmla="*/ 0 w 107727"/>
                    <a:gd name="connsiteY2" fmla="*/ 70239 h 140588"/>
                    <a:gd name="connsiteX3" fmla="*/ 53911 w 107727"/>
                    <a:gd name="connsiteY3" fmla="*/ -55 h 140588"/>
                    <a:gd name="connsiteX4" fmla="*/ 107728 w 107727"/>
                    <a:gd name="connsiteY4" fmla="*/ 70239 h 140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727" h="140588">
                      <a:moveTo>
                        <a:pt x="107728" y="70239"/>
                      </a:moveTo>
                      <a:cubicBezTo>
                        <a:pt x="107728" y="109006"/>
                        <a:pt x="83629" y="140534"/>
                        <a:pt x="53911" y="140534"/>
                      </a:cubicBezTo>
                      <a:cubicBezTo>
                        <a:pt x="24193" y="140534"/>
                        <a:pt x="0" y="109006"/>
                        <a:pt x="0" y="70239"/>
                      </a:cubicBezTo>
                      <a:cubicBezTo>
                        <a:pt x="0" y="31473"/>
                        <a:pt x="24098" y="-55"/>
                        <a:pt x="53911" y="-55"/>
                      </a:cubicBezTo>
                      <a:cubicBezTo>
                        <a:pt x="83725" y="-55"/>
                        <a:pt x="107728" y="31377"/>
                        <a:pt x="107728" y="70239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 42"/>
                <p:cNvSpPr/>
                <p:nvPr/>
              </p:nvSpPr>
              <p:spPr>
                <a:xfrm>
                  <a:off x="5655945" y="3724941"/>
                  <a:ext cx="277653" cy="1023746"/>
                </a:xfrm>
                <a:custGeom>
                  <a:avLst/>
                  <a:gdLst>
                    <a:gd name="connsiteX0" fmla="*/ 277654 w 277653"/>
                    <a:gd name="connsiteY0" fmla="*/ 1023747 h 1023746"/>
                    <a:gd name="connsiteX1" fmla="*/ 183928 w 277653"/>
                    <a:gd name="connsiteY1" fmla="*/ 1023747 h 1023746"/>
                    <a:gd name="connsiteX2" fmla="*/ 125444 w 277653"/>
                    <a:gd name="connsiteY2" fmla="*/ 698087 h 1023746"/>
                    <a:gd name="connsiteX3" fmla="*/ 0 w 277653"/>
                    <a:gd name="connsiteY3" fmla="*/ 0 h 1023746"/>
                    <a:gd name="connsiteX4" fmla="*/ 93726 w 277653"/>
                    <a:gd name="connsiteY4" fmla="*/ 0 h 1023746"/>
                    <a:gd name="connsiteX5" fmla="*/ 219170 w 277653"/>
                    <a:gd name="connsiteY5" fmla="*/ 698087 h 1023746"/>
                    <a:gd name="connsiteX6" fmla="*/ 277654 w 277653"/>
                    <a:gd name="connsiteY6" fmla="*/ 1023747 h 1023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653" h="1023746">
                      <a:moveTo>
                        <a:pt x="277654" y="1023747"/>
                      </a:moveTo>
                      <a:lnTo>
                        <a:pt x="183928" y="1023747"/>
                      </a:lnTo>
                      <a:lnTo>
                        <a:pt x="125444" y="698087"/>
                      </a:lnTo>
                      <a:lnTo>
                        <a:pt x="0" y="0"/>
                      </a:lnTo>
                      <a:lnTo>
                        <a:pt x="93726" y="0"/>
                      </a:lnTo>
                      <a:lnTo>
                        <a:pt x="219170" y="698087"/>
                      </a:lnTo>
                      <a:lnTo>
                        <a:pt x="277654" y="1023747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 43"/>
                <p:cNvSpPr/>
                <p:nvPr/>
              </p:nvSpPr>
              <p:spPr>
                <a:xfrm>
                  <a:off x="7213377" y="3937158"/>
                  <a:ext cx="419766" cy="120014"/>
                </a:xfrm>
                <a:custGeom>
                  <a:avLst/>
                  <a:gdLst>
                    <a:gd name="connsiteX0" fmla="*/ 0 w 419766"/>
                    <a:gd name="connsiteY0" fmla="*/ 0 h 120014"/>
                    <a:gd name="connsiteX1" fmla="*/ 419767 w 419766"/>
                    <a:gd name="connsiteY1" fmla="*/ 0 h 120014"/>
                    <a:gd name="connsiteX2" fmla="*/ 419767 w 419766"/>
                    <a:gd name="connsiteY2" fmla="*/ 120015 h 120014"/>
                    <a:gd name="connsiteX3" fmla="*/ 0 w 419766"/>
                    <a:gd name="connsiteY3" fmla="*/ 120015 h 120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9766" h="120014">
                      <a:moveTo>
                        <a:pt x="0" y="0"/>
                      </a:moveTo>
                      <a:lnTo>
                        <a:pt x="419767" y="0"/>
                      </a:lnTo>
                      <a:lnTo>
                        <a:pt x="419767" y="120015"/>
                      </a:lnTo>
                      <a:lnTo>
                        <a:pt x="0" y="120015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 44"/>
                <p:cNvSpPr/>
                <p:nvPr/>
              </p:nvSpPr>
              <p:spPr>
                <a:xfrm>
                  <a:off x="7499729" y="3615213"/>
                  <a:ext cx="229492" cy="718471"/>
                </a:xfrm>
                <a:custGeom>
                  <a:avLst/>
                  <a:gdLst>
                    <a:gd name="connsiteX0" fmla="*/ 96649 w 229492"/>
                    <a:gd name="connsiteY0" fmla="*/ 691079 h 718471"/>
                    <a:gd name="connsiteX1" fmla="*/ 229046 w 229492"/>
                    <a:gd name="connsiteY1" fmla="*/ 27377 h 718471"/>
                    <a:gd name="connsiteX2" fmla="*/ 211006 w 229492"/>
                    <a:gd name="connsiteY2" fmla="*/ 383 h 718471"/>
                    <a:gd name="connsiteX3" fmla="*/ 206567 w 229492"/>
                    <a:gd name="connsiteY3" fmla="*/ -55 h 718471"/>
                    <a:gd name="connsiteX4" fmla="*/ 166276 w 229492"/>
                    <a:gd name="connsiteY4" fmla="*/ -55 h 718471"/>
                    <a:gd name="connsiteX5" fmla="*/ 132939 w 229492"/>
                    <a:gd name="connsiteY5" fmla="*/ 27282 h 718471"/>
                    <a:gd name="connsiteX6" fmla="*/ 446 w 229492"/>
                    <a:gd name="connsiteY6" fmla="*/ 690984 h 718471"/>
                    <a:gd name="connsiteX7" fmla="*/ 18487 w 229492"/>
                    <a:gd name="connsiteY7" fmla="*/ 717978 h 718471"/>
                    <a:gd name="connsiteX8" fmla="*/ 22925 w 229492"/>
                    <a:gd name="connsiteY8" fmla="*/ 718416 h 718471"/>
                    <a:gd name="connsiteX9" fmla="*/ 63121 w 229492"/>
                    <a:gd name="connsiteY9" fmla="*/ 718416 h 718471"/>
                    <a:gd name="connsiteX10" fmla="*/ 96649 w 229492"/>
                    <a:gd name="connsiteY10" fmla="*/ 691079 h 718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9492" h="718471">
                      <a:moveTo>
                        <a:pt x="96649" y="691079"/>
                      </a:moveTo>
                      <a:lnTo>
                        <a:pt x="229046" y="27377"/>
                      </a:lnTo>
                      <a:cubicBezTo>
                        <a:pt x="231523" y="14947"/>
                        <a:pt x="223446" y="2860"/>
                        <a:pt x="211006" y="383"/>
                      </a:cubicBezTo>
                      <a:cubicBezTo>
                        <a:pt x="209549" y="97"/>
                        <a:pt x="208063" y="-55"/>
                        <a:pt x="206567" y="-55"/>
                      </a:cubicBezTo>
                      <a:lnTo>
                        <a:pt x="166276" y="-55"/>
                      </a:lnTo>
                      <a:cubicBezTo>
                        <a:pt x="150065" y="-55"/>
                        <a:pt x="136120" y="11384"/>
                        <a:pt x="132939" y="27282"/>
                      </a:cubicBezTo>
                      <a:lnTo>
                        <a:pt x="446" y="690984"/>
                      </a:lnTo>
                      <a:cubicBezTo>
                        <a:pt x="-2030" y="703414"/>
                        <a:pt x="6047" y="715501"/>
                        <a:pt x="18487" y="717978"/>
                      </a:cubicBezTo>
                      <a:cubicBezTo>
                        <a:pt x="19944" y="718263"/>
                        <a:pt x="21430" y="718416"/>
                        <a:pt x="22925" y="718416"/>
                      </a:cubicBezTo>
                      <a:lnTo>
                        <a:pt x="63121" y="718416"/>
                      </a:lnTo>
                      <a:cubicBezTo>
                        <a:pt x="79399" y="718502"/>
                        <a:pt x="93458" y="707043"/>
                        <a:pt x="96649" y="69107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任意多边形 45"/>
                <p:cNvSpPr/>
                <p:nvPr/>
              </p:nvSpPr>
              <p:spPr>
                <a:xfrm>
                  <a:off x="7576851" y="3907249"/>
                  <a:ext cx="169735" cy="171450"/>
                </a:xfrm>
                <a:custGeom>
                  <a:avLst/>
                  <a:gdLst>
                    <a:gd name="connsiteX0" fmla="*/ 125539 w 169735"/>
                    <a:gd name="connsiteY0" fmla="*/ -55 h 171450"/>
                    <a:gd name="connsiteX1" fmla="*/ 44196 w 169735"/>
                    <a:gd name="connsiteY1" fmla="*/ -55 h 171450"/>
                    <a:gd name="connsiteX2" fmla="*/ 0 w 169735"/>
                    <a:gd name="connsiteY2" fmla="*/ 85670 h 171450"/>
                    <a:gd name="connsiteX3" fmla="*/ 44196 w 169735"/>
                    <a:gd name="connsiteY3" fmla="*/ 171395 h 171450"/>
                    <a:gd name="connsiteX4" fmla="*/ 125539 w 169735"/>
                    <a:gd name="connsiteY4" fmla="*/ 171395 h 171450"/>
                    <a:gd name="connsiteX5" fmla="*/ 169736 w 169735"/>
                    <a:gd name="connsiteY5" fmla="*/ 85670 h 171450"/>
                    <a:gd name="connsiteX6" fmla="*/ 125539 w 169735"/>
                    <a:gd name="connsiteY6" fmla="*/ -55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9735" h="171450">
                      <a:moveTo>
                        <a:pt x="125539" y="-55"/>
                      </a:moveTo>
                      <a:lnTo>
                        <a:pt x="44196" y="-55"/>
                      </a:lnTo>
                      <a:cubicBezTo>
                        <a:pt x="19717" y="-55"/>
                        <a:pt x="0" y="38045"/>
                        <a:pt x="0" y="85670"/>
                      </a:cubicBezTo>
                      <a:cubicBezTo>
                        <a:pt x="0" y="133295"/>
                        <a:pt x="19717" y="171395"/>
                        <a:pt x="44196" y="171395"/>
                      </a:cubicBezTo>
                      <a:lnTo>
                        <a:pt x="125539" y="171395"/>
                      </a:lnTo>
                      <a:cubicBezTo>
                        <a:pt x="149923" y="171395"/>
                        <a:pt x="169736" y="133295"/>
                        <a:pt x="169736" y="85670"/>
                      </a:cubicBezTo>
                      <a:cubicBezTo>
                        <a:pt x="169736" y="38045"/>
                        <a:pt x="149923" y="-55"/>
                        <a:pt x="125539" y="-5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 46"/>
                <p:cNvSpPr/>
                <p:nvPr/>
              </p:nvSpPr>
              <p:spPr>
                <a:xfrm>
                  <a:off x="7678388" y="3929157"/>
                  <a:ext cx="62769" cy="127920"/>
                </a:xfrm>
                <a:custGeom>
                  <a:avLst/>
                  <a:gdLst>
                    <a:gd name="connsiteX0" fmla="*/ 62770 w 62769"/>
                    <a:gd name="connsiteY0" fmla="*/ 63953 h 127920"/>
                    <a:gd name="connsiteX1" fmla="*/ 31432 w 62769"/>
                    <a:gd name="connsiteY1" fmla="*/ 127866 h 127920"/>
                    <a:gd name="connsiteX2" fmla="*/ 0 w 62769"/>
                    <a:gd name="connsiteY2" fmla="*/ 63953 h 127920"/>
                    <a:gd name="connsiteX3" fmla="*/ 31432 w 62769"/>
                    <a:gd name="connsiteY3" fmla="*/ -55 h 127920"/>
                    <a:gd name="connsiteX4" fmla="*/ 62770 w 62769"/>
                    <a:gd name="connsiteY4" fmla="*/ 63953 h 127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769" h="127920">
                      <a:moveTo>
                        <a:pt x="62770" y="63953"/>
                      </a:moveTo>
                      <a:cubicBezTo>
                        <a:pt x="62770" y="99291"/>
                        <a:pt x="48768" y="127866"/>
                        <a:pt x="31432" y="127866"/>
                      </a:cubicBezTo>
                      <a:cubicBezTo>
                        <a:pt x="14097" y="127866"/>
                        <a:pt x="0" y="99291"/>
                        <a:pt x="0" y="63953"/>
                      </a:cubicBezTo>
                      <a:cubicBezTo>
                        <a:pt x="0" y="28615"/>
                        <a:pt x="14097" y="-55"/>
                        <a:pt x="31432" y="-55"/>
                      </a:cubicBezTo>
                      <a:cubicBezTo>
                        <a:pt x="48768" y="-55"/>
                        <a:pt x="62770" y="28901"/>
                        <a:pt x="62770" y="63953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任意多边形 47"/>
                <p:cNvSpPr/>
                <p:nvPr/>
              </p:nvSpPr>
              <p:spPr>
                <a:xfrm>
                  <a:off x="7499729" y="3615213"/>
                  <a:ext cx="229492" cy="718471"/>
                </a:xfrm>
                <a:custGeom>
                  <a:avLst/>
                  <a:gdLst>
                    <a:gd name="connsiteX0" fmla="*/ 96649 w 229492"/>
                    <a:gd name="connsiteY0" fmla="*/ 691079 h 718471"/>
                    <a:gd name="connsiteX1" fmla="*/ 229046 w 229492"/>
                    <a:gd name="connsiteY1" fmla="*/ 27377 h 718471"/>
                    <a:gd name="connsiteX2" fmla="*/ 211006 w 229492"/>
                    <a:gd name="connsiteY2" fmla="*/ 383 h 718471"/>
                    <a:gd name="connsiteX3" fmla="*/ 206567 w 229492"/>
                    <a:gd name="connsiteY3" fmla="*/ -55 h 718471"/>
                    <a:gd name="connsiteX4" fmla="*/ 166276 w 229492"/>
                    <a:gd name="connsiteY4" fmla="*/ -55 h 718471"/>
                    <a:gd name="connsiteX5" fmla="*/ 132939 w 229492"/>
                    <a:gd name="connsiteY5" fmla="*/ 27282 h 718471"/>
                    <a:gd name="connsiteX6" fmla="*/ 446 w 229492"/>
                    <a:gd name="connsiteY6" fmla="*/ 690984 h 718471"/>
                    <a:gd name="connsiteX7" fmla="*/ 18487 w 229492"/>
                    <a:gd name="connsiteY7" fmla="*/ 717978 h 718471"/>
                    <a:gd name="connsiteX8" fmla="*/ 22925 w 229492"/>
                    <a:gd name="connsiteY8" fmla="*/ 718416 h 718471"/>
                    <a:gd name="connsiteX9" fmla="*/ 63121 w 229492"/>
                    <a:gd name="connsiteY9" fmla="*/ 718416 h 718471"/>
                    <a:gd name="connsiteX10" fmla="*/ 96649 w 229492"/>
                    <a:gd name="connsiteY10" fmla="*/ 691079 h 718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9492" h="718471">
                      <a:moveTo>
                        <a:pt x="96649" y="691079"/>
                      </a:moveTo>
                      <a:lnTo>
                        <a:pt x="229046" y="27377"/>
                      </a:lnTo>
                      <a:cubicBezTo>
                        <a:pt x="231523" y="14947"/>
                        <a:pt x="223446" y="2860"/>
                        <a:pt x="211006" y="383"/>
                      </a:cubicBezTo>
                      <a:cubicBezTo>
                        <a:pt x="209549" y="97"/>
                        <a:pt x="208063" y="-55"/>
                        <a:pt x="206567" y="-55"/>
                      </a:cubicBezTo>
                      <a:lnTo>
                        <a:pt x="166276" y="-55"/>
                      </a:lnTo>
                      <a:cubicBezTo>
                        <a:pt x="150065" y="-55"/>
                        <a:pt x="136120" y="11384"/>
                        <a:pt x="132939" y="27282"/>
                      </a:cubicBezTo>
                      <a:lnTo>
                        <a:pt x="446" y="690984"/>
                      </a:lnTo>
                      <a:cubicBezTo>
                        <a:pt x="-2030" y="703414"/>
                        <a:pt x="6047" y="715501"/>
                        <a:pt x="18487" y="717978"/>
                      </a:cubicBezTo>
                      <a:cubicBezTo>
                        <a:pt x="19944" y="718263"/>
                        <a:pt x="21430" y="718416"/>
                        <a:pt x="22925" y="718416"/>
                      </a:cubicBezTo>
                      <a:lnTo>
                        <a:pt x="63121" y="718416"/>
                      </a:lnTo>
                      <a:cubicBezTo>
                        <a:pt x="79399" y="718502"/>
                        <a:pt x="93458" y="707043"/>
                        <a:pt x="96649" y="691079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 48"/>
                <p:cNvSpPr/>
                <p:nvPr/>
              </p:nvSpPr>
              <p:spPr>
                <a:xfrm>
                  <a:off x="5435822" y="4854606"/>
                  <a:ext cx="2154745" cy="211740"/>
                </a:xfrm>
                <a:custGeom>
                  <a:avLst/>
                  <a:gdLst>
                    <a:gd name="connsiteX0" fmla="*/ 2154746 w 2154745"/>
                    <a:gd name="connsiteY0" fmla="*/ 0 h 211740"/>
                    <a:gd name="connsiteX1" fmla="*/ 2154746 w 2154745"/>
                    <a:gd name="connsiteY1" fmla="*/ 211741 h 211740"/>
                    <a:gd name="connsiteX2" fmla="*/ 0 w 2154745"/>
                    <a:gd name="connsiteY2" fmla="*/ 211741 h 211740"/>
                    <a:gd name="connsiteX3" fmla="*/ 0 w 2154745"/>
                    <a:gd name="connsiteY3" fmla="*/ 152781 h 211740"/>
                    <a:gd name="connsiteX4" fmla="*/ 448627 w 2154745"/>
                    <a:gd name="connsiteY4" fmla="*/ 152781 h 211740"/>
                    <a:gd name="connsiteX5" fmla="*/ 517303 w 2154745"/>
                    <a:gd name="connsiteY5" fmla="*/ 0 h 211740"/>
                    <a:gd name="connsiteX6" fmla="*/ 2154746 w 2154745"/>
                    <a:gd name="connsiteY6" fmla="*/ 0 h 211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54745" h="211740">
                      <a:moveTo>
                        <a:pt x="2154746" y="0"/>
                      </a:moveTo>
                      <a:lnTo>
                        <a:pt x="2154746" y="211741"/>
                      </a:lnTo>
                      <a:lnTo>
                        <a:pt x="0" y="211741"/>
                      </a:lnTo>
                      <a:lnTo>
                        <a:pt x="0" y="152781"/>
                      </a:lnTo>
                      <a:lnTo>
                        <a:pt x="448627" y="152781"/>
                      </a:lnTo>
                      <a:lnTo>
                        <a:pt x="517303" y="0"/>
                      </a:lnTo>
                      <a:lnTo>
                        <a:pt x="2154746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 49"/>
                <p:cNvSpPr/>
                <p:nvPr/>
              </p:nvSpPr>
              <p:spPr>
                <a:xfrm>
                  <a:off x="6769322" y="4854606"/>
                  <a:ext cx="821245" cy="211740"/>
                </a:xfrm>
                <a:custGeom>
                  <a:avLst/>
                  <a:gdLst>
                    <a:gd name="connsiteX0" fmla="*/ 821246 w 821245"/>
                    <a:gd name="connsiteY0" fmla="*/ 0 h 211740"/>
                    <a:gd name="connsiteX1" fmla="*/ 821246 w 821245"/>
                    <a:gd name="connsiteY1" fmla="*/ 211741 h 211740"/>
                    <a:gd name="connsiteX2" fmla="*/ 0 w 821245"/>
                    <a:gd name="connsiteY2" fmla="*/ 211741 h 211740"/>
                    <a:gd name="connsiteX3" fmla="*/ 0 w 821245"/>
                    <a:gd name="connsiteY3" fmla="*/ 152781 h 211740"/>
                    <a:gd name="connsiteX4" fmla="*/ 448628 w 821245"/>
                    <a:gd name="connsiteY4" fmla="*/ 152781 h 211740"/>
                    <a:gd name="connsiteX5" fmla="*/ 517303 w 821245"/>
                    <a:gd name="connsiteY5" fmla="*/ 0 h 211740"/>
                    <a:gd name="connsiteX6" fmla="*/ 821246 w 821245"/>
                    <a:gd name="connsiteY6" fmla="*/ 0 h 211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1245" h="211740">
                      <a:moveTo>
                        <a:pt x="821246" y="0"/>
                      </a:moveTo>
                      <a:lnTo>
                        <a:pt x="821246" y="211741"/>
                      </a:lnTo>
                      <a:lnTo>
                        <a:pt x="0" y="211741"/>
                      </a:lnTo>
                      <a:lnTo>
                        <a:pt x="0" y="152781"/>
                      </a:lnTo>
                      <a:lnTo>
                        <a:pt x="448628" y="152781"/>
                      </a:lnTo>
                      <a:lnTo>
                        <a:pt x="517303" y="0"/>
                      </a:lnTo>
                      <a:lnTo>
                        <a:pt x="821246" y="0"/>
                      </a:ln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 50"/>
                <p:cNvSpPr/>
                <p:nvPr/>
              </p:nvSpPr>
              <p:spPr>
                <a:xfrm>
                  <a:off x="7179944" y="3725036"/>
                  <a:ext cx="353473" cy="1302924"/>
                </a:xfrm>
                <a:custGeom>
                  <a:avLst/>
                  <a:gdLst>
                    <a:gd name="connsiteX0" fmla="*/ 353473 w 353473"/>
                    <a:gd name="connsiteY0" fmla="*/ 1210096 h 1302924"/>
                    <a:gd name="connsiteX1" fmla="*/ 343948 w 353473"/>
                    <a:gd name="connsiteY1" fmla="*/ 1249625 h 1302924"/>
                    <a:gd name="connsiteX2" fmla="*/ 319850 w 353473"/>
                    <a:gd name="connsiteY2" fmla="*/ 1275057 h 1302924"/>
                    <a:gd name="connsiteX3" fmla="*/ 279273 w 353473"/>
                    <a:gd name="connsiteY3" fmla="*/ 1298584 h 1302924"/>
                    <a:gd name="connsiteX4" fmla="*/ 279273 w 353473"/>
                    <a:gd name="connsiteY4" fmla="*/ 1298584 h 1302924"/>
                    <a:gd name="connsiteX5" fmla="*/ 279273 w 353473"/>
                    <a:gd name="connsiteY5" fmla="*/ 1298584 h 1302924"/>
                    <a:gd name="connsiteX6" fmla="*/ 258413 w 353473"/>
                    <a:gd name="connsiteY6" fmla="*/ 1302870 h 1302924"/>
                    <a:gd name="connsiteX7" fmla="*/ 188119 w 353473"/>
                    <a:gd name="connsiteY7" fmla="*/ 1211144 h 1302924"/>
                    <a:gd name="connsiteX8" fmla="*/ 207169 w 353473"/>
                    <a:gd name="connsiteY8" fmla="*/ 1149232 h 1302924"/>
                    <a:gd name="connsiteX9" fmla="*/ 183928 w 353473"/>
                    <a:gd name="connsiteY9" fmla="*/ 1023597 h 1302924"/>
                    <a:gd name="connsiteX10" fmla="*/ 125730 w 353473"/>
                    <a:gd name="connsiteY10" fmla="*/ 697937 h 1302924"/>
                    <a:gd name="connsiteX11" fmla="*/ 0 w 353473"/>
                    <a:gd name="connsiteY11" fmla="*/ -55 h 1302924"/>
                    <a:gd name="connsiteX12" fmla="*/ 93726 w 353473"/>
                    <a:gd name="connsiteY12" fmla="*/ -55 h 1302924"/>
                    <a:gd name="connsiteX13" fmla="*/ 219170 w 353473"/>
                    <a:gd name="connsiteY13" fmla="*/ 697937 h 1302924"/>
                    <a:gd name="connsiteX14" fmla="*/ 278130 w 353473"/>
                    <a:gd name="connsiteY14" fmla="*/ 1023597 h 1302924"/>
                    <a:gd name="connsiteX15" fmla="*/ 297180 w 353473"/>
                    <a:gd name="connsiteY15" fmla="*/ 1133230 h 1302924"/>
                    <a:gd name="connsiteX16" fmla="*/ 316802 w 353473"/>
                    <a:gd name="connsiteY16" fmla="*/ 1143707 h 1302924"/>
                    <a:gd name="connsiteX17" fmla="*/ 353473 w 353473"/>
                    <a:gd name="connsiteY17" fmla="*/ 1210096 h 130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3473" h="1302924">
                      <a:moveTo>
                        <a:pt x="353473" y="1210096"/>
                      </a:moveTo>
                      <a:cubicBezTo>
                        <a:pt x="353511" y="1223841"/>
                        <a:pt x="350244" y="1237404"/>
                        <a:pt x="343948" y="1249625"/>
                      </a:cubicBezTo>
                      <a:cubicBezTo>
                        <a:pt x="338652" y="1260331"/>
                        <a:pt x="330251" y="1269189"/>
                        <a:pt x="319850" y="1275057"/>
                      </a:cubicBezTo>
                      <a:cubicBezTo>
                        <a:pt x="319850" y="1275057"/>
                        <a:pt x="284131" y="1296488"/>
                        <a:pt x="279273" y="1298584"/>
                      </a:cubicBezTo>
                      <a:lnTo>
                        <a:pt x="279273" y="1298584"/>
                      </a:lnTo>
                      <a:lnTo>
                        <a:pt x="279273" y="1298584"/>
                      </a:lnTo>
                      <a:cubicBezTo>
                        <a:pt x="272672" y="1301394"/>
                        <a:pt x="265586" y="1302851"/>
                        <a:pt x="258413" y="1302870"/>
                      </a:cubicBezTo>
                      <a:cubicBezTo>
                        <a:pt x="219551" y="1302870"/>
                        <a:pt x="188119" y="1261817"/>
                        <a:pt x="188119" y="1211144"/>
                      </a:cubicBezTo>
                      <a:cubicBezTo>
                        <a:pt x="187966" y="1189036"/>
                        <a:pt x="194615" y="1167424"/>
                        <a:pt x="207169" y="1149232"/>
                      </a:cubicBezTo>
                      <a:lnTo>
                        <a:pt x="183928" y="1023597"/>
                      </a:lnTo>
                      <a:lnTo>
                        <a:pt x="125730" y="697937"/>
                      </a:lnTo>
                      <a:lnTo>
                        <a:pt x="0" y="-55"/>
                      </a:lnTo>
                      <a:lnTo>
                        <a:pt x="93726" y="-55"/>
                      </a:lnTo>
                      <a:lnTo>
                        <a:pt x="219170" y="697937"/>
                      </a:lnTo>
                      <a:lnTo>
                        <a:pt x="278130" y="1023597"/>
                      </a:lnTo>
                      <a:lnTo>
                        <a:pt x="297180" y="1133230"/>
                      </a:lnTo>
                      <a:lnTo>
                        <a:pt x="316802" y="1143707"/>
                      </a:lnTo>
                      <a:cubicBezTo>
                        <a:pt x="338233" y="1153137"/>
                        <a:pt x="353473" y="1179235"/>
                        <a:pt x="353473" y="121009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任意多边形 51"/>
                <p:cNvSpPr/>
                <p:nvPr/>
              </p:nvSpPr>
              <p:spPr>
                <a:xfrm>
                  <a:off x="7179944" y="3725036"/>
                  <a:ext cx="353473" cy="1302924"/>
                </a:xfrm>
                <a:custGeom>
                  <a:avLst/>
                  <a:gdLst>
                    <a:gd name="connsiteX0" fmla="*/ 353473 w 353473"/>
                    <a:gd name="connsiteY0" fmla="*/ 1210096 h 1302924"/>
                    <a:gd name="connsiteX1" fmla="*/ 343948 w 353473"/>
                    <a:gd name="connsiteY1" fmla="*/ 1249625 h 1302924"/>
                    <a:gd name="connsiteX2" fmla="*/ 319850 w 353473"/>
                    <a:gd name="connsiteY2" fmla="*/ 1275057 h 1302924"/>
                    <a:gd name="connsiteX3" fmla="*/ 279273 w 353473"/>
                    <a:gd name="connsiteY3" fmla="*/ 1298584 h 1302924"/>
                    <a:gd name="connsiteX4" fmla="*/ 279273 w 353473"/>
                    <a:gd name="connsiteY4" fmla="*/ 1298584 h 1302924"/>
                    <a:gd name="connsiteX5" fmla="*/ 279273 w 353473"/>
                    <a:gd name="connsiteY5" fmla="*/ 1298584 h 1302924"/>
                    <a:gd name="connsiteX6" fmla="*/ 258413 w 353473"/>
                    <a:gd name="connsiteY6" fmla="*/ 1302870 h 1302924"/>
                    <a:gd name="connsiteX7" fmla="*/ 188119 w 353473"/>
                    <a:gd name="connsiteY7" fmla="*/ 1211144 h 1302924"/>
                    <a:gd name="connsiteX8" fmla="*/ 207169 w 353473"/>
                    <a:gd name="connsiteY8" fmla="*/ 1149232 h 1302924"/>
                    <a:gd name="connsiteX9" fmla="*/ 183928 w 353473"/>
                    <a:gd name="connsiteY9" fmla="*/ 1023597 h 1302924"/>
                    <a:gd name="connsiteX10" fmla="*/ 125730 w 353473"/>
                    <a:gd name="connsiteY10" fmla="*/ 697937 h 1302924"/>
                    <a:gd name="connsiteX11" fmla="*/ 0 w 353473"/>
                    <a:gd name="connsiteY11" fmla="*/ -55 h 1302924"/>
                    <a:gd name="connsiteX12" fmla="*/ 93726 w 353473"/>
                    <a:gd name="connsiteY12" fmla="*/ -55 h 1302924"/>
                    <a:gd name="connsiteX13" fmla="*/ 219170 w 353473"/>
                    <a:gd name="connsiteY13" fmla="*/ 697937 h 1302924"/>
                    <a:gd name="connsiteX14" fmla="*/ 278130 w 353473"/>
                    <a:gd name="connsiteY14" fmla="*/ 1023597 h 1302924"/>
                    <a:gd name="connsiteX15" fmla="*/ 297180 w 353473"/>
                    <a:gd name="connsiteY15" fmla="*/ 1133230 h 1302924"/>
                    <a:gd name="connsiteX16" fmla="*/ 316802 w 353473"/>
                    <a:gd name="connsiteY16" fmla="*/ 1143707 h 1302924"/>
                    <a:gd name="connsiteX17" fmla="*/ 353473 w 353473"/>
                    <a:gd name="connsiteY17" fmla="*/ 1210096 h 130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3473" h="1302924">
                      <a:moveTo>
                        <a:pt x="353473" y="1210096"/>
                      </a:moveTo>
                      <a:cubicBezTo>
                        <a:pt x="353511" y="1223841"/>
                        <a:pt x="350244" y="1237404"/>
                        <a:pt x="343948" y="1249625"/>
                      </a:cubicBezTo>
                      <a:cubicBezTo>
                        <a:pt x="338652" y="1260331"/>
                        <a:pt x="330251" y="1269189"/>
                        <a:pt x="319850" y="1275057"/>
                      </a:cubicBezTo>
                      <a:cubicBezTo>
                        <a:pt x="319850" y="1275057"/>
                        <a:pt x="284131" y="1296488"/>
                        <a:pt x="279273" y="1298584"/>
                      </a:cubicBezTo>
                      <a:lnTo>
                        <a:pt x="279273" y="1298584"/>
                      </a:lnTo>
                      <a:lnTo>
                        <a:pt x="279273" y="1298584"/>
                      </a:lnTo>
                      <a:cubicBezTo>
                        <a:pt x="272672" y="1301394"/>
                        <a:pt x="265586" y="1302851"/>
                        <a:pt x="258413" y="1302870"/>
                      </a:cubicBezTo>
                      <a:cubicBezTo>
                        <a:pt x="219551" y="1302870"/>
                        <a:pt x="188119" y="1261817"/>
                        <a:pt x="188119" y="1211144"/>
                      </a:cubicBezTo>
                      <a:cubicBezTo>
                        <a:pt x="187966" y="1189036"/>
                        <a:pt x="194615" y="1167424"/>
                        <a:pt x="207169" y="1149232"/>
                      </a:cubicBezTo>
                      <a:lnTo>
                        <a:pt x="183928" y="1023597"/>
                      </a:lnTo>
                      <a:lnTo>
                        <a:pt x="125730" y="697937"/>
                      </a:lnTo>
                      <a:lnTo>
                        <a:pt x="0" y="-55"/>
                      </a:lnTo>
                      <a:lnTo>
                        <a:pt x="93726" y="-55"/>
                      </a:lnTo>
                      <a:lnTo>
                        <a:pt x="219170" y="697937"/>
                      </a:lnTo>
                      <a:lnTo>
                        <a:pt x="278130" y="1023597"/>
                      </a:lnTo>
                      <a:lnTo>
                        <a:pt x="297180" y="1133230"/>
                      </a:lnTo>
                      <a:lnTo>
                        <a:pt x="316802" y="1143707"/>
                      </a:lnTo>
                      <a:cubicBezTo>
                        <a:pt x="338233" y="1153137"/>
                        <a:pt x="353473" y="1179235"/>
                        <a:pt x="353473" y="1210096"/>
                      </a:cubicBez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任意多边形 52"/>
                <p:cNvSpPr/>
                <p:nvPr/>
              </p:nvSpPr>
              <p:spPr>
                <a:xfrm>
                  <a:off x="7425690" y="4864893"/>
                  <a:ext cx="107727" cy="140588"/>
                </a:xfrm>
                <a:custGeom>
                  <a:avLst/>
                  <a:gdLst>
                    <a:gd name="connsiteX0" fmla="*/ 107728 w 107727"/>
                    <a:gd name="connsiteY0" fmla="*/ 70239 h 140588"/>
                    <a:gd name="connsiteX1" fmla="*/ 53912 w 107727"/>
                    <a:gd name="connsiteY1" fmla="*/ 140534 h 140588"/>
                    <a:gd name="connsiteX2" fmla="*/ 0 w 107727"/>
                    <a:gd name="connsiteY2" fmla="*/ 70239 h 140588"/>
                    <a:gd name="connsiteX3" fmla="*/ 53912 w 107727"/>
                    <a:gd name="connsiteY3" fmla="*/ -55 h 140588"/>
                    <a:gd name="connsiteX4" fmla="*/ 107728 w 107727"/>
                    <a:gd name="connsiteY4" fmla="*/ 70239 h 140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727" h="140588">
                      <a:moveTo>
                        <a:pt x="107728" y="70239"/>
                      </a:moveTo>
                      <a:cubicBezTo>
                        <a:pt x="107728" y="109006"/>
                        <a:pt x="83629" y="140534"/>
                        <a:pt x="53912" y="140534"/>
                      </a:cubicBezTo>
                      <a:cubicBezTo>
                        <a:pt x="24194" y="140534"/>
                        <a:pt x="0" y="109006"/>
                        <a:pt x="0" y="70239"/>
                      </a:cubicBezTo>
                      <a:cubicBezTo>
                        <a:pt x="0" y="31473"/>
                        <a:pt x="24098" y="-55"/>
                        <a:pt x="53912" y="-55"/>
                      </a:cubicBezTo>
                      <a:cubicBezTo>
                        <a:pt x="83725" y="-55"/>
                        <a:pt x="107728" y="31377"/>
                        <a:pt x="107728" y="70239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任意多边形 53"/>
                <p:cNvSpPr/>
                <p:nvPr/>
              </p:nvSpPr>
              <p:spPr>
                <a:xfrm>
                  <a:off x="7179944" y="3724941"/>
                  <a:ext cx="277653" cy="1023746"/>
                </a:xfrm>
                <a:custGeom>
                  <a:avLst/>
                  <a:gdLst>
                    <a:gd name="connsiteX0" fmla="*/ 277654 w 277653"/>
                    <a:gd name="connsiteY0" fmla="*/ 1023747 h 1023746"/>
                    <a:gd name="connsiteX1" fmla="*/ 183928 w 277653"/>
                    <a:gd name="connsiteY1" fmla="*/ 1023747 h 1023746"/>
                    <a:gd name="connsiteX2" fmla="*/ 125444 w 277653"/>
                    <a:gd name="connsiteY2" fmla="*/ 698087 h 1023746"/>
                    <a:gd name="connsiteX3" fmla="*/ 0 w 277653"/>
                    <a:gd name="connsiteY3" fmla="*/ 0 h 1023746"/>
                    <a:gd name="connsiteX4" fmla="*/ 93726 w 277653"/>
                    <a:gd name="connsiteY4" fmla="*/ 0 h 1023746"/>
                    <a:gd name="connsiteX5" fmla="*/ 219170 w 277653"/>
                    <a:gd name="connsiteY5" fmla="*/ 698087 h 1023746"/>
                    <a:gd name="connsiteX6" fmla="*/ 277654 w 277653"/>
                    <a:gd name="connsiteY6" fmla="*/ 1023747 h 1023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7653" h="1023746">
                      <a:moveTo>
                        <a:pt x="277654" y="1023747"/>
                      </a:moveTo>
                      <a:lnTo>
                        <a:pt x="183928" y="1023747"/>
                      </a:lnTo>
                      <a:lnTo>
                        <a:pt x="125444" y="698087"/>
                      </a:lnTo>
                      <a:lnTo>
                        <a:pt x="0" y="0"/>
                      </a:lnTo>
                      <a:lnTo>
                        <a:pt x="93726" y="0"/>
                      </a:lnTo>
                      <a:lnTo>
                        <a:pt x="219170" y="698087"/>
                      </a:lnTo>
                      <a:lnTo>
                        <a:pt x="277654" y="1023747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任意多边形 54"/>
                <p:cNvSpPr/>
                <p:nvPr/>
              </p:nvSpPr>
              <p:spPr>
                <a:xfrm>
                  <a:off x="5248226" y="3182016"/>
                  <a:ext cx="2418940" cy="1510283"/>
                </a:xfrm>
                <a:custGeom>
                  <a:avLst/>
                  <a:gdLst>
                    <a:gd name="connsiteX0" fmla="*/ 2054877 w 2418940"/>
                    <a:gd name="connsiteY0" fmla="*/ 1510229 h 1510283"/>
                    <a:gd name="connsiteX1" fmla="*/ 62533 w 2418940"/>
                    <a:gd name="connsiteY1" fmla="*/ 1510229 h 1510283"/>
                    <a:gd name="connsiteX2" fmla="*/ 1573 w 2418940"/>
                    <a:gd name="connsiteY2" fmla="*/ 1432696 h 1510283"/>
                    <a:gd name="connsiteX3" fmla="*/ 272083 w 2418940"/>
                    <a:gd name="connsiteY3" fmla="*/ 77479 h 1510283"/>
                    <a:gd name="connsiteX4" fmla="*/ 363999 w 2418940"/>
                    <a:gd name="connsiteY4" fmla="*/ -55 h 1510283"/>
                    <a:gd name="connsiteX5" fmla="*/ 2356343 w 2418940"/>
                    <a:gd name="connsiteY5" fmla="*/ -55 h 1510283"/>
                    <a:gd name="connsiteX6" fmla="*/ 2417399 w 2418940"/>
                    <a:gd name="connsiteY6" fmla="*/ 77479 h 1510283"/>
                    <a:gd name="connsiteX7" fmla="*/ 2146889 w 2418940"/>
                    <a:gd name="connsiteY7" fmla="*/ 1432696 h 1510283"/>
                    <a:gd name="connsiteX8" fmla="*/ 2054877 w 2418940"/>
                    <a:gd name="connsiteY8" fmla="*/ 1510229 h 1510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18940" h="1510283">
                      <a:moveTo>
                        <a:pt x="2054877" y="1510229"/>
                      </a:moveTo>
                      <a:lnTo>
                        <a:pt x="62533" y="1510229"/>
                      </a:lnTo>
                      <a:cubicBezTo>
                        <a:pt x="20337" y="1510229"/>
                        <a:pt x="-7000" y="1475463"/>
                        <a:pt x="1573" y="1432696"/>
                      </a:cubicBezTo>
                      <a:lnTo>
                        <a:pt x="272083" y="77479"/>
                      </a:lnTo>
                      <a:cubicBezTo>
                        <a:pt x="281646" y="33816"/>
                        <a:pt x="319346" y="2012"/>
                        <a:pt x="363999" y="-55"/>
                      </a:cubicBezTo>
                      <a:lnTo>
                        <a:pt x="2356343" y="-55"/>
                      </a:lnTo>
                      <a:cubicBezTo>
                        <a:pt x="2398539" y="-55"/>
                        <a:pt x="2425876" y="34711"/>
                        <a:pt x="2417399" y="77479"/>
                      </a:cubicBezTo>
                      <a:lnTo>
                        <a:pt x="2146889" y="1432696"/>
                      </a:lnTo>
                      <a:cubicBezTo>
                        <a:pt x="2137287" y="1476377"/>
                        <a:pt x="2099549" y="1508172"/>
                        <a:pt x="2054877" y="151022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任意多边形 55"/>
                <p:cNvSpPr/>
                <p:nvPr/>
              </p:nvSpPr>
              <p:spPr>
                <a:xfrm>
                  <a:off x="5248226" y="3182016"/>
                  <a:ext cx="2418940" cy="1510283"/>
                </a:xfrm>
                <a:custGeom>
                  <a:avLst/>
                  <a:gdLst>
                    <a:gd name="connsiteX0" fmla="*/ 2054877 w 2418940"/>
                    <a:gd name="connsiteY0" fmla="*/ 1510229 h 1510283"/>
                    <a:gd name="connsiteX1" fmla="*/ 62533 w 2418940"/>
                    <a:gd name="connsiteY1" fmla="*/ 1510229 h 1510283"/>
                    <a:gd name="connsiteX2" fmla="*/ 1573 w 2418940"/>
                    <a:gd name="connsiteY2" fmla="*/ 1432696 h 1510283"/>
                    <a:gd name="connsiteX3" fmla="*/ 272083 w 2418940"/>
                    <a:gd name="connsiteY3" fmla="*/ 77479 h 1510283"/>
                    <a:gd name="connsiteX4" fmla="*/ 363999 w 2418940"/>
                    <a:gd name="connsiteY4" fmla="*/ -55 h 1510283"/>
                    <a:gd name="connsiteX5" fmla="*/ 2356343 w 2418940"/>
                    <a:gd name="connsiteY5" fmla="*/ -55 h 1510283"/>
                    <a:gd name="connsiteX6" fmla="*/ 2417399 w 2418940"/>
                    <a:gd name="connsiteY6" fmla="*/ 77479 h 1510283"/>
                    <a:gd name="connsiteX7" fmla="*/ 2146889 w 2418940"/>
                    <a:gd name="connsiteY7" fmla="*/ 1432696 h 1510283"/>
                    <a:gd name="connsiteX8" fmla="*/ 2054877 w 2418940"/>
                    <a:gd name="connsiteY8" fmla="*/ 1510229 h 1510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18940" h="1510283">
                      <a:moveTo>
                        <a:pt x="2054877" y="1510229"/>
                      </a:moveTo>
                      <a:lnTo>
                        <a:pt x="62533" y="1510229"/>
                      </a:lnTo>
                      <a:cubicBezTo>
                        <a:pt x="20337" y="1510229"/>
                        <a:pt x="-7000" y="1475463"/>
                        <a:pt x="1573" y="1432696"/>
                      </a:cubicBezTo>
                      <a:lnTo>
                        <a:pt x="272083" y="77479"/>
                      </a:lnTo>
                      <a:cubicBezTo>
                        <a:pt x="281646" y="33816"/>
                        <a:pt x="319346" y="2012"/>
                        <a:pt x="363999" y="-55"/>
                      </a:cubicBezTo>
                      <a:lnTo>
                        <a:pt x="2356343" y="-55"/>
                      </a:lnTo>
                      <a:cubicBezTo>
                        <a:pt x="2398539" y="-55"/>
                        <a:pt x="2425876" y="34711"/>
                        <a:pt x="2417399" y="77479"/>
                      </a:cubicBezTo>
                      <a:lnTo>
                        <a:pt x="2146889" y="1432696"/>
                      </a:lnTo>
                      <a:cubicBezTo>
                        <a:pt x="2137287" y="1476377"/>
                        <a:pt x="2099549" y="1508172"/>
                        <a:pt x="2054877" y="1510229"/>
                      </a:cubicBezTo>
                      <a:close/>
                    </a:path>
                  </a:pathLst>
                </a:custGeom>
                <a:solidFill>
                  <a:srgbClr val="FFFFFF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任意多边形 56"/>
                <p:cNvSpPr/>
                <p:nvPr/>
              </p:nvSpPr>
              <p:spPr>
                <a:xfrm>
                  <a:off x="5501544" y="3308412"/>
                  <a:ext cx="1931479" cy="1160907"/>
                </a:xfrm>
                <a:custGeom>
                  <a:avLst/>
                  <a:gdLst>
                    <a:gd name="connsiteX0" fmla="*/ 1699831 w 1931479"/>
                    <a:gd name="connsiteY0" fmla="*/ 1160907 h 1160907"/>
                    <a:gd name="connsiteX1" fmla="*/ 0 w 1931479"/>
                    <a:gd name="connsiteY1" fmla="*/ 1160907 h 1160907"/>
                    <a:gd name="connsiteX2" fmla="*/ 231743 w 1931479"/>
                    <a:gd name="connsiteY2" fmla="*/ 0 h 1160907"/>
                    <a:gd name="connsiteX3" fmla="*/ 1931480 w 1931479"/>
                    <a:gd name="connsiteY3" fmla="*/ 0 h 1160907"/>
                    <a:gd name="connsiteX4" fmla="*/ 1699831 w 1931479"/>
                    <a:gd name="connsiteY4" fmla="*/ 1160907 h 1160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31479" h="1160907">
                      <a:moveTo>
                        <a:pt x="1699831" y="1160907"/>
                      </a:moveTo>
                      <a:lnTo>
                        <a:pt x="0" y="1160907"/>
                      </a:lnTo>
                      <a:lnTo>
                        <a:pt x="231743" y="0"/>
                      </a:lnTo>
                      <a:lnTo>
                        <a:pt x="1931480" y="0"/>
                      </a:lnTo>
                      <a:lnTo>
                        <a:pt x="1699831" y="1160907"/>
                      </a:ln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任意多边形 57"/>
                <p:cNvSpPr/>
                <p:nvPr/>
              </p:nvSpPr>
              <p:spPr>
                <a:xfrm>
                  <a:off x="7321720" y="3755693"/>
                  <a:ext cx="200986" cy="362833"/>
                </a:xfrm>
                <a:custGeom>
                  <a:avLst/>
                  <a:gdLst>
                    <a:gd name="connsiteX0" fmla="*/ 101779 w 200986"/>
                    <a:gd name="connsiteY0" fmla="*/ 362765 h 362833"/>
                    <a:gd name="connsiteX1" fmla="*/ 26436 w 200986"/>
                    <a:gd name="connsiteY1" fmla="*/ 362765 h 362833"/>
                    <a:gd name="connsiteX2" fmla="*/ 14 w 200986"/>
                    <a:gd name="connsiteY2" fmla="*/ 337972 h 362833"/>
                    <a:gd name="connsiteX3" fmla="*/ 909 w 200986"/>
                    <a:gd name="connsiteY3" fmla="*/ 330380 h 362833"/>
                    <a:gd name="connsiteX4" fmla="*/ 60155 w 200986"/>
                    <a:gd name="connsiteY4" fmla="*/ 32438 h 362833"/>
                    <a:gd name="connsiteX5" fmla="*/ 98255 w 200986"/>
                    <a:gd name="connsiteY5" fmla="*/ -42 h 362833"/>
                    <a:gd name="connsiteX6" fmla="*/ 174455 w 200986"/>
                    <a:gd name="connsiteY6" fmla="*/ -42 h 362833"/>
                    <a:gd name="connsiteX7" fmla="*/ 200973 w 200986"/>
                    <a:gd name="connsiteY7" fmla="*/ 24847 h 362833"/>
                    <a:gd name="connsiteX8" fmla="*/ 200077 w 200986"/>
                    <a:gd name="connsiteY8" fmla="*/ 32438 h 362833"/>
                    <a:gd name="connsiteX9" fmla="*/ 140546 w 200986"/>
                    <a:gd name="connsiteY9" fmla="*/ 330380 h 362833"/>
                    <a:gd name="connsiteX10" fmla="*/ 101779 w 200986"/>
                    <a:gd name="connsiteY10" fmla="*/ 362765 h 362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00986" h="362833">
                      <a:moveTo>
                        <a:pt x="101779" y="362765"/>
                      </a:moveTo>
                      <a:lnTo>
                        <a:pt x="26436" y="362765"/>
                      </a:lnTo>
                      <a:cubicBezTo>
                        <a:pt x="12292" y="363213"/>
                        <a:pt x="462" y="352116"/>
                        <a:pt x="14" y="337972"/>
                      </a:cubicBezTo>
                      <a:cubicBezTo>
                        <a:pt x="-72" y="335409"/>
                        <a:pt x="233" y="332847"/>
                        <a:pt x="909" y="330380"/>
                      </a:cubicBezTo>
                      <a:lnTo>
                        <a:pt x="60155" y="32438"/>
                      </a:lnTo>
                      <a:cubicBezTo>
                        <a:pt x="64136" y="14293"/>
                        <a:pt x="79710" y="1025"/>
                        <a:pt x="98255" y="-42"/>
                      </a:cubicBezTo>
                      <a:lnTo>
                        <a:pt x="174455" y="-42"/>
                      </a:lnTo>
                      <a:cubicBezTo>
                        <a:pt x="188647" y="-490"/>
                        <a:pt x="200525" y="10655"/>
                        <a:pt x="200973" y="24847"/>
                      </a:cubicBezTo>
                      <a:cubicBezTo>
                        <a:pt x="201058" y="27409"/>
                        <a:pt x="200753" y="29971"/>
                        <a:pt x="200077" y="32438"/>
                      </a:cubicBezTo>
                      <a:lnTo>
                        <a:pt x="140546" y="330380"/>
                      </a:lnTo>
                      <a:cubicBezTo>
                        <a:pt x="136517" y="348754"/>
                        <a:pt x="120572" y="362070"/>
                        <a:pt x="101779" y="362765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任意多边形 58"/>
                <p:cNvSpPr/>
                <p:nvPr/>
              </p:nvSpPr>
              <p:spPr>
                <a:xfrm>
                  <a:off x="7385704" y="3790452"/>
                  <a:ext cx="109691" cy="108147"/>
                </a:xfrm>
                <a:custGeom>
                  <a:avLst/>
                  <a:gdLst>
                    <a:gd name="connsiteX0" fmla="*/ 108184 w 109691"/>
                    <a:gd name="connsiteY0" fmla="*/ 53972 h 108147"/>
                    <a:gd name="connsiteX1" fmla="*/ 44081 w 109691"/>
                    <a:gd name="connsiteY1" fmla="*/ 108074 h 108147"/>
                    <a:gd name="connsiteX2" fmla="*/ 18 w 109691"/>
                    <a:gd name="connsiteY2" fmla="*/ 66450 h 108147"/>
                    <a:gd name="connsiteX3" fmla="*/ 1504 w 109691"/>
                    <a:gd name="connsiteY3" fmla="*/ 53972 h 108147"/>
                    <a:gd name="connsiteX4" fmla="*/ 65608 w 109691"/>
                    <a:gd name="connsiteY4" fmla="*/ -34 h 108147"/>
                    <a:gd name="connsiteX5" fmla="*/ 109670 w 109691"/>
                    <a:gd name="connsiteY5" fmla="*/ 41390 h 108147"/>
                    <a:gd name="connsiteX6" fmla="*/ 108184 w 109691"/>
                    <a:gd name="connsiteY6" fmla="*/ 53972 h 108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9691" h="108147">
                      <a:moveTo>
                        <a:pt x="108184" y="53972"/>
                      </a:moveTo>
                      <a:cubicBezTo>
                        <a:pt x="101536" y="84443"/>
                        <a:pt x="75237" y="106636"/>
                        <a:pt x="44081" y="108074"/>
                      </a:cubicBezTo>
                      <a:cubicBezTo>
                        <a:pt x="20421" y="108751"/>
                        <a:pt x="695" y="90110"/>
                        <a:pt x="18" y="66450"/>
                      </a:cubicBezTo>
                      <a:cubicBezTo>
                        <a:pt x="-106" y="62240"/>
                        <a:pt x="399" y="58040"/>
                        <a:pt x="1504" y="53972"/>
                      </a:cubicBezTo>
                      <a:cubicBezTo>
                        <a:pt x="8191" y="23540"/>
                        <a:pt x="34480" y="1394"/>
                        <a:pt x="65608" y="-34"/>
                      </a:cubicBezTo>
                      <a:cubicBezTo>
                        <a:pt x="89220" y="-758"/>
                        <a:pt x="108946" y="17787"/>
                        <a:pt x="109670" y="41390"/>
                      </a:cubicBezTo>
                      <a:cubicBezTo>
                        <a:pt x="109803" y="45638"/>
                        <a:pt x="109299" y="49877"/>
                        <a:pt x="108184" y="53972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任意多边形 59"/>
                <p:cNvSpPr/>
                <p:nvPr/>
              </p:nvSpPr>
              <p:spPr>
                <a:xfrm>
                  <a:off x="7361799" y="3904956"/>
                  <a:ext cx="98540" cy="174416"/>
                </a:xfrm>
                <a:custGeom>
                  <a:avLst/>
                  <a:gdLst>
                    <a:gd name="connsiteX0" fmla="*/ 53890 w 98540"/>
                    <a:gd name="connsiteY0" fmla="*/ 174355 h 174416"/>
                    <a:gd name="connsiteX1" fmla="*/ 9884 w 98540"/>
                    <a:gd name="connsiteY1" fmla="*/ 174355 h 174416"/>
                    <a:gd name="connsiteX2" fmla="*/ 7 w 98540"/>
                    <a:gd name="connsiteY2" fmla="*/ 165192 h 174416"/>
                    <a:gd name="connsiteX3" fmla="*/ 359 w 98540"/>
                    <a:gd name="connsiteY3" fmla="*/ 162258 h 174416"/>
                    <a:gd name="connsiteX4" fmla="*/ 30363 w 98540"/>
                    <a:gd name="connsiteY4" fmla="*/ 12049 h 174416"/>
                    <a:gd name="connsiteX5" fmla="*/ 44650 w 98540"/>
                    <a:gd name="connsiteY5" fmla="*/ -48 h 174416"/>
                    <a:gd name="connsiteX6" fmla="*/ 88656 w 98540"/>
                    <a:gd name="connsiteY6" fmla="*/ -48 h 174416"/>
                    <a:gd name="connsiteX7" fmla="*/ 98533 w 98540"/>
                    <a:gd name="connsiteY7" fmla="*/ 9115 h 174416"/>
                    <a:gd name="connsiteX8" fmla="*/ 98181 w 98540"/>
                    <a:gd name="connsiteY8" fmla="*/ 12049 h 174416"/>
                    <a:gd name="connsiteX9" fmla="*/ 68177 w 98540"/>
                    <a:gd name="connsiteY9" fmla="*/ 162258 h 174416"/>
                    <a:gd name="connsiteX10" fmla="*/ 53890 w 98540"/>
                    <a:gd name="connsiteY10" fmla="*/ 174355 h 174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8540" h="174416">
                      <a:moveTo>
                        <a:pt x="53890" y="174355"/>
                      </a:moveTo>
                      <a:lnTo>
                        <a:pt x="9884" y="174355"/>
                      </a:lnTo>
                      <a:cubicBezTo>
                        <a:pt x="4626" y="174555"/>
                        <a:pt x="207" y="170450"/>
                        <a:pt x="7" y="165192"/>
                      </a:cubicBezTo>
                      <a:cubicBezTo>
                        <a:pt x="-31" y="164201"/>
                        <a:pt x="92" y="163210"/>
                        <a:pt x="359" y="162258"/>
                      </a:cubicBezTo>
                      <a:lnTo>
                        <a:pt x="30363" y="12049"/>
                      </a:lnTo>
                      <a:cubicBezTo>
                        <a:pt x="31830" y="5238"/>
                        <a:pt x="37697" y="276"/>
                        <a:pt x="44650" y="-48"/>
                      </a:cubicBezTo>
                      <a:lnTo>
                        <a:pt x="88656" y="-48"/>
                      </a:lnTo>
                      <a:cubicBezTo>
                        <a:pt x="93914" y="-248"/>
                        <a:pt x="98333" y="3857"/>
                        <a:pt x="98533" y="9115"/>
                      </a:cubicBezTo>
                      <a:cubicBezTo>
                        <a:pt x="98571" y="10106"/>
                        <a:pt x="98448" y="11096"/>
                        <a:pt x="98181" y="12049"/>
                      </a:cubicBezTo>
                      <a:lnTo>
                        <a:pt x="68177" y="162258"/>
                      </a:lnTo>
                      <a:cubicBezTo>
                        <a:pt x="66710" y="169068"/>
                        <a:pt x="60843" y="174031"/>
                        <a:pt x="53890" y="174355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任意多边形 60"/>
                <p:cNvSpPr/>
                <p:nvPr/>
              </p:nvSpPr>
              <p:spPr>
                <a:xfrm>
                  <a:off x="5724525" y="3545966"/>
                  <a:ext cx="1515903" cy="598668"/>
                </a:xfrm>
                <a:custGeom>
                  <a:avLst/>
                  <a:gdLst>
                    <a:gd name="connsiteX0" fmla="*/ 45244 w 1515903"/>
                    <a:gd name="connsiteY0" fmla="*/ 290743 h 598668"/>
                    <a:gd name="connsiteX1" fmla="*/ 284893 w 1515903"/>
                    <a:gd name="connsiteY1" fmla="*/ 54523 h 598668"/>
                    <a:gd name="connsiteX2" fmla="*/ 422243 w 1515903"/>
                    <a:gd name="connsiteY2" fmla="*/ 320176 h 598668"/>
                    <a:gd name="connsiteX3" fmla="*/ 704850 w 1515903"/>
                    <a:gd name="connsiteY3" fmla="*/ 94147 h 598668"/>
                    <a:gd name="connsiteX4" fmla="*/ 820484 w 1515903"/>
                    <a:gd name="connsiteY4" fmla="*/ 511057 h 598668"/>
                    <a:gd name="connsiteX5" fmla="*/ 1467612 w 1515903"/>
                    <a:gd name="connsiteY5" fmla="*/ 11185 h 598668"/>
                    <a:gd name="connsiteX6" fmla="*/ 1436561 w 1515903"/>
                    <a:gd name="connsiteY6" fmla="*/ 82813 h 598668"/>
                    <a:gd name="connsiteX7" fmla="*/ 1515904 w 1515903"/>
                    <a:gd name="connsiteY7" fmla="*/ -55 h 598668"/>
                    <a:gd name="connsiteX8" fmla="*/ 1436561 w 1515903"/>
                    <a:gd name="connsiteY8" fmla="*/ 116817 h 598668"/>
                    <a:gd name="connsiteX9" fmla="*/ 1488853 w 1515903"/>
                    <a:gd name="connsiteY9" fmla="*/ 69192 h 598668"/>
                    <a:gd name="connsiteX10" fmla="*/ 989647 w 1515903"/>
                    <a:gd name="connsiteY10" fmla="*/ 533345 h 598668"/>
                    <a:gd name="connsiteX11" fmla="*/ 716185 w 1515903"/>
                    <a:gd name="connsiteY11" fmla="*/ 465527 h 598668"/>
                    <a:gd name="connsiteX12" fmla="*/ 679132 w 1515903"/>
                    <a:gd name="connsiteY12" fmla="*/ 209686 h 598668"/>
                    <a:gd name="connsiteX13" fmla="*/ 418433 w 1515903"/>
                    <a:gd name="connsiteY13" fmla="*/ 444763 h 598668"/>
                    <a:gd name="connsiteX14" fmla="*/ 324231 w 1515903"/>
                    <a:gd name="connsiteY14" fmla="*/ 359038 h 598668"/>
                    <a:gd name="connsiteX15" fmla="*/ 395002 w 1515903"/>
                    <a:gd name="connsiteY15" fmla="*/ 391232 h 598668"/>
                    <a:gd name="connsiteX16" fmla="*/ 328327 w 1515903"/>
                    <a:gd name="connsiteY16" fmla="*/ 290839 h 598668"/>
                    <a:gd name="connsiteX17" fmla="*/ 256699 w 1515903"/>
                    <a:gd name="connsiteY17" fmla="*/ 139391 h 598668"/>
                    <a:gd name="connsiteX18" fmla="*/ 90964 w 1515903"/>
                    <a:gd name="connsiteY18" fmla="*/ 320366 h 598668"/>
                    <a:gd name="connsiteX19" fmla="*/ 108490 w 1515903"/>
                    <a:gd name="connsiteY19" fmla="*/ 267217 h 598668"/>
                    <a:gd name="connsiteX20" fmla="*/ 0 w 1515903"/>
                    <a:gd name="connsiteY20" fmla="*/ 391137 h 598668"/>
                    <a:gd name="connsiteX21" fmla="*/ 90488 w 1515903"/>
                    <a:gd name="connsiteY21" fmla="*/ 267312 h 598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515903" h="598668">
                      <a:moveTo>
                        <a:pt x="45244" y="290743"/>
                      </a:moveTo>
                      <a:cubicBezTo>
                        <a:pt x="45244" y="290743"/>
                        <a:pt x="192786" y="97957"/>
                        <a:pt x="284893" y="54523"/>
                      </a:cubicBezTo>
                      <a:cubicBezTo>
                        <a:pt x="377000" y="11089"/>
                        <a:pt x="361950" y="256168"/>
                        <a:pt x="422243" y="320176"/>
                      </a:cubicBezTo>
                      <a:cubicBezTo>
                        <a:pt x="482537" y="384184"/>
                        <a:pt x="614458" y="116817"/>
                        <a:pt x="704850" y="94147"/>
                      </a:cubicBezTo>
                      <a:cubicBezTo>
                        <a:pt x="795242" y="71478"/>
                        <a:pt x="740188" y="426951"/>
                        <a:pt x="820484" y="511057"/>
                      </a:cubicBezTo>
                      <a:cubicBezTo>
                        <a:pt x="900779" y="595162"/>
                        <a:pt x="1467612" y="11185"/>
                        <a:pt x="1467612" y="11185"/>
                      </a:cubicBezTo>
                      <a:lnTo>
                        <a:pt x="1436561" y="82813"/>
                      </a:lnTo>
                      <a:lnTo>
                        <a:pt x="1515904" y="-55"/>
                      </a:lnTo>
                      <a:lnTo>
                        <a:pt x="1436561" y="116817"/>
                      </a:lnTo>
                      <a:lnTo>
                        <a:pt x="1488853" y="69192"/>
                      </a:lnTo>
                      <a:cubicBezTo>
                        <a:pt x="1488853" y="69192"/>
                        <a:pt x="1225582" y="377135"/>
                        <a:pt x="989647" y="533345"/>
                      </a:cubicBezTo>
                      <a:cubicBezTo>
                        <a:pt x="753713" y="689555"/>
                        <a:pt x="716185" y="523820"/>
                        <a:pt x="716185" y="465527"/>
                      </a:cubicBezTo>
                      <a:cubicBezTo>
                        <a:pt x="716185" y="407234"/>
                        <a:pt x="717518" y="216067"/>
                        <a:pt x="679132" y="209686"/>
                      </a:cubicBezTo>
                      <a:cubicBezTo>
                        <a:pt x="640747" y="203304"/>
                        <a:pt x="490061" y="426189"/>
                        <a:pt x="418433" y="444763"/>
                      </a:cubicBezTo>
                      <a:cubicBezTo>
                        <a:pt x="346805" y="463336"/>
                        <a:pt x="324231" y="359038"/>
                        <a:pt x="324231" y="359038"/>
                      </a:cubicBezTo>
                      <a:cubicBezTo>
                        <a:pt x="324231" y="359038"/>
                        <a:pt x="352806" y="394375"/>
                        <a:pt x="395002" y="391232"/>
                      </a:cubicBezTo>
                      <a:cubicBezTo>
                        <a:pt x="395002" y="391232"/>
                        <a:pt x="346900" y="393232"/>
                        <a:pt x="328327" y="290839"/>
                      </a:cubicBezTo>
                      <a:cubicBezTo>
                        <a:pt x="309753" y="188445"/>
                        <a:pt x="298133" y="109292"/>
                        <a:pt x="256699" y="139391"/>
                      </a:cubicBezTo>
                      <a:cubicBezTo>
                        <a:pt x="215265" y="169490"/>
                        <a:pt x="90964" y="320366"/>
                        <a:pt x="90964" y="320366"/>
                      </a:cubicBezTo>
                      <a:lnTo>
                        <a:pt x="108490" y="267217"/>
                      </a:lnTo>
                      <a:lnTo>
                        <a:pt x="0" y="391137"/>
                      </a:lnTo>
                      <a:lnTo>
                        <a:pt x="90488" y="2673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任意多边形 61"/>
                <p:cNvSpPr/>
                <p:nvPr/>
              </p:nvSpPr>
              <p:spPr>
                <a:xfrm>
                  <a:off x="5564504" y="4333874"/>
                  <a:ext cx="107441" cy="85248"/>
                </a:xfrm>
                <a:custGeom>
                  <a:avLst/>
                  <a:gdLst>
                    <a:gd name="connsiteX0" fmla="*/ 90392 w 107441"/>
                    <a:gd name="connsiteY0" fmla="*/ 85249 h 85248"/>
                    <a:gd name="connsiteX1" fmla="*/ 0 w 107441"/>
                    <a:gd name="connsiteY1" fmla="*/ 85249 h 85248"/>
                    <a:gd name="connsiteX2" fmla="*/ 17050 w 107441"/>
                    <a:gd name="connsiteY2" fmla="*/ 0 h 85248"/>
                    <a:gd name="connsiteX3" fmla="*/ 107442 w 107441"/>
                    <a:gd name="connsiteY3" fmla="*/ 0 h 85248"/>
                    <a:gd name="connsiteX4" fmla="*/ 90392 w 107441"/>
                    <a:gd name="connsiteY4" fmla="*/ 85249 h 85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441" h="85248">
                      <a:moveTo>
                        <a:pt x="90392" y="85249"/>
                      </a:moveTo>
                      <a:lnTo>
                        <a:pt x="0" y="85249"/>
                      </a:lnTo>
                      <a:lnTo>
                        <a:pt x="17050" y="0"/>
                      </a:lnTo>
                      <a:lnTo>
                        <a:pt x="107442" y="0"/>
                      </a:lnTo>
                      <a:lnTo>
                        <a:pt x="90392" y="8524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任意多边形 62"/>
                <p:cNvSpPr/>
                <p:nvPr/>
              </p:nvSpPr>
              <p:spPr>
                <a:xfrm>
                  <a:off x="5670994" y="4333874"/>
                  <a:ext cx="107441" cy="85248"/>
                </a:xfrm>
                <a:custGeom>
                  <a:avLst/>
                  <a:gdLst>
                    <a:gd name="connsiteX0" fmla="*/ 90488 w 107441"/>
                    <a:gd name="connsiteY0" fmla="*/ 85249 h 85248"/>
                    <a:gd name="connsiteX1" fmla="*/ 0 w 107441"/>
                    <a:gd name="connsiteY1" fmla="*/ 85249 h 85248"/>
                    <a:gd name="connsiteX2" fmla="*/ 17050 w 107441"/>
                    <a:gd name="connsiteY2" fmla="*/ 0 h 85248"/>
                    <a:gd name="connsiteX3" fmla="*/ 107442 w 107441"/>
                    <a:gd name="connsiteY3" fmla="*/ 0 h 85248"/>
                    <a:gd name="connsiteX4" fmla="*/ 90488 w 107441"/>
                    <a:gd name="connsiteY4" fmla="*/ 85249 h 85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441" h="85248">
                      <a:moveTo>
                        <a:pt x="90488" y="85249"/>
                      </a:moveTo>
                      <a:lnTo>
                        <a:pt x="0" y="85249"/>
                      </a:lnTo>
                      <a:lnTo>
                        <a:pt x="17050" y="0"/>
                      </a:lnTo>
                      <a:lnTo>
                        <a:pt x="107442" y="0"/>
                      </a:lnTo>
                      <a:lnTo>
                        <a:pt x="90488" y="85249"/>
                      </a:lnTo>
                      <a:close/>
                    </a:path>
                  </a:pathLst>
                </a:custGeom>
                <a:solidFill>
                  <a:srgbClr val="FFFFFF">
                    <a:alpha val="8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任意多边形 63"/>
                <p:cNvSpPr/>
                <p:nvPr/>
              </p:nvSpPr>
              <p:spPr>
                <a:xfrm>
                  <a:off x="5777483" y="4333874"/>
                  <a:ext cx="107441" cy="85248"/>
                </a:xfrm>
                <a:custGeom>
                  <a:avLst/>
                  <a:gdLst>
                    <a:gd name="connsiteX0" fmla="*/ 90392 w 107441"/>
                    <a:gd name="connsiteY0" fmla="*/ 85249 h 85248"/>
                    <a:gd name="connsiteX1" fmla="*/ 0 w 107441"/>
                    <a:gd name="connsiteY1" fmla="*/ 85249 h 85248"/>
                    <a:gd name="connsiteX2" fmla="*/ 17050 w 107441"/>
                    <a:gd name="connsiteY2" fmla="*/ 0 h 85248"/>
                    <a:gd name="connsiteX3" fmla="*/ 107442 w 107441"/>
                    <a:gd name="connsiteY3" fmla="*/ 0 h 85248"/>
                    <a:gd name="connsiteX4" fmla="*/ 90392 w 107441"/>
                    <a:gd name="connsiteY4" fmla="*/ 85249 h 85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441" h="85248">
                      <a:moveTo>
                        <a:pt x="90392" y="85249"/>
                      </a:moveTo>
                      <a:lnTo>
                        <a:pt x="0" y="85249"/>
                      </a:lnTo>
                      <a:lnTo>
                        <a:pt x="17050" y="0"/>
                      </a:lnTo>
                      <a:lnTo>
                        <a:pt x="107442" y="0"/>
                      </a:lnTo>
                      <a:lnTo>
                        <a:pt x="90392" y="85249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任意多边形 64"/>
                <p:cNvSpPr/>
                <p:nvPr/>
              </p:nvSpPr>
              <p:spPr>
                <a:xfrm>
                  <a:off x="5883973" y="4333874"/>
                  <a:ext cx="107441" cy="85248"/>
                </a:xfrm>
                <a:custGeom>
                  <a:avLst/>
                  <a:gdLst>
                    <a:gd name="connsiteX0" fmla="*/ 90392 w 107441"/>
                    <a:gd name="connsiteY0" fmla="*/ 85249 h 85248"/>
                    <a:gd name="connsiteX1" fmla="*/ 0 w 107441"/>
                    <a:gd name="connsiteY1" fmla="*/ 85249 h 85248"/>
                    <a:gd name="connsiteX2" fmla="*/ 17050 w 107441"/>
                    <a:gd name="connsiteY2" fmla="*/ 0 h 85248"/>
                    <a:gd name="connsiteX3" fmla="*/ 107442 w 107441"/>
                    <a:gd name="connsiteY3" fmla="*/ 0 h 85248"/>
                    <a:gd name="connsiteX4" fmla="*/ 90392 w 107441"/>
                    <a:gd name="connsiteY4" fmla="*/ 85249 h 85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441" h="85248">
                      <a:moveTo>
                        <a:pt x="90392" y="85249"/>
                      </a:moveTo>
                      <a:lnTo>
                        <a:pt x="0" y="85249"/>
                      </a:lnTo>
                      <a:lnTo>
                        <a:pt x="17050" y="0"/>
                      </a:lnTo>
                      <a:lnTo>
                        <a:pt x="107442" y="0"/>
                      </a:lnTo>
                      <a:lnTo>
                        <a:pt x="90392" y="85249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任意多边形 65"/>
                <p:cNvSpPr/>
                <p:nvPr/>
              </p:nvSpPr>
              <p:spPr>
                <a:xfrm>
                  <a:off x="5990462" y="4333874"/>
                  <a:ext cx="107441" cy="85248"/>
                </a:xfrm>
                <a:custGeom>
                  <a:avLst/>
                  <a:gdLst>
                    <a:gd name="connsiteX0" fmla="*/ 90392 w 107441"/>
                    <a:gd name="connsiteY0" fmla="*/ 85249 h 85248"/>
                    <a:gd name="connsiteX1" fmla="*/ 0 w 107441"/>
                    <a:gd name="connsiteY1" fmla="*/ 85249 h 85248"/>
                    <a:gd name="connsiteX2" fmla="*/ 17050 w 107441"/>
                    <a:gd name="connsiteY2" fmla="*/ 0 h 85248"/>
                    <a:gd name="connsiteX3" fmla="*/ 107442 w 107441"/>
                    <a:gd name="connsiteY3" fmla="*/ 0 h 85248"/>
                    <a:gd name="connsiteX4" fmla="*/ 90392 w 107441"/>
                    <a:gd name="connsiteY4" fmla="*/ 85249 h 85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441" h="85248">
                      <a:moveTo>
                        <a:pt x="90392" y="85249"/>
                      </a:moveTo>
                      <a:lnTo>
                        <a:pt x="0" y="85249"/>
                      </a:lnTo>
                      <a:lnTo>
                        <a:pt x="17050" y="0"/>
                      </a:lnTo>
                      <a:lnTo>
                        <a:pt x="107442" y="0"/>
                      </a:lnTo>
                      <a:lnTo>
                        <a:pt x="90392" y="85249"/>
                      </a:ln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任意多边形 66"/>
                <p:cNvSpPr/>
                <p:nvPr/>
              </p:nvSpPr>
              <p:spPr>
                <a:xfrm rot="20712600">
                  <a:off x="6051730" y="2828279"/>
                  <a:ext cx="584358" cy="168021"/>
                </a:xfrm>
                <a:custGeom>
                  <a:avLst/>
                  <a:gdLst>
                    <a:gd name="connsiteX0" fmla="*/ 0 w 584358"/>
                    <a:gd name="connsiteY0" fmla="*/ -55 h 168021"/>
                    <a:gd name="connsiteX1" fmla="*/ 584359 w 584358"/>
                    <a:gd name="connsiteY1" fmla="*/ -55 h 168021"/>
                    <a:gd name="connsiteX2" fmla="*/ 584359 w 584358"/>
                    <a:gd name="connsiteY2" fmla="*/ 167966 h 168021"/>
                    <a:gd name="connsiteX3" fmla="*/ 0 w 584358"/>
                    <a:gd name="connsiteY3" fmla="*/ 167966 h 16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4358" h="168021">
                      <a:moveTo>
                        <a:pt x="0" y="-55"/>
                      </a:moveTo>
                      <a:lnTo>
                        <a:pt x="584359" y="-55"/>
                      </a:lnTo>
                      <a:lnTo>
                        <a:pt x="584359" y="167966"/>
                      </a:lnTo>
                      <a:lnTo>
                        <a:pt x="0" y="167966"/>
                      </a:ln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任意多边形 67"/>
                <p:cNvSpPr/>
                <p:nvPr/>
              </p:nvSpPr>
              <p:spPr>
                <a:xfrm rot="20712600">
                  <a:off x="6051730" y="2828279"/>
                  <a:ext cx="584358" cy="168021"/>
                </a:xfrm>
                <a:custGeom>
                  <a:avLst/>
                  <a:gdLst>
                    <a:gd name="connsiteX0" fmla="*/ 0 w 584358"/>
                    <a:gd name="connsiteY0" fmla="*/ -55 h 168021"/>
                    <a:gd name="connsiteX1" fmla="*/ 584359 w 584358"/>
                    <a:gd name="connsiteY1" fmla="*/ -55 h 168021"/>
                    <a:gd name="connsiteX2" fmla="*/ 584359 w 584358"/>
                    <a:gd name="connsiteY2" fmla="*/ 167966 h 168021"/>
                    <a:gd name="connsiteX3" fmla="*/ 0 w 584358"/>
                    <a:gd name="connsiteY3" fmla="*/ 167966 h 16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4358" h="168021">
                      <a:moveTo>
                        <a:pt x="0" y="-55"/>
                      </a:moveTo>
                      <a:lnTo>
                        <a:pt x="584359" y="-55"/>
                      </a:lnTo>
                      <a:lnTo>
                        <a:pt x="584359" y="167966"/>
                      </a:lnTo>
                      <a:lnTo>
                        <a:pt x="0" y="167966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任意多边形 68"/>
                <p:cNvSpPr/>
                <p:nvPr/>
              </p:nvSpPr>
              <p:spPr>
                <a:xfrm rot="20699705">
                  <a:off x="6089911" y="2898655"/>
                  <a:ext cx="95462" cy="130471"/>
                </a:xfrm>
                <a:custGeom>
                  <a:avLst/>
                  <a:gdLst>
                    <a:gd name="connsiteX0" fmla="*/ 2 w 95462"/>
                    <a:gd name="connsiteY0" fmla="*/ -55 h 130471"/>
                    <a:gd name="connsiteX1" fmla="*/ 95464 w 95462"/>
                    <a:gd name="connsiteY1" fmla="*/ -55 h 130471"/>
                    <a:gd name="connsiteX2" fmla="*/ 95464 w 95462"/>
                    <a:gd name="connsiteY2" fmla="*/ 130417 h 130471"/>
                    <a:gd name="connsiteX3" fmla="*/ 2 w 95462"/>
                    <a:gd name="connsiteY3" fmla="*/ 130417 h 130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462" h="130471">
                      <a:moveTo>
                        <a:pt x="2" y="-55"/>
                      </a:moveTo>
                      <a:lnTo>
                        <a:pt x="95464" y="-55"/>
                      </a:lnTo>
                      <a:lnTo>
                        <a:pt x="95464" y="130417"/>
                      </a:lnTo>
                      <a:lnTo>
                        <a:pt x="2" y="13041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任意多边形 69"/>
                <p:cNvSpPr/>
                <p:nvPr/>
              </p:nvSpPr>
              <p:spPr>
                <a:xfrm rot="20712600">
                  <a:off x="6172908" y="2878326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-55 h 129921"/>
                    <a:gd name="connsiteX1" fmla="*/ 95060 w 95059"/>
                    <a:gd name="connsiteY1" fmla="*/ -55 h 129921"/>
                    <a:gd name="connsiteX2" fmla="*/ 95060 w 95059"/>
                    <a:gd name="connsiteY2" fmla="*/ 129866 h 129921"/>
                    <a:gd name="connsiteX3" fmla="*/ 0 w 95059"/>
                    <a:gd name="connsiteY3" fmla="*/ 129866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-55"/>
                      </a:moveTo>
                      <a:lnTo>
                        <a:pt x="95060" y="-55"/>
                      </a:lnTo>
                      <a:lnTo>
                        <a:pt x="95060" y="129866"/>
                      </a:lnTo>
                      <a:lnTo>
                        <a:pt x="0" y="129866"/>
                      </a:lnTo>
                      <a:close/>
                    </a:path>
                  </a:pathLst>
                </a:custGeom>
                <a:solidFill>
                  <a:srgbClr val="263238">
                    <a:alpha val="8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任意多边形 70"/>
                <p:cNvSpPr/>
                <p:nvPr/>
              </p:nvSpPr>
              <p:spPr>
                <a:xfrm rot="20699705">
                  <a:off x="6288213" y="2845238"/>
                  <a:ext cx="95462" cy="130471"/>
                </a:xfrm>
                <a:custGeom>
                  <a:avLst/>
                  <a:gdLst>
                    <a:gd name="connsiteX0" fmla="*/ 2 w 95462"/>
                    <a:gd name="connsiteY0" fmla="*/ -56 h 130471"/>
                    <a:gd name="connsiteX1" fmla="*/ 95464 w 95462"/>
                    <a:gd name="connsiteY1" fmla="*/ -56 h 130471"/>
                    <a:gd name="connsiteX2" fmla="*/ 95464 w 95462"/>
                    <a:gd name="connsiteY2" fmla="*/ 130416 h 130471"/>
                    <a:gd name="connsiteX3" fmla="*/ 2 w 95462"/>
                    <a:gd name="connsiteY3" fmla="*/ 130416 h 130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462" h="130471">
                      <a:moveTo>
                        <a:pt x="2" y="-56"/>
                      </a:moveTo>
                      <a:lnTo>
                        <a:pt x="95464" y="-56"/>
                      </a:lnTo>
                      <a:lnTo>
                        <a:pt x="95464" y="130416"/>
                      </a:lnTo>
                      <a:lnTo>
                        <a:pt x="2" y="130416"/>
                      </a:lnTo>
                      <a:close/>
                    </a:path>
                  </a:pathLst>
                </a:custGeom>
                <a:solidFill>
                  <a:srgbClr val="263238">
                    <a:alpha val="60000"/>
                  </a:srgbClr>
                </a:solidFill>
                <a:ln w="95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任意多边形 71"/>
                <p:cNvSpPr/>
                <p:nvPr/>
              </p:nvSpPr>
              <p:spPr>
                <a:xfrm rot="20712600">
                  <a:off x="6370742" y="2826102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-55 h 129921"/>
                    <a:gd name="connsiteX1" fmla="*/ 95060 w 95059"/>
                    <a:gd name="connsiteY1" fmla="*/ -55 h 129921"/>
                    <a:gd name="connsiteX2" fmla="*/ 95060 w 95059"/>
                    <a:gd name="connsiteY2" fmla="*/ 129866 h 129921"/>
                    <a:gd name="connsiteX3" fmla="*/ 0 w 95059"/>
                    <a:gd name="connsiteY3" fmla="*/ 129866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-55"/>
                      </a:moveTo>
                      <a:lnTo>
                        <a:pt x="95060" y="-55"/>
                      </a:lnTo>
                      <a:lnTo>
                        <a:pt x="95060" y="129866"/>
                      </a:lnTo>
                      <a:lnTo>
                        <a:pt x="0" y="129866"/>
                      </a:lnTo>
                      <a:close/>
                    </a:path>
                  </a:pathLst>
                </a:custGeom>
                <a:solidFill>
                  <a:srgbClr val="263238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任意多边形 72"/>
                <p:cNvSpPr/>
                <p:nvPr/>
              </p:nvSpPr>
              <p:spPr>
                <a:xfrm rot="20699705">
                  <a:off x="6486541" y="2791913"/>
                  <a:ext cx="95462" cy="130471"/>
                </a:xfrm>
                <a:custGeom>
                  <a:avLst/>
                  <a:gdLst>
                    <a:gd name="connsiteX0" fmla="*/ 2 w 95462"/>
                    <a:gd name="connsiteY0" fmla="*/ -56 h 130471"/>
                    <a:gd name="connsiteX1" fmla="*/ 95464 w 95462"/>
                    <a:gd name="connsiteY1" fmla="*/ -56 h 130471"/>
                    <a:gd name="connsiteX2" fmla="*/ 95464 w 95462"/>
                    <a:gd name="connsiteY2" fmla="*/ 130416 h 130471"/>
                    <a:gd name="connsiteX3" fmla="*/ 2 w 95462"/>
                    <a:gd name="connsiteY3" fmla="*/ 130416 h 130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462" h="130471">
                      <a:moveTo>
                        <a:pt x="2" y="-56"/>
                      </a:moveTo>
                      <a:lnTo>
                        <a:pt x="95464" y="-56"/>
                      </a:lnTo>
                      <a:lnTo>
                        <a:pt x="95464" y="130416"/>
                      </a:lnTo>
                      <a:lnTo>
                        <a:pt x="2" y="130416"/>
                      </a:lnTo>
                      <a:close/>
                    </a:path>
                  </a:pathLst>
                </a:custGeom>
                <a:solidFill>
                  <a:srgbClr val="263238">
                    <a:alpha val="20000"/>
                  </a:srgbClr>
                </a:solidFill>
                <a:ln w="95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任意多边形 73"/>
                <p:cNvSpPr/>
                <p:nvPr/>
              </p:nvSpPr>
              <p:spPr>
                <a:xfrm>
                  <a:off x="6064281" y="2749105"/>
                  <a:ext cx="584358" cy="168020"/>
                </a:xfrm>
                <a:custGeom>
                  <a:avLst/>
                  <a:gdLst>
                    <a:gd name="connsiteX0" fmla="*/ 0 w 584358"/>
                    <a:gd name="connsiteY0" fmla="*/ 0 h 168020"/>
                    <a:gd name="connsiteX1" fmla="*/ 584359 w 584358"/>
                    <a:gd name="connsiteY1" fmla="*/ 0 h 168020"/>
                    <a:gd name="connsiteX2" fmla="*/ 584359 w 584358"/>
                    <a:gd name="connsiteY2" fmla="*/ 168021 h 168020"/>
                    <a:gd name="connsiteX3" fmla="*/ 0 w 584358"/>
                    <a:gd name="connsiteY3" fmla="*/ 168021 h 168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4358" h="168020">
                      <a:moveTo>
                        <a:pt x="0" y="0"/>
                      </a:moveTo>
                      <a:lnTo>
                        <a:pt x="584359" y="0"/>
                      </a:lnTo>
                      <a:lnTo>
                        <a:pt x="584359" y="168021"/>
                      </a:lnTo>
                      <a:lnTo>
                        <a:pt x="0" y="168021"/>
                      </a:ln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任意多边形 74"/>
                <p:cNvSpPr/>
                <p:nvPr/>
              </p:nvSpPr>
              <p:spPr>
                <a:xfrm>
                  <a:off x="6064281" y="2749105"/>
                  <a:ext cx="584358" cy="168020"/>
                </a:xfrm>
                <a:custGeom>
                  <a:avLst/>
                  <a:gdLst>
                    <a:gd name="connsiteX0" fmla="*/ 0 w 584358"/>
                    <a:gd name="connsiteY0" fmla="*/ 0 h 168020"/>
                    <a:gd name="connsiteX1" fmla="*/ 584359 w 584358"/>
                    <a:gd name="connsiteY1" fmla="*/ 0 h 168020"/>
                    <a:gd name="connsiteX2" fmla="*/ 584359 w 584358"/>
                    <a:gd name="connsiteY2" fmla="*/ 168021 h 168020"/>
                    <a:gd name="connsiteX3" fmla="*/ 0 w 584358"/>
                    <a:gd name="connsiteY3" fmla="*/ 168021 h 168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4358" h="168020">
                      <a:moveTo>
                        <a:pt x="0" y="0"/>
                      </a:moveTo>
                      <a:lnTo>
                        <a:pt x="584359" y="0"/>
                      </a:lnTo>
                      <a:lnTo>
                        <a:pt x="584359" y="168021"/>
                      </a:lnTo>
                      <a:lnTo>
                        <a:pt x="0" y="168021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任意多边形 75"/>
                <p:cNvSpPr/>
                <p:nvPr/>
              </p:nvSpPr>
              <p:spPr>
                <a:xfrm>
                  <a:off x="6079236" y="2766535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0 h 129921"/>
                    <a:gd name="connsiteX1" fmla="*/ 95060 w 95059"/>
                    <a:gd name="connsiteY1" fmla="*/ 0 h 129921"/>
                    <a:gd name="connsiteX2" fmla="*/ 95060 w 95059"/>
                    <a:gd name="connsiteY2" fmla="*/ 129921 h 129921"/>
                    <a:gd name="connsiteX3" fmla="*/ 0 w 95059"/>
                    <a:gd name="connsiteY3" fmla="*/ 129921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0"/>
                      </a:moveTo>
                      <a:lnTo>
                        <a:pt x="95060" y="0"/>
                      </a:lnTo>
                      <a:lnTo>
                        <a:pt x="95060" y="129921"/>
                      </a:lnTo>
                      <a:lnTo>
                        <a:pt x="0" y="129921"/>
                      </a:ln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任意多边形 76"/>
                <p:cNvSpPr/>
                <p:nvPr/>
              </p:nvSpPr>
              <p:spPr>
                <a:xfrm>
                  <a:off x="6181629" y="2766535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0 h 129921"/>
                    <a:gd name="connsiteX1" fmla="*/ 95060 w 95059"/>
                    <a:gd name="connsiteY1" fmla="*/ 0 h 129921"/>
                    <a:gd name="connsiteX2" fmla="*/ 95060 w 95059"/>
                    <a:gd name="connsiteY2" fmla="*/ 129921 h 129921"/>
                    <a:gd name="connsiteX3" fmla="*/ 0 w 95059"/>
                    <a:gd name="connsiteY3" fmla="*/ 129921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0"/>
                      </a:moveTo>
                      <a:lnTo>
                        <a:pt x="95060" y="0"/>
                      </a:lnTo>
                      <a:lnTo>
                        <a:pt x="95060" y="129921"/>
                      </a:lnTo>
                      <a:lnTo>
                        <a:pt x="0" y="129921"/>
                      </a:lnTo>
                      <a:close/>
                    </a:path>
                  </a:pathLst>
                </a:custGeom>
                <a:solidFill>
                  <a:srgbClr val="407BFF">
                    <a:alpha val="8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任意多边形 77"/>
                <p:cNvSpPr/>
                <p:nvPr/>
              </p:nvSpPr>
              <p:spPr>
                <a:xfrm>
                  <a:off x="6283928" y="2766535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0 h 129921"/>
                    <a:gd name="connsiteX1" fmla="*/ 95060 w 95059"/>
                    <a:gd name="connsiteY1" fmla="*/ 0 h 129921"/>
                    <a:gd name="connsiteX2" fmla="*/ 95060 w 95059"/>
                    <a:gd name="connsiteY2" fmla="*/ 129921 h 129921"/>
                    <a:gd name="connsiteX3" fmla="*/ 0 w 95059"/>
                    <a:gd name="connsiteY3" fmla="*/ 129921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0"/>
                      </a:moveTo>
                      <a:lnTo>
                        <a:pt x="95060" y="0"/>
                      </a:lnTo>
                      <a:lnTo>
                        <a:pt x="95060" y="129921"/>
                      </a:lnTo>
                      <a:lnTo>
                        <a:pt x="0" y="129921"/>
                      </a:lnTo>
                      <a:close/>
                    </a:path>
                  </a:pathLst>
                </a:custGeom>
                <a:solidFill>
                  <a:srgbClr val="407BFF">
                    <a:alpha val="6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 78"/>
                <p:cNvSpPr/>
                <p:nvPr/>
              </p:nvSpPr>
              <p:spPr>
                <a:xfrm>
                  <a:off x="6386322" y="2766535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0 h 129921"/>
                    <a:gd name="connsiteX1" fmla="*/ 95060 w 95059"/>
                    <a:gd name="connsiteY1" fmla="*/ 0 h 129921"/>
                    <a:gd name="connsiteX2" fmla="*/ 95060 w 95059"/>
                    <a:gd name="connsiteY2" fmla="*/ 129921 h 129921"/>
                    <a:gd name="connsiteX3" fmla="*/ 0 w 95059"/>
                    <a:gd name="connsiteY3" fmla="*/ 129921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0"/>
                      </a:moveTo>
                      <a:lnTo>
                        <a:pt x="95060" y="0"/>
                      </a:lnTo>
                      <a:lnTo>
                        <a:pt x="95060" y="129921"/>
                      </a:lnTo>
                      <a:lnTo>
                        <a:pt x="0" y="129921"/>
                      </a:lnTo>
                      <a:close/>
                    </a:path>
                  </a:pathLst>
                </a:custGeom>
                <a:solidFill>
                  <a:srgbClr val="407BFF">
                    <a:alpha val="4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任意多边形 79"/>
                <p:cNvSpPr/>
                <p:nvPr/>
              </p:nvSpPr>
              <p:spPr>
                <a:xfrm>
                  <a:off x="6488715" y="2766535"/>
                  <a:ext cx="95059" cy="129921"/>
                </a:xfrm>
                <a:custGeom>
                  <a:avLst/>
                  <a:gdLst>
                    <a:gd name="connsiteX0" fmla="*/ 0 w 95059"/>
                    <a:gd name="connsiteY0" fmla="*/ 0 h 129921"/>
                    <a:gd name="connsiteX1" fmla="*/ 95060 w 95059"/>
                    <a:gd name="connsiteY1" fmla="*/ 0 h 129921"/>
                    <a:gd name="connsiteX2" fmla="*/ 95060 w 95059"/>
                    <a:gd name="connsiteY2" fmla="*/ 129921 h 129921"/>
                    <a:gd name="connsiteX3" fmla="*/ 0 w 95059"/>
                    <a:gd name="connsiteY3" fmla="*/ 129921 h 1299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059" h="129921">
                      <a:moveTo>
                        <a:pt x="0" y="0"/>
                      </a:moveTo>
                      <a:lnTo>
                        <a:pt x="95060" y="0"/>
                      </a:lnTo>
                      <a:lnTo>
                        <a:pt x="95060" y="129921"/>
                      </a:lnTo>
                      <a:lnTo>
                        <a:pt x="0" y="129921"/>
                      </a:lnTo>
                      <a:close/>
                    </a:path>
                  </a:pathLst>
                </a:custGeom>
                <a:solidFill>
                  <a:srgbClr val="407BFF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 80"/>
                <p:cNvSpPr/>
                <p:nvPr/>
              </p:nvSpPr>
              <p:spPr>
                <a:xfrm>
                  <a:off x="6614636" y="2886074"/>
                  <a:ext cx="20764" cy="20764"/>
                </a:xfrm>
                <a:custGeom>
                  <a:avLst/>
                  <a:gdLst>
                    <a:gd name="connsiteX0" fmla="*/ 20765 w 20764"/>
                    <a:gd name="connsiteY0" fmla="*/ 10382 h 20764"/>
                    <a:gd name="connsiteX1" fmla="*/ 10382 w 20764"/>
                    <a:gd name="connsiteY1" fmla="*/ 20764 h 20764"/>
                    <a:gd name="connsiteX2" fmla="*/ 0 w 20764"/>
                    <a:gd name="connsiteY2" fmla="*/ 10382 h 20764"/>
                    <a:gd name="connsiteX3" fmla="*/ 10382 w 20764"/>
                    <a:gd name="connsiteY3" fmla="*/ 0 h 20764"/>
                    <a:gd name="connsiteX4" fmla="*/ 20765 w 20764"/>
                    <a:gd name="connsiteY4" fmla="*/ 10382 h 20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64" h="20764">
                      <a:moveTo>
                        <a:pt x="20765" y="10382"/>
                      </a:moveTo>
                      <a:cubicBezTo>
                        <a:pt x="20765" y="16116"/>
                        <a:pt x="16116" y="20764"/>
                        <a:pt x="10382" y="20764"/>
                      </a:cubicBezTo>
                      <a:cubicBezTo>
                        <a:pt x="4648" y="20764"/>
                        <a:pt x="0" y="16116"/>
                        <a:pt x="0" y="10382"/>
                      </a:cubicBezTo>
                      <a:cubicBezTo>
                        <a:pt x="0" y="4648"/>
                        <a:pt x="4648" y="0"/>
                        <a:pt x="10382" y="0"/>
                      </a:cubicBezTo>
                      <a:cubicBezTo>
                        <a:pt x="16116" y="0"/>
                        <a:pt x="20765" y="4648"/>
                        <a:pt x="20765" y="1038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 81"/>
                <p:cNvSpPr/>
                <p:nvPr/>
              </p:nvSpPr>
              <p:spPr>
                <a:xfrm>
                  <a:off x="6616065" y="2891779"/>
                  <a:ext cx="48006" cy="65655"/>
                </a:xfrm>
                <a:custGeom>
                  <a:avLst/>
                  <a:gdLst>
                    <a:gd name="connsiteX0" fmla="*/ 48006 w 48006"/>
                    <a:gd name="connsiteY0" fmla="*/ 50818 h 65655"/>
                    <a:gd name="connsiteX1" fmla="*/ 33452 w 48006"/>
                    <a:gd name="connsiteY1" fmla="*/ 65601 h 65655"/>
                    <a:gd name="connsiteX2" fmla="*/ 32575 w 48006"/>
                    <a:gd name="connsiteY2" fmla="*/ 65582 h 65655"/>
                    <a:gd name="connsiteX3" fmla="*/ 32575 w 48006"/>
                    <a:gd name="connsiteY3" fmla="*/ 65582 h 65655"/>
                    <a:gd name="connsiteX4" fmla="*/ 0 w 48006"/>
                    <a:gd name="connsiteY4" fmla="*/ 35578 h 65655"/>
                    <a:gd name="connsiteX5" fmla="*/ 9525 w 48006"/>
                    <a:gd name="connsiteY5" fmla="*/ 33102 h 65655"/>
                    <a:gd name="connsiteX6" fmla="*/ 32480 w 48006"/>
                    <a:gd name="connsiteY6" fmla="*/ 55771 h 65655"/>
                    <a:gd name="connsiteX7" fmla="*/ 32480 w 48006"/>
                    <a:gd name="connsiteY7" fmla="*/ 55771 h 65655"/>
                    <a:gd name="connsiteX8" fmla="*/ 38100 w 48006"/>
                    <a:gd name="connsiteY8" fmla="*/ 50056 h 65655"/>
                    <a:gd name="connsiteX9" fmla="*/ 30766 w 48006"/>
                    <a:gd name="connsiteY9" fmla="*/ 27482 h 65655"/>
                    <a:gd name="connsiteX10" fmla="*/ 8096 w 48006"/>
                    <a:gd name="connsiteY10" fmla="*/ 9480 h 65655"/>
                    <a:gd name="connsiteX11" fmla="*/ 4734 w 48006"/>
                    <a:gd name="connsiteY11" fmla="*/ 3488 h 65655"/>
                    <a:gd name="connsiteX12" fmla="*/ 9715 w 48006"/>
                    <a:gd name="connsiteY12" fmla="*/ -45 h 65655"/>
                    <a:gd name="connsiteX13" fmla="*/ 26765 w 48006"/>
                    <a:gd name="connsiteY13" fmla="*/ 8146 h 65655"/>
                    <a:gd name="connsiteX14" fmla="*/ 48006 w 48006"/>
                    <a:gd name="connsiteY14" fmla="*/ 50818 h 65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006" h="65655">
                      <a:moveTo>
                        <a:pt x="48006" y="50818"/>
                      </a:moveTo>
                      <a:cubicBezTo>
                        <a:pt x="48073" y="58914"/>
                        <a:pt x="41558" y="65534"/>
                        <a:pt x="33452" y="65601"/>
                      </a:cubicBezTo>
                      <a:cubicBezTo>
                        <a:pt x="33156" y="65601"/>
                        <a:pt x="32871" y="65601"/>
                        <a:pt x="32575" y="65582"/>
                      </a:cubicBezTo>
                      <a:lnTo>
                        <a:pt x="32575" y="65582"/>
                      </a:lnTo>
                      <a:cubicBezTo>
                        <a:pt x="16383" y="65582"/>
                        <a:pt x="5810" y="49104"/>
                        <a:pt x="0" y="35578"/>
                      </a:cubicBezTo>
                      <a:lnTo>
                        <a:pt x="9525" y="33102"/>
                      </a:lnTo>
                      <a:cubicBezTo>
                        <a:pt x="14573" y="44341"/>
                        <a:pt x="22384" y="55771"/>
                        <a:pt x="32480" y="55771"/>
                      </a:cubicBezTo>
                      <a:lnTo>
                        <a:pt x="32480" y="55771"/>
                      </a:lnTo>
                      <a:cubicBezTo>
                        <a:pt x="35623" y="55771"/>
                        <a:pt x="37814" y="54819"/>
                        <a:pt x="38100" y="50056"/>
                      </a:cubicBezTo>
                      <a:cubicBezTo>
                        <a:pt x="37881" y="41979"/>
                        <a:pt x="35328" y="34149"/>
                        <a:pt x="30766" y="27482"/>
                      </a:cubicBezTo>
                      <a:cubicBezTo>
                        <a:pt x="25965" y="18652"/>
                        <a:pt x="17783" y="12156"/>
                        <a:pt x="8096" y="9480"/>
                      </a:cubicBezTo>
                      <a:cubicBezTo>
                        <a:pt x="5515" y="8756"/>
                        <a:pt x="4010" y="6070"/>
                        <a:pt x="4734" y="3488"/>
                      </a:cubicBezTo>
                      <a:cubicBezTo>
                        <a:pt x="5353" y="1288"/>
                        <a:pt x="7429" y="-188"/>
                        <a:pt x="9715" y="-45"/>
                      </a:cubicBezTo>
                      <a:cubicBezTo>
                        <a:pt x="16012" y="1155"/>
                        <a:pt x="21888" y="3984"/>
                        <a:pt x="26765" y="8146"/>
                      </a:cubicBezTo>
                      <a:cubicBezTo>
                        <a:pt x="39624" y="18681"/>
                        <a:pt x="47358" y="34206"/>
                        <a:pt x="48006" y="5081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 82"/>
                <p:cNvSpPr/>
                <p:nvPr/>
              </p:nvSpPr>
              <p:spPr>
                <a:xfrm>
                  <a:off x="6616065" y="2891779"/>
                  <a:ext cx="48006" cy="65655"/>
                </a:xfrm>
                <a:custGeom>
                  <a:avLst/>
                  <a:gdLst>
                    <a:gd name="connsiteX0" fmla="*/ 48006 w 48006"/>
                    <a:gd name="connsiteY0" fmla="*/ 50818 h 65655"/>
                    <a:gd name="connsiteX1" fmla="*/ 33452 w 48006"/>
                    <a:gd name="connsiteY1" fmla="*/ 65601 h 65655"/>
                    <a:gd name="connsiteX2" fmla="*/ 32575 w 48006"/>
                    <a:gd name="connsiteY2" fmla="*/ 65582 h 65655"/>
                    <a:gd name="connsiteX3" fmla="*/ 32575 w 48006"/>
                    <a:gd name="connsiteY3" fmla="*/ 65582 h 65655"/>
                    <a:gd name="connsiteX4" fmla="*/ 0 w 48006"/>
                    <a:gd name="connsiteY4" fmla="*/ 35578 h 65655"/>
                    <a:gd name="connsiteX5" fmla="*/ 9525 w 48006"/>
                    <a:gd name="connsiteY5" fmla="*/ 33102 h 65655"/>
                    <a:gd name="connsiteX6" fmla="*/ 32480 w 48006"/>
                    <a:gd name="connsiteY6" fmla="*/ 55771 h 65655"/>
                    <a:gd name="connsiteX7" fmla="*/ 32480 w 48006"/>
                    <a:gd name="connsiteY7" fmla="*/ 55771 h 65655"/>
                    <a:gd name="connsiteX8" fmla="*/ 38100 w 48006"/>
                    <a:gd name="connsiteY8" fmla="*/ 50056 h 65655"/>
                    <a:gd name="connsiteX9" fmla="*/ 30766 w 48006"/>
                    <a:gd name="connsiteY9" fmla="*/ 27482 h 65655"/>
                    <a:gd name="connsiteX10" fmla="*/ 8096 w 48006"/>
                    <a:gd name="connsiteY10" fmla="*/ 9480 h 65655"/>
                    <a:gd name="connsiteX11" fmla="*/ 4734 w 48006"/>
                    <a:gd name="connsiteY11" fmla="*/ 3488 h 65655"/>
                    <a:gd name="connsiteX12" fmla="*/ 9715 w 48006"/>
                    <a:gd name="connsiteY12" fmla="*/ -45 h 65655"/>
                    <a:gd name="connsiteX13" fmla="*/ 26765 w 48006"/>
                    <a:gd name="connsiteY13" fmla="*/ 8146 h 65655"/>
                    <a:gd name="connsiteX14" fmla="*/ 48006 w 48006"/>
                    <a:gd name="connsiteY14" fmla="*/ 50818 h 65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8006" h="65655">
                      <a:moveTo>
                        <a:pt x="48006" y="50818"/>
                      </a:moveTo>
                      <a:cubicBezTo>
                        <a:pt x="48073" y="58914"/>
                        <a:pt x="41558" y="65534"/>
                        <a:pt x="33452" y="65601"/>
                      </a:cubicBezTo>
                      <a:cubicBezTo>
                        <a:pt x="33156" y="65601"/>
                        <a:pt x="32871" y="65601"/>
                        <a:pt x="32575" y="65582"/>
                      </a:cubicBezTo>
                      <a:lnTo>
                        <a:pt x="32575" y="65582"/>
                      </a:lnTo>
                      <a:cubicBezTo>
                        <a:pt x="16383" y="65582"/>
                        <a:pt x="5810" y="49104"/>
                        <a:pt x="0" y="35578"/>
                      </a:cubicBezTo>
                      <a:lnTo>
                        <a:pt x="9525" y="33102"/>
                      </a:lnTo>
                      <a:cubicBezTo>
                        <a:pt x="14573" y="44341"/>
                        <a:pt x="22384" y="55771"/>
                        <a:pt x="32480" y="55771"/>
                      </a:cubicBezTo>
                      <a:lnTo>
                        <a:pt x="32480" y="55771"/>
                      </a:lnTo>
                      <a:cubicBezTo>
                        <a:pt x="35623" y="55771"/>
                        <a:pt x="37814" y="54819"/>
                        <a:pt x="38100" y="50056"/>
                      </a:cubicBezTo>
                      <a:cubicBezTo>
                        <a:pt x="37881" y="41979"/>
                        <a:pt x="35328" y="34149"/>
                        <a:pt x="30766" y="27482"/>
                      </a:cubicBezTo>
                      <a:cubicBezTo>
                        <a:pt x="25965" y="18652"/>
                        <a:pt x="17783" y="12156"/>
                        <a:pt x="8096" y="9480"/>
                      </a:cubicBezTo>
                      <a:cubicBezTo>
                        <a:pt x="5515" y="8756"/>
                        <a:pt x="4010" y="6070"/>
                        <a:pt x="4734" y="3488"/>
                      </a:cubicBezTo>
                      <a:cubicBezTo>
                        <a:pt x="5353" y="1288"/>
                        <a:pt x="7429" y="-188"/>
                        <a:pt x="9715" y="-45"/>
                      </a:cubicBezTo>
                      <a:cubicBezTo>
                        <a:pt x="16012" y="1155"/>
                        <a:pt x="21888" y="3984"/>
                        <a:pt x="26765" y="8146"/>
                      </a:cubicBezTo>
                      <a:cubicBezTo>
                        <a:pt x="39624" y="18681"/>
                        <a:pt x="47358" y="34206"/>
                        <a:pt x="48006" y="508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任意多边形 83"/>
                <p:cNvSpPr/>
                <p:nvPr/>
              </p:nvSpPr>
              <p:spPr>
                <a:xfrm>
                  <a:off x="7068311" y="2930841"/>
                  <a:ext cx="190068" cy="257878"/>
                </a:xfrm>
                <a:custGeom>
                  <a:avLst/>
                  <a:gdLst>
                    <a:gd name="connsiteX0" fmla="*/ 137636 w 190068"/>
                    <a:gd name="connsiteY0" fmla="*/ -55 h 257878"/>
                    <a:gd name="connsiteX1" fmla="*/ 172117 w 190068"/>
                    <a:gd name="connsiteY1" fmla="*/ 251119 h 257878"/>
                    <a:gd name="connsiteX2" fmla="*/ 0 w 190068"/>
                    <a:gd name="connsiteY2" fmla="*/ 149202 h 257878"/>
                    <a:gd name="connsiteX3" fmla="*/ 30004 w 190068"/>
                    <a:gd name="connsiteY3" fmla="*/ 128914 h 257878"/>
                    <a:gd name="connsiteX4" fmla="*/ 128588 w 190068"/>
                    <a:gd name="connsiteY4" fmla="*/ 174919 h 257878"/>
                    <a:gd name="connsiteX5" fmla="*/ 92774 w 190068"/>
                    <a:gd name="connsiteY5" fmla="*/ 32616 h 257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0068" h="257878">
                      <a:moveTo>
                        <a:pt x="137636" y="-55"/>
                      </a:moveTo>
                      <a:cubicBezTo>
                        <a:pt x="181261" y="96243"/>
                        <a:pt x="210788" y="212543"/>
                        <a:pt x="172117" y="251119"/>
                      </a:cubicBezTo>
                      <a:cubicBezTo>
                        <a:pt x="133445" y="289696"/>
                        <a:pt x="0" y="149202"/>
                        <a:pt x="0" y="149202"/>
                      </a:cubicBezTo>
                      <a:lnTo>
                        <a:pt x="30004" y="128914"/>
                      </a:lnTo>
                      <a:cubicBezTo>
                        <a:pt x="30004" y="128914"/>
                        <a:pt x="123730" y="178253"/>
                        <a:pt x="128588" y="174919"/>
                      </a:cubicBezTo>
                      <a:cubicBezTo>
                        <a:pt x="133445" y="171586"/>
                        <a:pt x="92774" y="32616"/>
                        <a:pt x="92774" y="32616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任意多边形 84"/>
                <p:cNvSpPr/>
                <p:nvPr/>
              </p:nvSpPr>
              <p:spPr>
                <a:xfrm>
                  <a:off x="6441633" y="2930438"/>
                  <a:ext cx="121049" cy="66358"/>
                </a:xfrm>
                <a:custGeom>
                  <a:avLst/>
                  <a:gdLst>
                    <a:gd name="connsiteX0" fmla="*/ 119949 w 121049"/>
                    <a:gd name="connsiteY0" fmla="*/ 23685 h 66358"/>
                    <a:gd name="connsiteX1" fmla="*/ 100327 w 121049"/>
                    <a:gd name="connsiteY1" fmla="*/ 5873 h 66358"/>
                    <a:gd name="connsiteX2" fmla="*/ 600 w 121049"/>
                    <a:gd name="connsiteY2" fmla="*/ 7588 h 66358"/>
                    <a:gd name="connsiteX3" fmla="*/ 27937 w 121049"/>
                    <a:gd name="connsiteY3" fmla="*/ 64738 h 66358"/>
                    <a:gd name="connsiteX4" fmla="*/ 114424 w 121049"/>
                    <a:gd name="connsiteY4" fmla="*/ 56546 h 66358"/>
                    <a:gd name="connsiteX5" fmla="*/ 119949 w 121049"/>
                    <a:gd name="connsiteY5" fmla="*/ 23685 h 66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049" h="66358">
                      <a:moveTo>
                        <a:pt x="119949" y="23685"/>
                      </a:moveTo>
                      <a:cubicBezTo>
                        <a:pt x="113071" y="18132"/>
                        <a:pt x="106518" y="12179"/>
                        <a:pt x="100327" y="5873"/>
                      </a:cubicBezTo>
                      <a:cubicBezTo>
                        <a:pt x="92136" y="-2699"/>
                        <a:pt x="4601" y="-1842"/>
                        <a:pt x="600" y="7588"/>
                      </a:cubicBezTo>
                      <a:cubicBezTo>
                        <a:pt x="-3400" y="17017"/>
                        <a:pt x="13364" y="60070"/>
                        <a:pt x="27937" y="64738"/>
                      </a:cubicBezTo>
                      <a:cubicBezTo>
                        <a:pt x="42510" y="69405"/>
                        <a:pt x="104137" y="62737"/>
                        <a:pt x="114424" y="56546"/>
                      </a:cubicBezTo>
                      <a:cubicBezTo>
                        <a:pt x="124711" y="50355"/>
                        <a:pt x="119949" y="23685"/>
                        <a:pt x="119949" y="23685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任意多边形 85"/>
                <p:cNvSpPr/>
                <p:nvPr/>
              </p:nvSpPr>
              <p:spPr>
                <a:xfrm>
                  <a:off x="6746652" y="3775138"/>
                  <a:ext cx="201619" cy="1106900"/>
                </a:xfrm>
                <a:custGeom>
                  <a:avLst/>
                  <a:gdLst>
                    <a:gd name="connsiteX0" fmla="*/ 190405 w 201619"/>
                    <a:gd name="connsiteY0" fmla="*/ 1105893 h 1106900"/>
                    <a:gd name="connsiteX1" fmla="*/ 139922 w 201619"/>
                    <a:gd name="connsiteY1" fmla="*/ 1106845 h 1106900"/>
                    <a:gd name="connsiteX2" fmla="*/ 28956 w 201619"/>
                    <a:gd name="connsiteY2" fmla="*/ 337130 h 1106900"/>
                    <a:gd name="connsiteX3" fmla="*/ 19431 w 201619"/>
                    <a:gd name="connsiteY3" fmla="*/ 236546 h 1106900"/>
                    <a:gd name="connsiteX4" fmla="*/ 15526 w 201619"/>
                    <a:gd name="connsiteY4" fmla="*/ 193588 h 1106900"/>
                    <a:gd name="connsiteX5" fmla="*/ 2762 w 201619"/>
                    <a:gd name="connsiteY5" fmla="*/ 38045 h 1106900"/>
                    <a:gd name="connsiteX6" fmla="*/ 0 w 201619"/>
                    <a:gd name="connsiteY6" fmla="*/ -55 h 1106900"/>
                    <a:gd name="connsiteX7" fmla="*/ 183737 w 201619"/>
                    <a:gd name="connsiteY7" fmla="*/ -55 h 1106900"/>
                    <a:gd name="connsiteX8" fmla="*/ 182023 w 201619"/>
                    <a:gd name="connsiteY8" fmla="*/ 46713 h 1106900"/>
                    <a:gd name="connsiteX9" fmla="*/ 176308 w 201619"/>
                    <a:gd name="connsiteY9" fmla="*/ 201303 h 1106900"/>
                    <a:gd name="connsiteX10" fmla="*/ 175736 w 201619"/>
                    <a:gd name="connsiteY10" fmla="*/ 218925 h 1106900"/>
                    <a:gd name="connsiteX11" fmla="*/ 171926 w 201619"/>
                    <a:gd name="connsiteY11" fmla="*/ 320937 h 1106900"/>
                    <a:gd name="connsiteX12" fmla="*/ 165449 w 201619"/>
                    <a:gd name="connsiteY12" fmla="*/ 494674 h 1106900"/>
                    <a:gd name="connsiteX13" fmla="*/ 190405 w 201619"/>
                    <a:gd name="connsiteY13" fmla="*/ 1105893 h 110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01619" h="1106900">
                      <a:moveTo>
                        <a:pt x="190405" y="1105893"/>
                      </a:moveTo>
                      <a:lnTo>
                        <a:pt x="139922" y="1106845"/>
                      </a:lnTo>
                      <a:cubicBezTo>
                        <a:pt x="88202" y="864148"/>
                        <a:pt x="51721" y="563920"/>
                        <a:pt x="28956" y="337130"/>
                      </a:cubicBezTo>
                      <a:cubicBezTo>
                        <a:pt x="25432" y="301602"/>
                        <a:pt x="22098" y="267978"/>
                        <a:pt x="19431" y="236546"/>
                      </a:cubicBezTo>
                      <a:cubicBezTo>
                        <a:pt x="18097" y="221687"/>
                        <a:pt x="16764" y="207304"/>
                        <a:pt x="15526" y="193588"/>
                      </a:cubicBezTo>
                      <a:cubicBezTo>
                        <a:pt x="9430" y="125389"/>
                        <a:pt x="5239" y="71383"/>
                        <a:pt x="2762" y="38045"/>
                      </a:cubicBezTo>
                      <a:cubicBezTo>
                        <a:pt x="953" y="13661"/>
                        <a:pt x="0" y="-55"/>
                        <a:pt x="0" y="-55"/>
                      </a:cubicBezTo>
                      <a:lnTo>
                        <a:pt x="183737" y="-55"/>
                      </a:lnTo>
                      <a:lnTo>
                        <a:pt x="182023" y="46713"/>
                      </a:lnTo>
                      <a:lnTo>
                        <a:pt x="176308" y="201303"/>
                      </a:lnTo>
                      <a:lnTo>
                        <a:pt x="175736" y="218925"/>
                      </a:lnTo>
                      <a:lnTo>
                        <a:pt x="171926" y="320937"/>
                      </a:lnTo>
                      <a:lnTo>
                        <a:pt x="165449" y="494674"/>
                      </a:lnTo>
                      <a:cubicBezTo>
                        <a:pt x="228029" y="739371"/>
                        <a:pt x="190405" y="1105893"/>
                        <a:pt x="190405" y="1105893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任意多边形 86"/>
                <p:cNvSpPr/>
                <p:nvPr/>
              </p:nvSpPr>
              <p:spPr>
                <a:xfrm>
                  <a:off x="6972966" y="3779614"/>
                  <a:ext cx="376237" cy="1097946"/>
                </a:xfrm>
                <a:custGeom>
                  <a:avLst/>
                  <a:gdLst>
                    <a:gd name="connsiteX0" fmla="*/ 376238 w 376237"/>
                    <a:gd name="connsiteY0" fmla="*/ 1088367 h 1097946"/>
                    <a:gd name="connsiteX1" fmla="*/ 326231 w 376237"/>
                    <a:gd name="connsiteY1" fmla="*/ 1097892 h 1097946"/>
                    <a:gd name="connsiteX2" fmla="*/ 70675 w 376237"/>
                    <a:gd name="connsiteY2" fmla="*/ 302650 h 1097946"/>
                    <a:gd name="connsiteX3" fmla="*/ 44672 w 376237"/>
                    <a:gd name="connsiteY3" fmla="*/ 206066 h 1097946"/>
                    <a:gd name="connsiteX4" fmla="*/ 43529 w 376237"/>
                    <a:gd name="connsiteY4" fmla="*/ 201684 h 1097946"/>
                    <a:gd name="connsiteX5" fmla="*/ 8858 w 376237"/>
                    <a:gd name="connsiteY5" fmla="*/ 67001 h 1097946"/>
                    <a:gd name="connsiteX6" fmla="*/ 0 w 376237"/>
                    <a:gd name="connsiteY6" fmla="*/ 31187 h 1097946"/>
                    <a:gd name="connsiteX7" fmla="*/ 180975 w 376237"/>
                    <a:gd name="connsiteY7" fmla="*/ -55 h 1097946"/>
                    <a:gd name="connsiteX8" fmla="*/ 191167 w 376237"/>
                    <a:gd name="connsiteY8" fmla="*/ 76145 h 1097946"/>
                    <a:gd name="connsiteX9" fmla="*/ 206502 w 376237"/>
                    <a:gd name="connsiteY9" fmla="*/ 187968 h 1097946"/>
                    <a:gd name="connsiteX10" fmla="*/ 209455 w 376237"/>
                    <a:gd name="connsiteY10" fmla="*/ 209876 h 1097946"/>
                    <a:gd name="connsiteX11" fmla="*/ 219742 w 376237"/>
                    <a:gd name="connsiteY11" fmla="*/ 286076 h 1097946"/>
                    <a:gd name="connsiteX12" fmla="*/ 246983 w 376237"/>
                    <a:gd name="connsiteY12" fmla="*/ 490483 h 1097946"/>
                    <a:gd name="connsiteX13" fmla="*/ 376238 w 376237"/>
                    <a:gd name="connsiteY13" fmla="*/ 1088367 h 1097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76237" h="1097946">
                      <a:moveTo>
                        <a:pt x="376238" y="1088367"/>
                      </a:moveTo>
                      <a:lnTo>
                        <a:pt x="326231" y="1097892"/>
                      </a:lnTo>
                      <a:cubicBezTo>
                        <a:pt x="226028" y="847479"/>
                        <a:pt x="131921" y="526392"/>
                        <a:pt x="70675" y="302650"/>
                      </a:cubicBezTo>
                      <a:cubicBezTo>
                        <a:pt x="61150" y="267978"/>
                        <a:pt x="52483" y="235975"/>
                        <a:pt x="44672" y="206066"/>
                      </a:cubicBezTo>
                      <a:cubicBezTo>
                        <a:pt x="44672" y="204542"/>
                        <a:pt x="44005" y="203113"/>
                        <a:pt x="43529" y="201684"/>
                      </a:cubicBezTo>
                      <a:cubicBezTo>
                        <a:pt x="28099" y="143201"/>
                        <a:pt x="16288" y="96909"/>
                        <a:pt x="8858" y="67001"/>
                      </a:cubicBezTo>
                      <a:lnTo>
                        <a:pt x="0" y="31187"/>
                      </a:lnTo>
                      <a:lnTo>
                        <a:pt x="180975" y="-55"/>
                      </a:lnTo>
                      <a:lnTo>
                        <a:pt x="191167" y="76145"/>
                      </a:lnTo>
                      <a:lnTo>
                        <a:pt x="206502" y="187968"/>
                      </a:lnTo>
                      <a:lnTo>
                        <a:pt x="209455" y="209876"/>
                      </a:lnTo>
                      <a:lnTo>
                        <a:pt x="219742" y="286076"/>
                      </a:lnTo>
                      <a:lnTo>
                        <a:pt x="246983" y="490483"/>
                      </a:lnTo>
                      <a:cubicBezTo>
                        <a:pt x="350996" y="720797"/>
                        <a:pt x="376238" y="1088367"/>
                        <a:pt x="376238" y="1088367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 87"/>
                <p:cNvSpPr/>
                <p:nvPr/>
              </p:nvSpPr>
              <p:spPr>
                <a:xfrm>
                  <a:off x="6981729" y="3846670"/>
                  <a:ext cx="197739" cy="139065"/>
                </a:xfrm>
                <a:custGeom>
                  <a:avLst/>
                  <a:gdLst>
                    <a:gd name="connsiteX0" fmla="*/ 197739 w 197739"/>
                    <a:gd name="connsiteY0" fmla="*/ 120913 h 139065"/>
                    <a:gd name="connsiteX1" fmla="*/ 35814 w 197739"/>
                    <a:gd name="connsiteY1" fmla="*/ 139010 h 139065"/>
                    <a:gd name="connsiteX2" fmla="*/ 34671 w 197739"/>
                    <a:gd name="connsiteY2" fmla="*/ 134629 h 139065"/>
                    <a:gd name="connsiteX3" fmla="*/ 0 w 197739"/>
                    <a:gd name="connsiteY3" fmla="*/ -55 h 139065"/>
                    <a:gd name="connsiteX4" fmla="*/ 182499 w 197739"/>
                    <a:gd name="connsiteY4" fmla="*/ 8994 h 139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7739" h="139065">
                      <a:moveTo>
                        <a:pt x="197739" y="120913"/>
                      </a:moveTo>
                      <a:lnTo>
                        <a:pt x="35814" y="139010"/>
                      </a:lnTo>
                      <a:cubicBezTo>
                        <a:pt x="35814" y="137486"/>
                        <a:pt x="35147" y="136057"/>
                        <a:pt x="34671" y="134629"/>
                      </a:cubicBezTo>
                      <a:cubicBezTo>
                        <a:pt x="19241" y="76145"/>
                        <a:pt x="7429" y="29854"/>
                        <a:pt x="0" y="-55"/>
                      </a:cubicBezTo>
                      <a:lnTo>
                        <a:pt x="182499" y="8994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 88"/>
                <p:cNvSpPr/>
                <p:nvPr/>
              </p:nvSpPr>
              <p:spPr>
                <a:xfrm>
                  <a:off x="6748938" y="3813047"/>
                  <a:ext cx="179260" cy="198500"/>
                </a:xfrm>
                <a:custGeom>
                  <a:avLst/>
                  <a:gdLst>
                    <a:gd name="connsiteX0" fmla="*/ 179261 w 179260"/>
                    <a:gd name="connsiteY0" fmla="*/ 8899 h 198500"/>
                    <a:gd name="connsiteX1" fmla="*/ 173546 w 179260"/>
                    <a:gd name="connsiteY1" fmla="*/ 163489 h 198500"/>
                    <a:gd name="connsiteX2" fmla="*/ 172974 w 179260"/>
                    <a:gd name="connsiteY2" fmla="*/ 181111 h 198500"/>
                    <a:gd name="connsiteX3" fmla="*/ 16669 w 179260"/>
                    <a:gd name="connsiteY3" fmla="*/ 198446 h 198500"/>
                    <a:gd name="connsiteX4" fmla="*/ 12764 w 179260"/>
                    <a:gd name="connsiteY4" fmla="*/ 155488 h 198500"/>
                    <a:gd name="connsiteX5" fmla="*/ 0 w 179260"/>
                    <a:gd name="connsiteY5" fmla="*/ -55 h 198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9260" h="198500">
                      <a:moveTo>
                        <a:pt x="179261" y="8899"/>
                      </a:moveTo>
                      <a:lnTo>
                        <a:pt x="173546" y="163489"/>
                      </a:lnTo>
                      <a:lnTo>
                        <a:pt x="172974" y="181111"/>
                      </a:lnTo>
                      <a:lnTo>
                        <a:pt x="16669" y="198446"/>
                      </a:lnTo>
                      <a:cubicBezTo>
                        <a:pt x="15335" y="183587"/>
                        <a:pt x="14002" y="169204"/>
                        <a:pt x="12764" y="155488"/>
                      </a:cubicBezTo>
                      <a:cubicBezTo>
                        <a:pt x="6668" y="87289"/>
                        <a:pt x="2477" y="33283"/>
                        <a:pt x="0" y="-55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 89"/>
                <p:cNvSpPr/>
                <p:nvPr/>
              </p:nvSpPr>
              <p:spPr>
                <a:xfrm>
                  <a:off x="6782385" y="4881815"/>
                  <a:ext cx="183918" cy="184618"/>
                </a:xfrm>
                <a:custGeom>
                  <a:avLst/>
                  <a:gdLst>
                    <a:gd name="connsiteX0" fmla="*/ 4462 w 183918"/>
                    <a:gd name="connsiteY0" fmla="*/ 167903 h 184618"/>
                    <a:gd name="connsiteX1" fmla="*/ 36276 w 183918"/>
                    <a:gd name="connsiteY1" fmla="*/ 150568 h 184618"/>
                    <a:gd name="connsiteX2" fmla="*/ 36276 w 183918"/>
                    <a:gd name="connsiteY2" fmla="*/ 150568 h 184618"/>
                    <a:gd name="connsiteX3" fmla="*/ 87616 w 183918"/>
                    <a:gd name="connsiteY3" fmla="*/ 12836 h 184618"/>
                    <a:gd name="connsiteX4" fmla="*/ 132955 w 183918"/>
                    <a:gd name="connsiteY4" fmla="*/ 1025 h 184618"/>
                    <a:gd name="connsiteX5" fmla="*/ 174103 w 183918"/>
                    <a:gd name="connsiteY5" fmla="*/ 17123 h 184618"/>
                    <a:gd name="connsiteX6" fmla="*/ 177055 w 183918"/>
                    <a:gd name="connsiteY6" fmla="*/ 23123 h 184618"/>
                    <a:gd name="connsiteX7" fmla="*/ 181913 w 183918"/>
                    <a:gd name="connsiteY7" fmla="*/ 56651 h 184618"/>
                    <a:gd name="connsiteX8" fmla="*/ 182485 w 183918"/>
                    <a:gd name="connsiteY8" fmla="*/ 170189 h 184618"/>
                    <a:gd name="connsiteX9" fmla="*/ 174293 w 183918"/>
                    <a:gd name="connsiteY9" fmla="*/ 170189 h 184618"/>
                    <a:gd name="connsiteX10" fmla="*/ 171055 w 183918"/>
                    <a:gd name="connsiteY10" fmla="*/ 98942 h 184618"/>
                    <a:gd name="connsiteX11" fmla="*/ 146004 w 183918"/>
                    <a:gd name="connsiteY11" fmla="*/ 129232 h 184618"/>
                    <a:gd name="connsiteX12" fmla="*/ 76471 w 183918"/>
                    <a:gd name="connsiteY12" fmla="*/ 184286 h 184618"/>
                    <a:gd name="connsiteX13" fmla="*/ 4462 w 183918"/>
                    <a:gd name="connsiteY13" fmla="*/ 167903 h 184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3918" h="184618">
                      <a:moveTo>
                        <a:pt x="4462" y="167903"/>
                      </a:moveTo>
                      <a:cubicBezTo>
                        <a:pt x="13949" y="160283"/>
                        <a:pt x="24722" y="154406"/>
                        <a:pt x="36276" y="150568"/>
                      </a:cubicBezTo>
                      <a:lnTo>
                        <a:pt x="36276" y="150568"/>
                      </a:lnTo>
                      <a:cubicBezTo>
                        <a:pt x="36276" y="150568"/>
                        <a:pt x="70947" y="116278"/>
                        <a:pt x="87616" y="12836"/>
                      </a:cubicBezTo>
                      <a:lnTo>
                        <a:pt x="132955" y="1025"/>
                      </a:lnTo>
                      <a:cubicBezTo>
                        <a:pt x="148690" y="-2775"/>
                        <a:pt x="165121" y="3654"/>
                        <a:pt x="174103" y="17123"/>
                      </a:cubicBezTo>
                      <a:cubicBezTo>
                        <a:pt x="175427" y="18942"/>
                        <a:pt x="176417" y="20971"/>
                        <a:pt x="177055" y="23123"/>
                      </a:cubicBezTo>
                      <a:cubicBezTo>
                        <a:pt x="179342" y="34191"/>
                        <a:pt x="180961" y="45393"/>
                        <a:pt x="181913" y="56651"/>
                      </a:cubicBezTo>
                      <a:cubicBezTo>
                        <a:pt x="184380" y="94456"/>
                        <a:pt x="184571" y="132366"/>
                        <a:pt x="182485" y="170189"/>
                      </a:cubicBezTo>
                      <a:lnTo>
                        <a:pt x="174293" y="170189"/>
                      </a:lnTo>
                      <a:lnTo>
                        <a:pt x="171055" y="98942"/>
                      </a:lnTo>
                      <a:cubicBezTo>
                        <a:pt x="169912" y="74749"/>
                        <a:pt x="151338" y="103133"/>
                        <a:pt x="146004" y="129232"/>
                      </a:cubicBezTo>
                      <a:cubicBezTo>
                        <a:pt x="140670" y="155330"/>
                        <a:pt x="129526" y="182953"/>
                        <a:pt x="76471" y="184286"/>
                      </a:cubicBezTo>
                      <a:cubicBezTo>
                        <a:pt x="14559" y="185525"/>
                        <a:pt x="-11158" y="183048"/>
                        <a:pt x="4462" y="167903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 90"/>
                <p:cNvSpPr/>
                <p:nvPr/>
              </p:nvSpPr>
              <p:spPr>
                <a:xfrm>
                  <a:off x="6861333" y="4833174"/>
                  <a:ext cx="100679" cy="94964"/>
                </a:xfrm>
                <a:custGeom>
                  <a:avLst/>
                  <a:gdLst>
                    <a:gd name="connsiteX0" fmla="*/ 96774 w 100679"/>
                    <a:gd name="connsiteY0" fmla="*/ 66620 h 94964"/>
                    <a:gd name="connsiteX1" fmla="*/ 100679 w 100679"/>
                    <a:gd name="connsiteY1" fmla="*/ -55 h 94964"/>
                    <a:gd name="connsiteX2" fmla="*/ 0 w 100679"/>
                    <a:gd name="connsiteY2" fmla="*/ 11184 h 94964"/>
                    <a:gd name="connsiteX3" fmla="*/ 2096 w 100679"/>
                    <a:gd name="connsiteY3" fmla="*/ 94909 h 94964"/>
                    <a:gd name="connsiteX4" fmla="*/ 96774 w 100679"/>
                    <a:gd name="connsiteY4" fmla="*/ 66620 h 94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679" h="94964">
                      <a:moveTo>
                        <a:pt x="96774" y="66620"/>
                      </a:moveTo>
                      <a:cubicBezTo>
                        <a:pt x="99727" y="42426"/>
                        <a:pt x="100679" y="-55"/>
                        <a:pt x="100679" y="-55"/>
                      </a:cubicBezTo>
                      <a:lnTo>
                        <a:pt x="0" y="11184"/>
                      </a:lnTo>
                      <a:cubicBezTo>
                        <a:pt x="0" y="11184"/>
                        <a:pt x="12192" y="58809"/>
                        <a:pt x="2096" y="94909"/>
                      </a:cubicBezTo>
                      <a:cubicBezTo>
                        <a:pt x="52864" y="81955"/>
                        <a:pt x="96774" y="66620"/>
                        <a:pt x="96774" y="66620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 91"/>
                <p:cNvSpPr/>
                <p:nvPr/>
              </p:nvSpPr>
              <p:spPr>
                <a:xfrm>
                  <a:off x="7192150" y="4881809"/>
                  <a:ext cx="184039" cy="184623"/>
                </a:xfrm>
                <a:custGeom>
                  <a:avLst/>
                  <a:gdLst>
                    <a:gd name="connsiteX0" fmla="*/ 4463 w 184039"/>
                    <a:gd name="connsiteY0" fmla="*/ 167909 h 184623"/>
                    <a:gd name="connsiteX1" fmla="*/ 36277 w 184039"/>
                    <a:gd name="connsiteY1" fmla="*/ 150573 h 184623"/>
                    <a:gd name="connsiteX2" fmla="*/ 36277 w 184039"/>
                    <a:gd name="connsiteY2" fmla="*/ 150573 h 184623"/>
                    <a:gd name="connsiteX3" fmla="*/ 87616 w 184039"/>
                    <a:gd name="connsiteY3" fmla="*/ 12842 h 184623"/>
                    <a:gd name="connsiteX4" fmla="*/ 132860 w 184039"/>
                    <a:gd name="connsiteY4" fmla="*/ 1031 h 184623"/>
                    <a:gd name="connsiteX5" fmla="*/ 174103 w 184039"/>
                    <a:gd name="connsiteY5" fmla="*/ 17128 h 184623"/>
                    <a:gd name="connsiteX6" fmla="*/ 176961 w 184039"/>
                    <a:gd name="connsiteY6" fmla="*/ 23129 h 184623"/>
                    <a:gd name="connsiteX7" fmla="*/ 181819 w 184039"/>
                    <a:gd name="connsiteY7" fmla="*/ 56657 h 184623"/>
                    <a:gd name="connsiteX8" fmla="*/ 182485 w 184039"/>
                    <a:gd name="connsiteY8" fmla="*/ 170195 h 184623"/>
                    <a:gd name="connsiteX9" fmla="*/ 174294 w 184039"/>
                    <a:gd name="connsiteY9" fmla="*/ 170195 h 184623"/>
                    <a:gd name="connsiteX10" fmla="*/ 171056 w 184039"/>
                    <a:gd name="connsiteY10" fmla="*/ 98948 h 184623"/>
                    <a:gd name="connsiteX11" fmla="*/ 146005 w 184039"/>
                    <a:gd name="connsiteY11" fmla="*/ 129237 h 184623"/>
                    <a:gd name="connsiteX12" fmla="*/ 76377 w 184039"/>
                    <a:gd name="connsiteY12" fmla="*/ 184292 h 184623"/>
                    <a:gd name="connsiteX13" fmla="*/ 4463 w 184039"/>
                    <a:gd name="connsiteY13" fmla="*/ 167909 h 1846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84039" h="184623">
                      <a:moveTo>
                        <a:pt x="4463" y="167909"/>
                      </a:moveTo>
                      <a:cubicBezTo>
                        <a:pt x="13941" y="160270"/>
                        <a:pt x="24713" y="154393"/>
                        <a:pt x="36277" y="150573"/>
                      </a:cubicBezTo>
                      <a:lnTo>
                        <a:pt x="36277" y="150573"/>
                      </a:lnTo>
                      <a:cubicBezTo>
                        <a:pt x="36277" y="150573"/>
                        <a:pt x="70948" y="116283"/>
                        <a:pt x="87616" y="12842"/>
                      </a:cubicBezTo>
                      <a:lnTo>
                        <a:pt x="132860" y="1031"/>
                      </a:lnTo>
                      <a:cubicBezTo>
                        <a:pt x="148624" y="-2779"/>
                        <a:pt x="165093" y="3641"/>
                        <a:pt x="174103" y="17128"/>
                      </a:cubicBezTo>
                      <a:cubicBezTo>
                        <a:pt x="175399" y="18947"/>
                        <a:pt x="176370" y="20976"/>
                        <a:pt x="176961" y="23129"/>
                      </a:cubicBezTo>
                      <a:cubicBezTo>
                        <a:pt x="179342" y="34178"/>
                        <a:pt x="180961" y="45379"/>
                        <a:pt x="181819" y="56657"/>
                      </a:cubicBezTo>
                      <a:cubicBezTo>
                        <a:pt x="186391" y="91709"/>
                        <a:pt x="182485" y="170195"/>
                        <a:pt x="182485" y="170195"/>
                      </a:cubicBezTo>
                      <a:lnTo>
                        <a:pt x="174294" y="170195"/>
                      </a:lnTo>
                      <a:lnTo>
                        <a:pt x="171056" y="98948"/>
                      </a:lnTo>
                      <a:cubicBezTo>
                        <a:pt x="169817" y="74754"/>
                        <a:pt x="151339" y="103139"/>
                        <a:pt x="146005" y="129237"/>
                      </a:cubicBezTo>
                      <a:cubicBezTo>
                        <a:pt x="140671" y="155336"/>
                        <a:pt x="129431" y="182958"/>
                        <a:pt x="76377" y="184292"/>
                      </a:cubicBezTo>
                      <a:cubicBezTo>
                        <a:pt x="14560" y="185530"/>
                        <a:pt x="-11158" y="183054"/>
                        <a:pt x="4463" y="167909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任意多边形 92"/>
                <p:cNvSpPr/>
                <p:nvPr/>
              </p:nvSpPr>
              <p:spPr>
                <a:xfrm>
                  <a:off x="7271099" y="4833174"/>
                  <a:ext cx="100679" cy="94964"/>
                </a:xfrm>
                <a:custGeom>
                  <a:avLst/>
                  <a:gdLst>
                    <a:gd name="connsiteX0" fmla="*/ 96774 w 100679"/>
                    <a:gd name="connsiteY0" fmla="*/ 66620 h 94964"/>
                    <a:gd name="connsiteX1" fmla="*/ 100679 w 100679"/>
                    <a:gd name="connsiteY1" fmla="*/ -55 h 94964"/>
                    <a:gd name="connsiteX2" fmla="*/ 0 w 100679"/>
                    <a:gd name="connsiteY2" fmla="*/ 11184 h 94964"/>
                    <a:gd name="connsiteX3" fmla="*/ 2096 w 100679"/>
                    <a:gd name="connsiteY3" fmla="*/ 94909 h 94964"/>
                    <a:gd name="connsiteX4" fmla="*/ 96774 w 100679"/>
                    <a:gd name="connsiteY4" fmla="*/ 66620 h 94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679" h="94964">
                      <a:moveTo>
                        <a:pt x="96774" y="66620"/>
                      </a:moveTo>
                      <a:cubicBezTo>
                        <a:pt x="99727" y="42426"/>
                        <a:pt x="100679" y="-55"/>
                        <a:pt x="100679" y="-55"/>
                      </a:cubicBezTo>
                      <a:lnTo>
                        <a:pt x="0" y="11184"/>
                      </a:lnTo>
                      <a:cubicBezTo>
                        <a:pt x="0" y="11184"/>
                        <a:pt x="12192" y="58809"/>
                        <a:pt x="2096" y="94909"/>
                      </a:cubicBezTo>
                      <a:cubicBezTo>
                        <a:pt x="52864" y="81955"/>
                        <a:pt x="96774" y="66620"/>
                        <a:pt x="96774" y="66620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 93"/>
                <p:cNvSpPr/>
                <p:nvPr/>
              </p:nvSpPr>
              <p:spPr>
                <a:xfrm>
                  <a:off x="6912358" y="2480303"/>
                  <a:ext cx="213512" cy="283267"/>
                </a:xfrm>
                <a:custGeom>
                  <a:avLst/>
                  <a:gdLst>
                    <a:gd name="connsiteX0" fmla="*/ 158335 w 213512"/>
                    <a:gd name="connsiteY0" fmla="*/ 257888 h 283267"/>
                    <a:gd name="connsiteX1" fmla="*/ 155954 w 213512"/>
                    <a:gd name="connsiteY1" fmla="*/ 259602 h 283267"/>
                    <a:gd name="connsiteX2" fmla="*/ 117092 w 213512"/>
                    <a:gd name="connsiteY2" fmla="*/ 278652 h 283267"/>
                    <a:gd name="connsiteX3" fmla="*/ 29462 w 213512"/>
                    <a:gd name="connsiteY3" fmla="*/ 263889 h 283267"/>
                    <a:gd name="connsiteX4" fmla="*/ 29462 w 213512"/>
                    <a:gd name="connsiteY4" fmla="*/ 263889 h 283267"/>
                    <a:gd name="connsiteX5" fmla="*/ 887 w 213512"/>
                    <a:gd name="connsiteY5" fmla="*/ 126824 h 283267"/>
                    <a:gd name="connsiteX6" fmla="*/ 13936 w 213512"/>
                    <a:gd name="connsiteY6" fmla="*/ 57196 h 283267"/>
                    <a:gd name="connsiteX7" fmla="*/ 13936 w 213512"/>
                    <a:gd name="connsiteY7" fmla="*/ 56148 h 283267"/>
                    <a:gd name="connsiteX8" fmla="*/ 14984 w 213512"/>
                    <a:gd name="connsiteY8" fmla="*/ 53577 h 283267"/>
                    <a:gd name="connsiteX9" fmla="*/ 74801 w 213512"/>
                    <a:gd name="connsiteY9" fmla="*/ 3856 h 283267"/>
                    <a:gd name="connsiteX10" fmla="*/ 110043 w 213512"/>
                    <a:gd name="connsiteY10" fmla="*/ -49 h 283267"/>
                    <a:gd name="connsiteX11" fmla="*/ 158335 w 213512"/>
                    <a:gd name="connsiteY11" fmla="*/ 257888 h 283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13512" h="283267">
                      <a:moveTo>
                        <a:pt x="158335" y="257888"/>
                      </a:moveTo>
                      <a:cubicBezTo>
                        <a:pt x="157601" y="258536"/>
                        <a:pt x="156802" y="259107"/>
                        <a:pt x="155954" y="259602"/>
                      </a:cubicBezTo>
                      <a:cubicBezTo>
                        <a:pt x="144381" y="268451"/>
                        <a:pt x="131170" y="274928"/>
                        <a:pt x="117092" y="278652"/>
                      </a:cubicBezTo>
                      <a:cubicBezTo>
                        <a:pt x="75944" y="288177"/>
                        <a:pt x="47845" y="282558"/>
                        <a:pt x="29462" y="263889"/>
                      </a:cubicBezTo>
                      <a:lnTo>
                        <a:pt x="29462" y="263889"/>
                      </a:lnTo>
                      <a:cubicBezTo>
                        <a:pt x="3839" y="235980"/>
                        <a:pt x="-2638" y="186546"/>
                        <a:pt x="887" y="126824"/>
                      </a:cubicBezTo>
                      <a:cubicBezTo>
                        <a:pt x="1535" y="103069"/>
                        <a:pt x="5935" y="79570"/>
                        <a:pt x="13936" y="57196"/>
                      </a:cubicBezTo>
                      <a:cubicBezTo>
                        <a:pt x="13936" y="57196"/>
                        <a:pt x="13936" y="56339"/>
                        <a:pt x="13936" y="56148"/>
                      </a:cubicBezTo>
                      <a:cubicBezTo>
                        <a:pt x="13936" y="55958"/>
                        <a:pt x="14603" y="54339"/>
                        <a:pt x="14984" y="53577"/>
                      </a:cubicBezTo>
                      <a:cubicBezTo>
                        <a:pt x="25233" y="27954"/>
                        <a:pt x="47740" y="9257"/>
                        <a:pt x="74801" y="3856"/>
                      </a:cubicBezTo>
                      <a:cubicBezTo>
                        <a:pt x="86374" y="1313"/>
                        <a:pt x="98194" y="8"/>
                        <a:pt x="110043" y="-49"/>
                      </a:cubicBezTo>
                      <a:cubicBezTo>
                        <a:pt x="226629" y="-1287"/>
                        <a:pt x="247489" y="191880"/>
                        <a:pt x="158335" y="257888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 94"/>
                <p:cNvSpPr/>
                <p:nvPr/>
              </p:nvSpPr>
              <p:spPr>
                <a:xfrm>
                  <a:off x="6941819" y="2730850"/>
                  <a:ext cx="126491" cy="30767"/>
                </a:xfrm>
                <a:custGeom>
                  <a:avLst/>
                  <a:gdLst>
                    <a:gd name="connsiteX0" fmla="*/ 126492 w 126491"/>
                    <a:gd name="connsiteY0" fmla="*/ 9056 h 30767"/>
                    <a:gd name="connsiteX1" fmla="*/ 87630 w 126491"/>
                    <a:gd name="connsiteY1" fmla="*/ 26487 h 30767"/>
                    <a:gd name="connsiteX2" fmla="*/ 0 w 126491"/>
                    <a:gd name="connsiteY2" fmla="*/ 10104 h 30767"/>
                    <a:gd name="connsiteX3" fmla="*/ 73819 w 126491"/>
                    <a:gd name="connsiteY3" fmla="*/ 4008 h 30767"/>
                    <a:gd name="connsiteX4" fmla="*/ 126492 w 126491"/>
                    <a:gd name="connsiteY4" fmla="*/ 9056 h 3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491" h="30767">
                      <a:moveTo>
                        <a:pt x="126492" y="9056"/>
                      </a:moveTo>
                      <a:cubicBezTo>
                        <a:pt x="114824" y="17390"/>
                        <a:pt x="101613" y="23315"/>
                        <a:pt x="87630" y="26487"/>
                      </a:cubicBezTo>
                      <a:cubicBezTo>
                        <a:pt x="46482" y="36012"/>
                        <a:pt x="18383" y="28963"/>
                        <a:pt x="0" y="10104"/>
                      </a:cubicBezTo>
                      <a:cubicBezTo>
                        <a:pt x="24613" y="16200"/>
                        <a:pt x="50540" y="14056"/>
                        <a:pt x="73819" y="4008"/>
                      </a:cubicBezTo>
                      <a:cubicBezTo>
                        <a:pt x="90488" y="-3612"/>
                        <a:pt x="108966" y="293"/>
                        <a:pt x="126492" y="9056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任意多边形 95"/>
                <p:cNvSpPr/>
                <p:nvPr/>
              </p:nvSpPr>
              <p:spPr>
                <a:xfrm>
                  <a:off x="6961250" y="2707480"/>
                  <a:ext cx="137064" cy="184213"/>
                </a:xfrm>
                <a:custGeom>
                  <a:avLst/>
                  <a:gdLst>
                    <a:gd name="connsiteX0" fmla="*/ 118872 w 137064"/>
                    <a:gd name="connsiteY0" fmla="*/ 137486 h 184213"/>
                    <a:gd name="connsiteX1" fmla="*/ 83153 w 137064"/>
                    <a:gd name="connsiteY1" fmla="*/ 184159 h 184213"/>
                    <a:gd name="connsiteX2" fmla="*/ 0 w 137064"/>
                    <a:gd name="connsiteY2" fmla="*/ 116817 h 184213"/>
                    <a:gd name="connsiteX3" fmla="*/ 41529 w 137064"/>
                    <a:gd name="connsiteY3" fmla="*/ -55 h 184213"/>
                    <a:gd name="connsiteX4" fmla="*/ 53435 w 137064"/>
                    <a:gd name="connsiteY4" fmla="*/ 5851 h 184213"/>
                    <a:gd name="connsiteX5" fmla="*/ 137065 w 137064"/>
                    <a:gd name="connsiteY5" fmla="*/ 22138 h 184213"/>
                    <a:gd name="connsiteX6" fmla="*/ 110776 w 137064"/>
                    <a:gd name="connsiteY6" fmla="*/ 76812 h 184213"/>
                    <a:gd name="connsiteX7" fmla="*/ 110776 w 137064"/>
                    <a:gd name="connsiteY7" fmla="*/ 76812 h 184213"/>
                    <a:gd name="connsiteX8" fmla="*/ 118872 w 137064"/>
                    <a:gd name="connsiteY8" fmla="*/ 137486 h 1842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064" h="184213">
                      <a:moveTo>
                        <a:pt x="118872" y="137486"/>
                      </a:moveTo>
                      <a:cubicBezTo>
                        <a:pt x="126016" y="170633"/>
                        <a:pt x="83153" y="184159"/>
                        <a:pt x="83153" y="184159"/>
                      </a:cubicBezTo>
                      <a:cubicBezTo>
                        <a:pt x="12954" y="154155"/>
                        <a:pt x="0" y="116817"/>
                        <a:pt x="0" y="116817"/>
                      </a:cubicBezTo>
                      <a:cubicBezTo>
                        <a:pt x="58484" y="86337"/>
                        <a:pt x="41529" y="-55"/>
                        <a:pt x="41529" y="-55"/>
                      </a:cubicBezTo>
                      <a:lnTo>
                        <a:pt x="53435" y="5851"/>
                      </a:lnTo>
                      <a:lnTo>
                        <a:pt x="137065" y="22138"/>
                      </a:lnTo>
                      <a:cubicBezTo>
                        <a:pt x="137065" y="22138"/>
                        <a:pt x="113824" y="66715"/>
                        <a:pt x="110776" y="76812"/>
                      </a:cubicBezTo>
                      <a:cubicBezTo>
                        <a:pt x="110776" y="76812"/>
                        <a:pt x="110776" y="76812"/>
                        <a:pt x="110776" y="76812"/>
                      </a:cubicBezTo>
                      <a:cubicBezTo>
                        <a:pt x="94964" y="130152"/>
                        <a:pt x="118872" y="137486"/>
                        <a:pt x="118872" y="137486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任意多边形 96"/>
                <p:cNvSpPr/>
                <p:nvPr/>
              </p:nvSpPr>
              <p:spPr>
                <a:xfrm>
                  <a:off x="6926161" y="2450128"/>
                  <a:ext cx="260419" cy="288998"/>
                </a:xfrm>
                <a:custGeom>
                  <a:avLst/>
                  <a:gdLst>
                    <a:gd name="connsiteX0" fmla="*/ 133 w 260419"/>
                    <a:gd name="connsiteY0" fmla="*/ 86609 h 288998"/>
                    <a:gd name="connsiteX1" fmla="*/ 70999 w 260419"/>
                    <a:gd name="connsiteY1" fmla="*/ 203195 h 288998"/>
                    <a:gd name="connsiteX2" fmla="*/ 153105 w 260419"/>
                    <a:gd name="connsiteY2" fmla="*/ 288920 h 288998"/>
                    <a:gd name="connsiteX3" fmla="*/ 255308 w 260419"/>
                    <a:gd name="connsiteY3" fmla="*/ 99278 h 288998"/>
                    <a:gd name="connsiteX4" fmla="*/ 133 w 260419"/>
                    <a:gd name="connsiteY4" fmla="*/ 86609 h 288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419" h="288998">
                      <a:moveTo>
                        <a:pt x="133" y="86609"/>
                      </a:moveTo>
                      <a:cubicBezTo>
                        <a:pt x="133" y="86609"/>
                        <a:pt x="-6344" y="168143"/>
                        <a:pt x="70999" y="203195"/>
                      </a:cubicBezTo>
                      <a:cubicBezTo>
                        <a:pt x="70999" y="203195"/>
                        <a:pt x="104146" y="287968"/>
                        <a:pt x="153105" y="288920"/>
                      </a:cubicBezTo>
                      <a:cubicBezTo>
                        <a:pt x="219780" y="290635"/>
                        <a:pt x="278358" y="195766"/>
                        <a:pt x="255308" y="99278"/>
                      </a:cubicBezTo>
                      <a:cubicBezTo>
                        <a:pt x="225400" y="-25595"/>
                        <a:pt x="35661" y="-35977"/>
                        <a:pt x="133" y="8660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任意多边形 97"/>
                <p:cNvSpPr/>
                <p:nvPr/>
              </p:nvSpPr>
              <p:spPr>
                <a:xfrm>
                  <a:off x="6958011" y="2598524"/>
                  <a:ext cx="47074" cy="65140"/>
                </a:xfrm>
                <a:custGeom>
                  <a:avLst/>
                  <a:gdLst>
                    <a:gd name="connsiteX0" fmla="*/ 1 w 47074"/>
                    <a:gd name="connsiteY0" fmla="*/ 31368 h 65140"/>
                    <a:gd name="connsiteX1" fmla="*/ 30005 w 47074"/>
                    <a:gd name="connsiteY1" fmla="*/ 221 h 65140"/>
                    <a:gd name="connsiteX2" fmla="*/ 11527 w 47074"/>
                    <a:gd name="connsiteY2" fmla="*/ 64896 h 65140"/>
                    <a:gd name="connsiteX3" fmla="*/ 1 w 47074"/>
                    <a:gd name="connsiteY3" fmla="*/ 31368 h 65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074" h="65140">
                      <a:moveTo>
                        <a:pt x="1" y="31368"/>
                      </a:moveTo>
                      <a:cubicBezTo>
                        <a:pt x="1" y="18700"/>
                        <a:pt x="10288" y="-2732"/>
                        <a:pt x="30005" y="221"/>
                      </a:cubicBezTo>
                      <a:cubicBezTo>
                        <a:pt x="49722" y="3174"/>
                        <a:pt x="61819" y="53656"/>
                        <a:pt x="11527" y="64896"/>
                      </a:cubicBezTo>
                      <a:cubicBezTo>
                        <a:pt x="4764" y="66515"/>
                        <a:pt x="-94" y="57943"/>
                        <a:pt x="1" y="31368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任意多边形 98"/>
                <p:cNvSpPr/>
                <p:nvPr/>
              </p:nvSpPr>
              <p:spPr>
                <a:xfrm>
                  <a:off x="6900773" y="2443977"/>
                  <a:ext cx="286489" cy="151013"/>
                </a:xfrm>
                <a:custGeom>
                  <a:avLst/>
                  <a:gdLst>
                    <a:gd name="connsiteX0" fmla="*/ 167538 w 286489"/>
                    <a:gd name="connsiteY0" fmla="*/ 6083 h 151013"/>
                    <a:gd name="connsiteX1" fmla="*/ 46666 w 286489"/>
                    <a:gd name="connsiteY1" fmla="*/ 17608 h 151013"/>
                    <a:gd name="connsiteX2" fmla="*/ 37141 w 286489"/>
                    <a:gd name="connsiteY2" fmla="*/ 150958 h 151013"/>
                    <a:gd name="connsiteX3" fmla="*/ 211258 w 286489"/>
                    <a:gd name="connsiteY3" fmla="*/ 117621 h 151013"/>
                    <a:gd name="connsiteX4" fmla="*/ 285839 w 286489"/>
                    <a:gd name="connsiteY4" fmla="*/ 139243 h 151013"/>
                    <a:gd name="connsiteX5" fmla="*/ 167538 w 286489"/>
                    <a:gd name="connsiteY5" fmla="*/ 6083 h 151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6489" h="151013">
                      <a:moveTo>
                        <a:pt x="167538" y="6083"/>
                      </a:moveTo>
                      <a:cubicBezTo>
                        <a:pt x="167538" y="6083"/>
                        <a:pt x="89719" y="-13634"/>
                        <a:pt x="46666" y="17608"/>
                      </a:cubicBezTo>
                      <a:cubicBezTo>
                        <a:pt x="-3531" y="54184"/>
                        <a:pt x="-22581" y="91999"/>
                        <a:pt x="37141" y="150958"/>
                      </a:cubicBezTo>
                      <a:cubicBezTo>
                        <a:pt x="37141" y="150958"/>
                        <a:pt x="167824" y="108572"/>
                        <a:pt x="211258" y="117621"/>
                      </a:cubicBezTo>
                      <a:cubicBezTo>
                        <a:pt x="236671" y="122764"/>
                        <a:pt x="261616" y="129994"/>
                        <a:pt x="285839" y="139243"/>
                      </a:cubicBezTo>
                      <a:cubicBezTo>
                        <a:pt x="294697" y="52660"/>
                        <a:pt x="210972" y="-11633"/>
                        <a:pt x="167538" y="6083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任意多边形 99"/>
                <p:cNvSpPr/>
                <p:nvPr/>
              </p:nvSpPr>
              <p:spPr>
                <a:xfrm>
                  <a:off x="6910705" y="2419059"/>
                  <a:ext cx="329767" cy="375860"/>
                </a:xfrm>
                <a:custGeom>
                  <a:avLst/>
                  <a:gdLst>
                    <a:gd name="connsiteX0" fmla="*/ 50546 w 329767"/>
                    <a:gd name="connsiteY0" fmla="*/ 34716 h 375860"/>
                    <a:gd name="connsiteX1" fmla="*/ 94742 w 329767"/>
                    <a:gd name="connsiteY1" fmla="*/ 11760 h 375860"/>
                    <a:gd name="connsiteX2" fmla="*/ 164655 w 329767"/>
                    <a:gd name="connsiteY2" fmla="*/ 521 h 375860"/>
                    <a:gd name="connsiteX3" fmla="*/ 215233 w 329767"/>
                    <a:gd name="connsiteY3" fmla="*/ 24810 h 375860"/>
                    <a:gd name="connsiteX4" fmla="*/ 265820 w 329767"/>
                    <a:gd name="connsiteY4" fmla="*/ 61290 h 375860"/>
                    <a:gd name="connsiteX5" fmla="*/ 266382 w 329767"/>
                    <a:gd name="connsiteY5" fmla="*/ 67577 h 375860"/>
                    <a:gd name="connsiteX6" fmla="*/ 307816 w 329767"/>
                    <a:gd name="connsiteY6" fmla="*/ 133585 h 375860"/>
                    <a:gd name="connsiteX7" fmla="*/ 307816 w 329767"/>
                    <a:gd name="connsiteY7" fmla="*/ 190164 h 375860"/>
                    <a:gd name="connsiteX8" fmla="*/ 324199 w 329767"/>
                    <a:gd name="connsiteY8" fmla="*/ 244551 h 375860"/>
                    <a:gd name="connsiteX9" fmla="*/ 310388 w 329767"/>
                    <a:gd name="connsiteY9" fmla="*/ 311798 h 375860"/>
                    <a:gd name="connsiteX10" fmla="*/ 287718 w 329767"/>
                    <a:gd name="connsiteY10" fmla="*/ 374758 h 375860"/>
                    <a:gd name="connsiteX11" fmla="*/ 233711 w 329767"/>
                    <a:gd name="connsiteY11" fmla="*/ 353422 h 375860"/>
                    <a:gd name="connsiteX12" fmla="*/ 161321 w 329767"/>
                    <a:gd name="connsiteY12" fmla="*/ 365233 h 375860"/>
                    <a:gd name="connsiteX13" fmla="*/ 116116 w 329767"/>
                    <a:gd name="connsiteY13" fmla="*/ 356337 h 375860"/>
                    <a:gd name="connsiteX14" fmla="*/ 108458 w 329767"/>
                    <a:gd name="connsiteY14" fmla="*/ 363519 h 375860"/>
                    <a:gd name="connsiteX15" fmla="*/ 50546 w 329767"/>
                    <a:gd name="connsiteY15" fmla="*/ 353422 h 375860"/>
                    <a:gd name="connsiteX16" fmla="*/ 20161 w 329767"/>
                    <a:gd name="connsiteY16" fmla="*/ 375806 h 375860"/>
                    <a:gd name="connsiteX17" fmla="*/ 1587 w 329767"/>
                    <a:gd name="connsiteY17" fmla="*/ 327133 h 375860"/>
                    <a:gd name="connsiteX18" fmla="*/ 15398 w 329767"/>
                    <a:gd name="connsiteY18" fmla="*/ 137395 h 375860"/>
                    <a:gd name="connsiteX19" fmla="*/ 50546 w 329767"/>
                    <a:gd name="connsiteY19" fmla="*/ 34716 h 375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29767" h="375860">
                      <a:moveTo>
                        <a:pt x="50546" y="34716"/>
                      </a:moveTo>
                      <a:cubicBezTo>
                        <a:pt x="55403" y="23095"/>
                        <a:pt x="65310" y="-2146"/>
                        <a:pt x="94742" y="11760"/>
                      </a:cubicBezTo>
                      <a:cubicBezTo>
                        <a:pt x="124174" y="25667"/>
                        <a:pt x="145796" y="-4527"/>
                        <a:pt x="164655" y="521"/>
                      </a:cubicBezTo>
                      <a:cubicBezTo>
                        <a:pt x="183515" y="5569"/>
                        <a:pt x="202755" y="26619"/>
                        <a:pt x="215233" y="24810"/>
                      </a:cubicBezTo>
                      <a:cubicBezTo>
                        <a:pt x="239274" y="20914"/>
                        <a:pt x="261925" y="37249"/>
                        <a:pt x="265820" y="61290"/>
                      </a:cubicBezTo>
                      <a:cubicBezTo>
                        <a:pt x="266154" y="63367"/>
                        <a:pt x="266344" y="65472"/>
                        <a:pt x="266382" y="67577"/>
                      </a:cubicBezTo>
                      <a:cubicBezTo>
                        <a:pt x="268668" y="108249"/>
                        <a:pt x="304482" y="109773"/>
                        <a:pt x="307816" y="133585"/>
                      </a:cubicBezTo>
                      <a:cubicBezTo>
                        <a:pt x="311150" y="157398"/>
                        <a:pt x="295243" y="167494"/>
                        <a:pt x="307816" y="190164"/>
                      </a:cubicBezTo>
                      <a:cubicBezTo>
                        <a:pt x="320389" y="212833"/>
                        <a:pt x="339248" y="212357"/>
                        <a:pt x="324199" y="244551"/>
                      </a:cubicBezTo>
                      <a:cubicBezTo>
                        <a:pt x="309149" y="276746"/>
                        <a:pt x="291528" y="285223"/>
                        <a:pt x="310388" y="311798"/>
                      </a:cubicBezTo>
                      <a:cubicBezTo>
                        <a:pt x="329247" y="338373"/>
                        <a:pt x="315341" y="363519"/>
                        <a:pt x="287718" y="374758"/>
                      </a:cubicBezTo>
                      <a:cubicBezTo>
                        <a:pt x="287718" y="374758"/>
                        <a:pt x="251333" y="338373"/>
                        <a:pt x="233711" y="353422"/>
                      </a:cubicBezTo>
                      <a:cubicBezTo>
                        <a:pt x="216090" y="368472"/>
                        <a:pt x="178085" y="388379"/>
                        <a:pt x="161321" y="365233"/>
                      </a:cubicBezTo>
                      <a:cubicBezTo>
                        <a:pt x="151291" y="350298"/>
                        <a:pt x="131060" y="346316"/>
                        <a:pt x="116116" y="356337"/>
                      </a:cubicBezTo>
                      <a:cubicBezTo>
                        <a:pt x="113191" y="358299"/>
                        <a:pt x="110610" y="360728"/>
                        <a:pt x="108458" y="363519"/>
                      </a:cubicBezTo>
                      <a:cubicBezTo>
                        <a:pt x="101885" y="375996"/>
                        <a:pt x="70358" y="353422"/>
                        <a:pt x="50546" y="353422"/>
                      </a:cubicBezTo>
                      <a:cubicBezTo>
                        <a:pt x="30734" y="353422"/>
                        <a:pt x="20161" y="375806"/>
                        <a:pt x="20161" y="375806"/>
                      </a:cubicBezTo>
                      <a:cubicBezTo>
                        <a:pt x="20161" y="375806"/>
                        <a:pt x="-6700" y="368472"/>
                        <a:pt x="1587" y="327133"/>
                      </a:cubicBezTo>
                      <a:cubicBezTo>
                        <a:pt x="9874" y="285795"/>
                        <a:pt x="28257" y="170066"/>
                        <a:pt x="15398" y="137395"/>
                      </a:cubicBezTo>
                      <a:cubicBezTo>
                        <a:pt x="2540" y="104724"/>
                        <a:pt x="50546" y="34716"/>
                        <a:pt x="50546" y="3471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任意多边形 100"/>
                <p:cNvSpPr/>
                <p:nvPr/>
              </p:nvSpPr>
              <p:spPr>
                <a:xfrm>
                  <a:off x="6780083" y="2824964"/>
                  <a:ext cx="426268" cy="510213"/>
                </a:xfrm>
                <a:custGeom>
                  <a:avLst/>
                  <a:gdLst>
                    <a:gd name="connsiteX0" fmla="*/ 67153 w 426268"/>
                    <a:gd name="connsiteY0" fmla="*/ 12001 h 510213"/>
                    <a:gd name="connsiteX1" fmla="*/ 300040 w 426268"/>
                    <a:gd name="connsiteY1" fmla="*/ 18859 h 510213"/>
                    <a:gd name="connsiteX2" fmla="*/ 425865 w 426268"/>
                    <a:gd name="connsiteY2" fmla="*/ 105823 h 510213"/>
                    <a:gd name="connsiteX3" fmla="*/ 306231 w 426268"/>
                    <a:gd name="connsiteY3" fmla="*/ 510159 h 510213"/>
                    <a:gd name="connsiteX4" fmla="*/ 5622 w 426268"/>
                    <a:gd name="connsiteY4" fmla="*/ 480917 h 510213"/>
                    <a:gd name="connsiteX5" fmla="*/ 67153 w 426268"/>
                    <a:gd name="connsiteY5" fmla="*/ 12001 h 5102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6268" h="510213">
                      <a:moveTo>
                        <a:pt x="67153" y="12001"/>
                      </a:moveTo>
                      <a:cubicBezTo>
                        <a:pt x="67153" y="12001"/>
                        <a:pt x="160022" y="-19241"/>
                        <a:pt x="300040" y="18859"/>
                      </a:cubicBezTo>
                      <a:cubicBezTo>
                        <a:pt x="440057" y="56959"/>
                        <a:pt x="425865" y="105823"/>
                        <a:pt x="425865" y="105823"/>
                      </a:cubicBezTo>
                      <a:cubicBezTo>
                        <a:pt x="425865" y="105823"/>
                        <a:pt x="320137" y="295370"/>
                        <a:pt x="306231" y="510159"/>
                      </a:cubicBezTo>
                      <a:lnTo>
                        <a:pt x="5622" y="480917"/>
                      </a:lnTo>
                      <a:cubicBezTo>
                        <a:pt x="5622" y="480917"/>
                        <a:pt x="-27525" y="140970"/>
                        <a:pt x="67153" y="1200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任意多边形 101"/>
                <p:cNvSpPr/>
                <p:nvPr/>
              </p:nvSpPr>
              <p:spPr>
                <a:xfrm>
                  <a:off x="6714272" y="3266217"/>
                  <a:ext cx="482722" cy="687079"/>
                </a:xfrm>
                <a:custGeom>
                  <a:avLst/>
                  <a:gdLst>
                    <a:gd name="connsiteX0" fmla="*/ 59813 w 482722"/>
                    <a:gd name="connsiteY0" fmla="*/ 59095 h 687079"/>
                    <a:gd name="connsiteX1" fmla="*/ 59813 w 482722"/>
                    <a:gd name="connsiteY1" fmla="*/ 59095 h 687079"/>
                    <a:gd name="connsiteX2" fmla="*/ 65813 w 482722"/>
                    <a:gd name="connsiteY2" fmla="*/ -55 h 687079"/>
                    <a:gd name="connsiteX3" fmla="*/ 384044 w 482722"/>
                    <a:gd name="connsiteY3" fmla="*/ 31854 h 687079"/>
                    <a:gd name="connsiteX4" fmla="*/ 377376 w 482722"/>
                    <a:gd name="connsiteY4" fmla="*/ 78241 h 687079"/>
                    <a:gd name="connsiteX5" fmla="*/ 377376 w 482722"/>
                    <a:gd name="connsiteY5" fmla="*/ 78241 h 687079"/>
                    <a:gd name="connsiteX6" fmla="*/ 468245 w 482722"/>
                    <a:gd name="connsiteY6" fmla="*/ 532393 h 687079"/>
                    <a:gd name="connsiteX7" fmla="*/ 482723 w 482722"/>
                    <a:gd name="connsiteY7" fmla="*/ 651455 h 687079"/>
                    <a:gd name="connsiteX8" fmla="*/ 251074 w 482722"/>
                    <a:gd name="connsiteY8" fmla="*/ 683173 h 687079"/>
                    <a:gd name="connsiteX9" fmla="*/ 28761 w 482722"/>
                    <a:gd name="connsiteY9" fmla="*/ 676411 h 687079"/>
                    <a:gd name="connsiteX10" fmla="*/ 59813 w 482722"/>
                    <a:gd name="connsiteY10" fmla="*/ 59095 h 687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82722" h="687079">
                      <a:moveTo>
                        <a:pt x="59813" y="59095"/>
                      </a:moveTo>
                      <a:lnTo>
                        <a:pt x="59813" y="59095"/>
                      </a:lnTo>
                      <a:lnTo>
                        <a:pt x="65813" y="-55"/>
                      </a:lnTo>
                      <a:lnTo>
                        <a:pt x="384044" y="31854"/>
                      </a:lnTo>
                      <a:lnTo>
                        <a:pt x="377376" y="78241"/>
                      </a:lnTo>
                      <a:lnTo>
                        <a:pt x="377376" y="78241"/>
                      </a:lnTo>
                      <a:cubicBezTo>
                        <a:pt x="497200" y="290458"/>
                        <a:pt x="468245" y="532393"/>
                        <a:pt x="468245" y="532393"/>
                      </a:cubicBezTo>
                      <a:lnTo>
                        <a:pt x="482723" y="651455"/>
                      </a:lnTo>
                      <a:cubicBezTo>
                        <a:pt x="482723" y="651455"/>
                        <a:pt x="452719" y="670029"/>
                        <a:pt x="251074" y="683173"/>
                      </a:cubicBezTo>
                      <a:cubicBezTo>
                        <a:pt x="73814" y="694794"/>
                        <a:pt x="28761" y="676411"/>
                        <a:pt x="28761" y="676411"/>
                      </a:cubicBezTo>
                      <a:cubicBezTo>
                        <a:pt x="-34104" y="308174"/>
                        <a:pt x="19903" y="132914"/>
                        <a:pt x="59813" y="59095"/>
                      </a:cubicBezTo>
                      <a:close/>
                    </a:path>
                  </a:pathLst>
                </a:custGeom>
                <a:solidFill>
                  <a:srgbClr val="407B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任意多边形 102"/>
                <p:cNvSpPr/>
                <p:nvPr/>
              </p:nvSpPr>
              <p:spPr>
                <a:xfrm>
                  <a:off x="6714226" y="3265931"/>
                  <a:ext cx="482672" cy="687364"/>
                </a:xfrm>
                <a:custGeom>
                  <a:avLst/>
                  <a:gdLst>
                    <a:gd name="connsiteX0" fmla="*/ 482673 w 482672"/>
                    <a:gd name="connsiteY0" fmla="*/ 651741 h 687364"/>
                    <a:gd name="connsiteX1" fmla="*/ 251025 w 482672"/>
                    <a:gd name="connsiteY1" fmla="*/ 683459 h 687364"/>
                    <a:gd name="connsiteX2" fmla="*/ 28712 w 482672"/>
                    <a:gd name="connsiteY2" fmla="*/ 676696 h 687364"/>
                    <a:gd name="connsiteX3" fmla="*/ 22901 w 482672"/>
                    <a:gd name="connsiteY3" fmla="*/ 640882 h 687364"/>
                    <a:gd name="connsiteX4" fmla="*/ 26235 w 482672"/>
                    <a:gd name="connsiteY4" fmla="*/ 146249 h 687364"/>
                    <a:gd name="connsiteX5" fmla="*/ 59858 w 482672"/>
                    <a:gd name="connsiteY5" fmla="*/ 59381 h 687364"/>
                    <a:gd name="connsiteX6" fmla="*/ 62049 w 482672"/>
                    <a:gd name="connsiteY6" fmla="*/ 38045 h 687364"/>
                    <a:gd name="connsiteX7" fmla="*/ 65859 w 482672"/>
                    <a:gd name="connsiteY7" fmla="*/ -55 h 687364"/>
                    <a:gd name="connsiteX8" fmla="*/ 384089 w 482672"/>
                    <a:gd name="connsiteY8" fmla="*/ 31854 h 687364"/>
                    <a:gd name="connsiteX9" fmla="*/ 377422 w 482672"/>
                    <a:gd name="connsiteY9" fmla="*/ 78241 h 687364"/>
                    <a:gd name="connsiteX10" fmla="*/ 377422 w 482672"/>
                    <a:gd name="connsiteY10" fmla="*/ 78241 h 687364"/>
                    <a:gd name="connsiteX11" fmla="*/ 468290 w 482672"/>
                    <a:gd name="connsiteY11" fmla="*/ 532393 h 687364"/>
                    <a:gd name="connsiteX12" fmla="*/ 479720 w 482672"/>
                    <a:gd name="connsiteY12" fmla="*/ 626690 h 687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82672" h="687364">
                      <a:moveTo>
                        <a:pt x="482673" y="651741"/>
                      </a:moveTo>
                      <a:cubicBezTo>
                        <a:pt x="482673" y="651741"/>
                        <a:pt x="452669" y="670314"/>
                        <a:pt x="251025" y="683459"/>
                      </a:cubicBezTo>
                      <a:cubicBezTo>
                        <a:pt x="73765" y="695080"/>
                        <a:pt x="28712" y="676696"/>
                        <a:pt x="28712" y="676696"/>
                      </a:cubicBezTo>
                      <a:cubicBezTo>
                        <a:pt x="26616" y="664504"/>
                        <a:pt x="24711" y="652598"/>
                        <a:pt x="22901" y="640882"/>
                      </a:cubicBezTo>
                      <a:cubicBezTo>
                        <a:pt x="-15199" y="395709"/>
                        <a:pt x="137" y="240832"/>
                        <a:pt x="26235" y="146249"/>
                      </a:cubicBezTo>
                      <a:cubicBezTo>
                        <a:pt x="34093" y="116102"/>
                        <a:pt x="45371" y="86956"/>
                        <a:pt x="59858" y="59381"/>
                      </a:cubicBezTo>
                      <a:lnTo>
                        <a:pt x="62049" y="38045"/>
                      </a:lnTo>
                      <a:lnTo>
                        <a:pt x="65859" y="-55"/>
                      </a:lnTo>
                      <a:lnTo>
                        <a:pt x="384089" y="31854"/>
                      </a:lnTo>
                      <a:lnTo>
                        <a:pt x="377422" y="78241"/>
                      </a:lnTo>
                      <a:lnTo>
                        <a:pt x="377422" y="78241"/>
                      </a:lnTo>
                      <a:cubicBezTo>
                        <a:pt x="497246" y="290458"/>
                        <a:pt x="468290" y="532393"/>
                        <a:pt x="468290" y="532393"/>
                      </a:cubicBezTo>
                      <a:lnTo>
                        <a:pt x="479720" y="62669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任意多边形 103"/>
                <p:cNvSpPr/>
                <p:nvPr/>
              </p:nvSpPr>
              <p:spPr>
                <a:xfrm>
                  <a:off x="6768560" y="3274789"/>
                  <a:ext cx="146399" cy="54673"/>
                </a:xfrm>
                <a:custGeom>
                  <a:avLst/>
                  <a:gdLst>
                    <a:gd name="connsiteX0" fmla="*/ 143161 w 146399"/>
                    <a:gd name="connsiteY0" fmla="*/ 54674 h 54673"/>
                    <a:gd name="connsiteX1" fmla="*/ 0 w 146399"/>
                    <a:gd name="connsiteY1" fmla="*/ 43339 h 54673"/>
                    <a:gd name="connsiteX2" fmla="*/ 1905 w 146399"/>
                    <a:gd name="connsiteY2" fmla="*/ 0 h 54673"/>
                    <a:gd name="connsiteX3" fmla="*/ 146400 w 146399"/>
                    <a:gd name="connsiteY3" fmla="*/ 15145 h 54673"/>
                    <a:gd name="connsiteX4" fmla="*/ 143161 w 146399"/>
                    <a:gd name="connsiteY4" fmla="*/ 54674 h 54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6399" h="54673">
                      <a:moveTo>
                        <a:pt x="143161" y="54674"/>
                      </a:moveTo>
                      <a:lnTo>
                        <a:pt x="0" y="43339"/>
                      </a:lnTo>
                      <a:lnTo>
                        <a:pt x="1905" y="0"/>
                      </a:lnTo>
                      <a:lnTo>
                        <a:pt x="146400" y="15145"/>
                      </a:lnTo>
                      <a:lnTo>
                        <a:pt x="143161" y="54674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任意多边形 104"/>
                <p:cNvSpPr/>
                <p:nvPr/>
              </p:nvSpPr>
              <p:spPr>
                <a:xfrm>
                  <a:off x="6922008" y="3290982"/>
                  <a:ext cx="135921" cy="49815"/>
                </a:xfrm>
                <a:custGeom>
                  <a:avLst/>
                  <a:gdLst>
                    <a:gd name="connsiteX0" fmla="*/ 133064 w 135921"/>
                    <a:gd name="connsiteY0" fmla="*/ 49816 h 49815"/>
                    <a:gd name="connsiteX1" fmla="*/ 0 w 135921"/>
                    <a:gd name="connsiteY1" fmla="*/ 39243 h 49815"/>
                    <a:gd name="connsiteX2" fmla="*/ 3238 w 135921"/>
                    <a:gd name="connsiteY2" fmla="*/ 0 h 49815"/>
                    <a:gd name="connsiteX3" fmla="*/ 135922 w 135921"/>
                    <a:gd name="connsiteY3" fmla="*/ 13907 h 49815"/>
                    <a:gd name="connsiteX4" fmla="*/ 133064 w 135921"/>
                    <a:gd name="connsiteY4" fmla="*/ 49816 h 49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921" h="49815">
                      <a:moveTo>
                        <a:pt x="133064" y="49816"/>
                      </a:moveTo>
                      <a:lnTo>
                        <a:pt x="0" y="39243"/>
                      </a:lnTo>
                      <a:lnTo>
                        <a:pt x="3238" y="0"/>
                      </a:lnTo>
                      <a:lnTo>
                        <a:pt x="135922" y="13907"/>
                      </a:lnTo>
                      <a:lnTo>
                        <a:pt x="133064" y="49816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任意多边形 105"/>
                <p:cNvSpPr/>
                <p:nvPr/>
              </p:nvSpPr>
              <p:spPr>
                <a:xfrm>
                  <a:off x="7065359" y="3305936"/>
                  <a:ext cx="36671" cy="38195"/>
                </a:xfrm>
                <a:custGeom>
                  <a:avLst/>
                  <a:gdLst>
                    <a:gd name="connsiteX0" fmla="*/ 2858 w 36671"/>
                    <a:gd name="connsiteY0" fmla="*/ 0 h 38195"/>
                    <a:gd name="connsiteX1" fmla="*/ 36671 w 36671"/>
                    <a:gd name="connsiteY1" fmla="*/ 3524 h 38195"/>
                    <a:gd name="connsiteX2" fmla="*/ 32385 w 36671"/>
                    <a:gd name="connsiteY2" fmla="*/ 38195 h 38195"/>
                    <a:gd name="connsiteX3" fmla="*/ 0 w 36671"/>
                    <a:gd name="connsiteY3" fmla="*/ 35624 h 38195"/>
                    <a:gd name="connsiteX4" fmla="*/ 2858 w 36671"/>
                    <a:gd name="connsiteY4" fmla="*/ 0 h 38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71" h="38195">
                      <a:moveTo>
                        <a:pt x="2858" y="0"/>
                      </a:moveTo>
                      <a:lnTo>
                        <a:pt x="36671" y="3524"/>
                      </a:lnTo>
                      <a:lnTo>
                        <a:pt x="32385" y="38195"/>
                      </a:lnTo>
                      <a:lnTo>
                        <a:pt x="0" y="35624"/>
                      </a:lnTo>
                      <a:lnTo>
                        <a:pt x="2858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 106"/>
                <p:cNvSpPr/>
                <p:nvPr/>
              </p:nvSpPr>
              <p:spPr>
                <a:xfrm>
                  <a:off x="6822566" y="3402901"/>
                  <a:ext cx="169700" cy="212312"/>
                </a:xfrm>
                <a:custGeom>
                  <a:avLst/>
                  <a:gdLst>
                    <a:gd name="connsiteX0" fmla="*/ 168783 w 169700"/>
                    <a:gd name="connsiteY0" fmla="*/ 119769 h 212312"/>
                    <a:gd name="connsiteX1" fmla="*/ 167259 w 169700"/>
                    <a:gd name="connsiteY1" fmla="*/ 161775 h 212312"/>
                    <a:gd name="connsiteX2" fmla="*/ 105442 w 169700"/>
                    <a:gd name="connsiteY2" fmla="*/ 212257 h 212312"/>
                    <a:gd name="connsiteX3" fmla="*/ 0 w 169700"/>
                    <a:gd name="connsiteY3" fmla="*/ 165585 h 212312"/>
                    <a:gd name="connsiteX4" fmla="*/ 2667 w 169700"/>
                    <a:gd name="connsiteY4" fmla="*/ 115769 h 212312"/>
                    <a:gd name="connsiteX5" fmla="*/ 762 w 169700"/>
                    <a:gd name="connsiteY5" fmla="*/ 16423 h 212312"/>
                    <a:gd name="connsiteX6" fmla="*/ 0 w 169700"/>
                    <a:gd name="connsiteY6" fmla="*/ -55 h 212312"/>
                    <a:gd name="connsiteX7" fmla="*/ 167259 w 169700"/>
                    <a:gd name="connsiteY7" fmla="*/ 19852 h 212312"/>
                    <a:gd name="connsiteX8" fmla="*/ 168402 w 169700"/>
                    <a:gd name="connsiteY8" fmla="*/ 32139 h 212312"/>
                    <a:gd name="connsiteX9" fmla="*/ 168783 w 169700"/>
                    <a:gd name="connsiteY9" fmla="*/ 119769 h 212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9700" h="212312">
                      <a:moveTo>
                        <a:pt x="168783" y="119769"/>
                      </a:moveTo>
                      <a:cubicBezTo>
                        <a:pt x="168116" y="143677"/>
                        <a:pt x="167259" y="161775"/>
                        <a:pt x="167259" y="161775"/>
                      </a:cubicBezTo>
                      <a:lnTo>
                        <a:pt x="105442" y="212257"/>
                      </a:lnTo>
                      <a:lnTo>
                        <a:pt x="0" y="165585"/>
                      </a:lnTo>
                      <a:cubicBezTo>
                        <a:pt x="1857" y="149049"/>
                        <a:pt x="2743" y="132409"/>
                        <a:pt x="2667" y="115769"/>
                      </a:cubicBezTo>
                      <a:cubicBezTo>
                        <a:pt x="3143" y="80050"/>
                        <a:pt x="1714" y="38807"/>
                        <a:pt x="762" y="16423"/>
                      </a:cubicBezTo>
                      <a:cubicBezTo>
                        <a:pt x="286" y="6231"/>
                        <a:pt x="0" y="-55"/>
                        <a:pt x="0" y="-55"/>
                      </a:cubicBezTo>
                      <a:lnTo>
                        <a:pt x="167259" y="19852"/>
                      </a:lnTo>
                      <a:cubicBezTo>
                        <a:pt x="167735" y="23376"/>
                        <a:pt x="168116" y="27567"/>
                        <a:pt x="168402" y="32139"/>
                      </a:cubicBezTo>
                      <a:cubicBezTo>
                        <a:pt x="170307" y="55952"/>
                        <a:pt x="169831" y="91766"/>
                        <a:pt x="168783" y="119769"/>
                      </a:cubicBez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任意多边形 107"/>
                <p:cNvSpPr/>
                <p:nvPr/>
              </p:nvSpPr>
              <p:spPr>
                <a:xfrm>
                  <a:off x="7032688" y="3422808"/>
                  <a:ext cx="120586" cy="186880"/>
                </a:xfrm>
                <a:custGeom>
                  <a:avLst/>
                  <a:gdLst>
                    <a:gd name="connsiteX0" fmla="*/ 120587 w 120586"/>
                    <a:gd name="connsiteY0" fmla="*/ 140629 h 186880"/>
                    <a:gd name="connsiteX1" fmla="*/ 80391 w 120586"/>
                    <a:gd name="connsiteY1" fmla="*/ 186826 h 186880"/>
                    <a:gd name="connsiteX2" fmla="*/ 20098 w 120586"/>
                    <a:gd name="connsiteY2" fmla="*/ 148154 h 186880"/>
                    <a:gd name="connsiteX3" fmla="*/ 17526 w 120586"/>
                    <a:gd name="connsiteY3" fmla="*/ 104434 h 186880"/>
                    <a:gd name="connsiteX4" fmla="*/ 2953 w 120586"/>
                    <a:gd name="connsiteY4" fmla="*/ 13471 h 186880"/>
                    <a:gd name="connsiteX5" fmla="*/ 0 w 120586"/>
                    <a:gd name="connsiteY5" fmla="*/ -55 h 186880"/>
                    <a:gd name="connsiteX6" fmla="*/ 89154 w 120586"/>
                    <a:gd name="connsiteY6" fmla="*/ -55 h 186880"/>
                    <a:gd name="connsiteX7" fmla="*/ 91726 w 120586"/>
                    <a:gd name="connsiteY7" fmla="*/ 7755 h 186880"/>
                    <a:gd name="connsiteX8" fmla="*/ 113347 w 120586"/>
                    <a:gd name="connsiteY8" fmla="*/ 94814 h 186880"/>
                    <a:gd name="connsiteX9" fmla="*/ 120587 w 120586"/>
                    <a:gd name="connsiteY9" fmla="*/ 140629 h 186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0586" h="186880">
                      <a:moveTo>
                        <a:pt x="120587" y="140629"/>
                      </a:moveTo>
                      <a:lnTo>
                        <a:pt x="80391" y="186826"/>
                      </a:lnTo>
                      <a:lnTo>
                        <a:pt x="20098" y="148154"/>
                      </a:lnTo>
                      <a:cubicBezTo>
                        <a:pt x="20021" y="133543"/>
                        <a:pt x="19164" y="118950"/>
                        <a:pt x="17526" y="104434"/>
                      </a:cubicBezTo>
                      <a:cubicBezTo>
                        <a:pt x="14249" y="73878"/>
                        <a:pt x="9382" y="43522"/>
                        <a:pt x="2953" y="13471"/>
                      </a:cubicBezTo>
                      <a:cubicBezTo>
                        <a:pt x="1143" y="4993"/>
                        <a:pt x="0" y="-55"/>
                        <a:pt x="0" y="-55"/>
                      </a:cubicBezTo>
                      <a:lnTo>
                        <a:pt x="89154" y="-55"/>
                      </a:lnTo>
                      <a:cubicBezTo>
                        <a:pt x="90011" y="2517"/>
                        <a:pt x="90964" y="5088"/>
                        <a:pt x="91726" y="7755"/>
                      </a:cubicBezTo>
                      <a:cubicBezTo>
                        <a:pt x="100803" y="36273"/>
                        <a:pt x="108033" y="65353"/>
                        <a:pt x="113347" y="94814"/>
                      </a:cubicBezTo>
                      <a:cubicBezTo>
                        <a:pt x="118110" y="121675"/>
                        <a:pt x="120587" y="140629"/>
                        <a:pt x="120587" y="140629"/>
                      </a:cubicBez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任意多边形 108"/>
                <p:cNvSpPr/>
                <p:nvPr/>
              </p:nvSpPr>
              <p:spPr>
                <a:xfrm>
                  <a:off x="6822566" y="3518724"/>
                  <a:ext cx="168783" cy="96488"/>
                </a:xfrm>
                <a:custGeom>
                  <a:avLst/>
                  <a:gdLst>
                    <a:gd name="connsiteX0" fmla="*/ 168783 w 168783"/>
                    <a:gd name="connsiteY0" fmla="*/ 3946 h 96488"/>
                    <a:gd name="connsiteX1" fmla="*/ 167259 w 168783"/>
                    <a:gd name="connsiteY1" fmla="*/ 45951 h 96488"/>
                    <a:gd name="connsiteX2" fmla="*/ 105442 w 168783"/>
                    <a:gd name="connsiteY2" fmla="*/ 96433 h 96488"/>
                    <a:gd name="connsiteX3" fmla="*/ 0 w 168783"/>
                    <a:gd name="connsiteY3" fmla="*/ 49761 h 96488"/>
                    <a:gd name="connsiteX4" fmla="*/ 2667 w 168783"/>
                    <a:gd name="connsiteY4" fmla="*/ -55 h 96488"/>
                    <a:gd name="connsiteX5" fmla="*/ 99251 w 168783"/>
                    <a:gd name="connsiteY5" fmla="*/ 55381 h 96488"/>
                    <a:gd name="connsiteX6" fmla="*/ 168783 w 168783"/>
                    <a:gd name="connsiteY6" fmla="*/ 3946 h 96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8783" h="96488">
                      <a:moveTo>
                        <a:pt x="168783" y="3946"/>
                      </a:moveTo>
                      <a:cubicBezTo>
                        <a:pt x="168116" y="27853"/>
                        <a:pt x="167259" y="45951"/>
                        <a:pt x="167259" y="45951"/>
                      </a:cubicBezTo>
                      <a:lnTo>
                        <a:pt x="105442" y="96433"/>
                      </a:lnTo>
                      <a:lnTo>
                        <a:pt x="0" y="49761"/>
                      </a:lnTo>
                      <a:cubicBezTo>
                        <a:pt x="1857" y="33225"/>
                        <a:pt x="2743" y="16585"/>
                        <a:pt x="2667" y="-55"/>
                      </a:cubicBezTo>
                      <a:cubicBezTo>
                        <a:pt x="40491" y="6184"/>
                        <a:pt x="74790" y="25872"/>
                        <a:pt x="99251" y="55381"/>
                      </a:cubicBezTo>
                      <a:cubicBezTo>
                        <a:pt x="113852" y="28949"/>
                        <a:pt x="139237" y="10175"/>
                        <a:pt x="168783" y="3946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任意多边形 109"/>
                <p:cNvSpPr/>
                <p:nvPr/>
              </p:nvSpPr>
              <p:spPr>
                <a:xfrm>
                  <a:off x="6822757" y="3402901"/>
                  <a:ext cx="168402" cy="32194"/>
                </a:xfrm>
                <a:custGeom>
                  <a:avLst/>
                  <a:gdLst>
                    <a:gd name="connsiteX0" fmla="*/ 762 w 168402"/>
                    <a:gd name="connsiteY0" fmla="*/ 16423 h 32194"/>
                    <a:gd name="connsiteX1" fmla="*/ 0 w 168402"/>
                    <a:gd name="connsiteY1" fmla="*/ -55 h 32194"/>
                    <a:gd name="connsiteX2" fmla="*/ 167259 w 168402"/>
                    <a:gd name="connsiteY2" fmla="*/ 19852 h 32194"/>
                    <a:gd name="connsiteX3" fmla="*/ 168402 w 168402"/>
                    <a:gd name="connsiteY3" fmla="*/ 32139 h 32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8402" h="32194">
                      <a:moveTo>
                        <a:pt x="762" y="16423"/>
                      </a:moveTo>
                      <a:cubicBezTo>
                        <a:pt x="286" y="6231"/>
                        <a:pt x="0" y="-55"/>
                        <a:pt x="0" y="-55"/>
                      </a:cubicBezTo>
                      <a:lnTo>
                        <a:pt x="167259" y="19852"/>
                      </a:lnTo>
                      <a:cubicBezTo>
                        <a:pt x="167735" y="23376"/>
                        <a:pt x="168116" y="27567"/>
                        <a:pt x="168402" y="32139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任意多边形 110"/>
                <p:cNvSpPr/>
                <p:nvPr/>
              </p:nvSpPr>
              <p:spPr>
                <a:xfrm>
                  <a:off x="7032974" y="3422808"/>
                  <a:ext cx="91725" cy="13525"/>
                </a:xfrm>
                <a:custGeom>
                  <a:avLst/>
                  <a:gdLst>
                    <a:gd name="connsiteX0" fmla="*/ 91726 w 91725"/>
                    <a:gd name="connsiteY0" fmla="*/ 7755 h 13525"/>
                    <a:gd name="connsiteX1" fmla="*/ 2953 w 91725"/>
                    <a:gd name="connsiteY1" fmla="*/ 13471 h 13525"/>
                    <a:gd name="connsiteX2" fmla="*/ 0 w 91725"/>
                    <a:gd name="connsiteY2" fmla="*/ -55 h 13525"/>
                    <a:gd name="connsiteX3" fmla="*/ 89154 w 91725"/>
                    <a:gd name="connsiteY3" fmla="*/ -55 h 13525"/>
                    <a:gd name="connsiteX4" fmla="*/ 91726 w 91725"/>
                    <a:gd name="connsiteY4" fmla="*/ 7755 h 13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725" h="13525">
                      <a:moveTo>
                        <a:pt x="91726" y="7755"/>
                      </a:moveTo>
                      <a:lnTo>
                        <a:pt x="2953" y="13471"/>
                      </a:lnTo>
                      <a:cubicBezTo>
                        <a:pt x="1143" y="4993"/>
                        <a:pt x="0" y="-55"/>
                        <a:pt x="0" y="-55"/>
                      </a:cubicBezTo>
                      <a:lnTo>
                        <a:pt x="89154" y="-55"/>
                      </a:lnTo>
                      <a:cubicBezTo>
                        <a:pt x="89535" y="2517"/>
                        <a:pt x="90488" y="5088"/>
                        <a:pt x="91726" y="7755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任意多边形 111"/>
                <p:cNvSpPr/>
                <p:nvPr/>
              </p:nvSpPr>
              <p:spPr>
                <a:xfrm>
                  <a:off x="7050214" y="3517677"/>
                  <a:ext cx="103060" cy="92011"/>
                </a:xfrm>
                <a:custGeom>
                  <a:avLst/>
                  <a:gdLst>
                    <a:gd name="connsiteX0" fmla="*/ 103061 w 103060"/>
                    <a:gd name="connsiteY0" fmla="*/ 45760 h 92011"/>
                    <a:gd name="connsiteX1" fmla="*/ 62865 w 103060"/>
                    <a:gd name="connsiteY1" fmla="*/ 91957 h 92011"/>
                    <a:gd name="connsiteX2" fmla="*/ 2572 w 103060"/>
                    <a:gd name="connsiteY2" fmla="*/ 53285 h 92011"/>
                    <a:gd name="connsiteX3" fmla="*/ 0 w 103060"/>
                    <a:gd name="connsiteY3" fmla="*/ 9565 h 92011"/>
                    <a:gd name="connsiteX4" fmla="*/ 62865 w 103060"/>
                    <a:gd name="connsiteY4" fmla="*/ 65858 h 92011"/>
                    <a:gd name="connsiteX5" fmla="*/ 95821 w 103060"/>
                    <a:gd name="connsiteY5" fmla="*/ -55 h 92011"/>
                    <a:gd name="connsiteX6" fmla="*/ 103061 w 103060"/>
                    <a:gd name="connsiteY6" fmla="*/ 45760 h 920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060" h="92011">
                      <a:moveTo>
                        <a:pt x="103061" y="45760"/>
                      </a:moveTo>
                      <a:lnTo>
                        <a:pt x="62865" y="91957"/>
                      </a:lnTo>
                      <a:lnTo>
                        <a:pt x="2572" y="53285"/>
                      </a:lnTo>
                      <a:cubicBezTo>
                        <a:pt x="2495" y="38674"/>
                        <a:pt x="1638" y="24082"/>
                        <a:pt x="0" y="9565"/>
                      </a:cubicBezTo>
                      <a:cubicBezTo>
                        <a:pt x="28042" y="18471"/>
                        <a:pt x="50921" y="38969"/>
                        <a:pt x="62865" y="65858"/>
                      </a:cubicBezTo>
                      <a:cubicBezTo>
                        <a:pt x="62865" y="65858"/>
                        <a:pt x="63818" y="21757"/>
                        <a:pt x="95821" y="-55"/>
                      </a:cubicBezTo>
                      <a:cubicBezTo>
                        <a:pt x="100584" y="26806"/>
                        <a:pt x="103061" y="45760"/>
                        <a:pt x="103061" y="45760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任意多边形 112"/>
                <p:cNvSpPr/>
                <p:nvPr/>
              </p:nvSpPr>
              <p:spPr>
                <a:xfrm>
                  <a:off x="6737127" y="3304031"/>
                  <a:ext cx="459771" cy="649264"/>
                </a:xfrm>
                <a:custGeom>
                  <a:avLst/>
                  <a:gdLst>
                    <a:gd name="connsiteX0" fmla="*/ 459772 w 459771"/>
                    <a:gd name="connsiteY0" fmla="*/ 613641 h 649264"/>
                    <a:gd name="connsiteX1" fmla="*/ 228124 w 459771"/>
                    <a:gd name="connsiteY1" fmla="*/ 645359 h 649264"/>
                    <a:gd name="connsiteX2" fmla="*/ 5810 w 459771"/>
                    <a:gd name="connsiteY2" fmla="*/ 638596 h 649264"/>
                    <a:gd name="connsiteX3" fmla="*/ 0 w 459771"/>
                    <a:gd name="connsiteY3" fmla="*/ 602782 h 649264"/>
                    <a:gd name="connsiteX4" fmla="*/ 18479 w 459771"/>
                    <a:gd name="connsiteY4" fmla="*/ 603639 h 649264"/>
                    <a:gd name="connsiteX5" fmla="*/ 22765 w 459771"/>
                    <a:gd name="connsiteY5" fmla="*/ 131009 h 649264"/>
                    <a:gd name="connsiteX6" fmla="*/ 3715 w 459771"/>
                    <a:gd name="connsiteY6" fmla="*/ 108149 h 649264"/>
                    <a:gd name="connsiteX7" fmla="*/ 37338 w 459771"/>
                    <a:gd name="connsiteY7" fmla="*/ 21281 h 649264"/>
                    <a:gd name="connsiteX8" fmla="*/ 39529 w 459771"/>
                    <a:gd name="connsiteY8" fmla="*/ -55 h 649264"/>
                    <a:gd name="connsiteX9" fmla="*/ 58579 w 459771"/>
                    <a:gd name="connsiteY9" fmla="*/ 2803 h 649264"/>
                    <a:gd name="connsiteX10" fmla="*/ 58579 w 459771"/>
                    <a:gd name="connsiteY10" fmla="*/ 12328 h 649264"/>
                    <a:gd name="connsiteX11" fmla="*/ 11811 w 459771"/>
                    <a:gd name="connsiteY11" fmla="*/ 344274 h 649264"/>
                    <a:gd name="connsiteX12" fmla="*/ 31528 w 459771"/>
                    <a:gd name="connsiteY12" fmla="*/ 604687 h 649264"/>
                    <a:gd name="connsiteX13" fmla="*/ 456724 w 459771"/>
                    <a:gd name="connsiteY13" fmla="*/ 589352 h 649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9771" h="649264">
                      <a:moveTo>
                        <a:pt x="459772" y="613641"/>
                      </a:moveTo>
                      <a:cubicBezTo>
                        <a:pt x="459772" y="613641"/>
                        <a:pt x="429768" y="632214"/>
                        <a:pt x="228124" y="645359"/>
                      </a:cubicBezTo>
                      <a:cubicBezTo>
                        <a:pt x="50863" y="656980"/>
                        <a:pt x="5810" y="638596"/>
                        <a:pt x="5810" y="638596"/>
                      </a:cubicBezTo>
                      <a:cubicBezTo>
                        <a:pt x="3715" y="626404"/>
                        <a:pt x="1810" y="614498"/>
                        <a:pt x="0" y="602782"/>
                      </a:cubicBezTo>
                      <a:lnTo>
                        <a:pt x="18479" y="603639"/>
                      </a:lnTo>
                      <a:cubicBezTo>
                        <a:pt x="9525" y="528297"/>
                        <a:pt x="-16573" y="271789"/>
                        <a:pt x="22765" y="131009"/>
                      </a:cubicBezTo>
                      <a:cubicBezTo>
                        <a:pt x="15878" y="123856"/>
                        <a:pt x="9515" y="116217"/>
                        <a:pt x="3715" y="108149"/>
                      </a:cubicBezTo>
                      <a:cubicBezTo>
                        <a:pt x="11573" y="78002"/>
                        <a:pt x="22851" y="48856"/>
                        <a:pt x="37338" y="21281"/>
                      </a:cubicBezTo>
                      <a:lnTo>
                        <a:pt x="39529" y="-55"/>
                      </a:lnTo>
                      <a:cubicBezTo>
                        <a:pt x="45939" y="440"/>
                        <a:pt x="52302" y="1393"/>
                        <a:pt x="58579" y="2803"/>
                      </a:cubicBezTo>
                      <a:lnTo>
                        <a:pt x="58579" y="12328"/>
                      </a:lnTo>
                      <a:cubicBezTo>
                        <a:pt x="58579" y="12328"/>
                        <a:pt x="11811" y="179110"/>
                        <a:pt x="11811" y="344274"/>
                      </a:cubicBezTo>
                      <a:cubicBezTo>
                        <a:pt x="11602" y="431456"/>
                        <a:pt x="18193" y="518524"/>
                        <a:pt x="31528" y="604687"/>
                      </a:cubicBezTo>
                      <a:cubicBezTo>
                        <a:pt x="173441" y="609764"/>
                        <a:pt x="315544" y="604640"/>
                        <a:pt x="456724" y="589352"/>
                      </a:cubicBezTo>
                      <a:close/>
                    </a:path>
                  </a:pathLst>
                </a:custGeom>
                <a:solidFill>
                  <a:srgbClr val="000000">
                    <a:alpha val="15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7" name="组合 126"/>
                <p:cNvGrpSpPr/>
                <p:nvPr/>
              </p:nvGrpSpPr>
              <p:grpSpPr>
                <a:xfrm>
                  <a:off x="6768560" y="3274789"/>
                  <a:ext cx="333470" cy="69341"/>
                  <a:chOff x="6768560" y="3274789"/>
                  <a:chExt cx="333470" cy="69341"/>
                </a:xfrm>
                <a:solidFill>
                  <a:srgbClr val="FFFFFF"/>
                </a:solidFill>
              </p:grpSpPr>
              <p:sp>
                <p:nvSpPr>
                  <p:cNvPr id="180" name="任意多边形 114"/>
                  <p:cNvSpPr/>
                  <p:nvPr/>
                </p:nvSpPr>
                <p:spPr>
                  <a:xfrm>
                    <a:off x="6768560" y="3274789"/>
                    <a:ext cx="146399" cy="54673"/>
                  </a:xfrm>
                  <a:custGeom>
                    <a:avLst/>
                    <a:gdLst>
                      <a:gd name="connsiteX0" fmla="*/ 143161 w 146399"/>
                      <a:gd name="connsiteY0" fmla="*/ 54674 h 54673"/>
                      <a:gd name="connsiteX1" fmla="*/ 0 w 146399"/>
                      <a:gd name="connsiteY1" fmla="*/ 43339 h 54673"/>
                      <a:gd name="connsiteX2" fmla="*/ 1905 w 146399"/>
                      <a:gd name="connsiteY2" fmla="*/ 0 h 54673"/>
                      <a:gd name="connsiteX3" fmla="*/ 146400 w 146399"/>
                      <a:gd name="connsiteY3" fmla="*/ 15145 h 54673"/>
                      <a:gd name="connsiteX4" fmla="*/ 143161 w 146399"/>
                      <a:gd name="connsiteY4" fmla="*/ 54674 h 546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6399" h="54673">
                        <a:moveTo>
                          <a:pt x="143161" y="54674"/>
                        </a:moveTo>
                        <a:lnTo>
                          <a:pt x="0" y="43339"/>
                        </a:lnTo>
                        <a:lnTo>
                          <a:pt x="1905" y="0"/>
                        </a:lnTo>
                        <a:lnTo>
                          <a:pt x="146400" y="15145"/>
                        </a:lnTo>
                        <a:lnTo>
                          <a:pt x="143161" y="5467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1" name="任意多边形 115"/>
                  <p:cNvSpPr/>
                  <p:nvPr/>
                </p:nvSpPr>
                <p:spPr>
                  <a:xfrm>
                    <a:off x="6922008" y="3290982"/>
                    <a:ext cx="135921" cy="49815"/>
                  </a:xfrm>
                  <a:custGeom>
                    <a:avLst/>
                    <a:gdLst>
                      <a:gd name="connsiteX0" fmla="*/ 133064 w 135921"/>
                      <a:gd name="connsiteY0" fmla="*/ 49816 h 49815"/>
                      <a:gd name="connsiteX1" fmla="*/ 0 w 135921"/>
                      <a:gd name="connsiteY1" fmla="*/ 39243 h 49815"/>
                      <a:gd name="connsiteX2" fmla="*/ 3238 w 135921"/>
                      <a:gd name="connsiteY2" fmla="*/ 0 h 49815"/>
                      <a:gd name="connsiteX3" fmla="*/ 135922 w 135921"/>
                      <a:gd name="connsiteY3" fmla="*/ 13907 h 49815"/>
                      <a:gd name="connsiteX4" fmla="*/ 133064 w 135921"/>
                      <a:gd name="connsiteY4" fmla="*/ 49816 h 498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5921" h="49815">
                        <a:moveTo>
                          <a:pt x="133064" y="49816"/>
                        </a:moveTo>
                        <a:lnTo>
                          <a:pt x="0" y="39243"/>
                        </a:lnTo>
                        <a:lnTo>
                          <a:pt x="3238" y="0"/>
                        </a:lnTo>
                        <a:lnTo>
                          <a:pt x="135922" y="13907"/>
                        </a:lnTo>
                        <a:lnTo>
                          <a:pt x="133064" y="498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2" name="任意多边形 116"/>
                  <p:cNvSpPr/>
                  <p:nvPr/>
                </p:nvSpPr>
                <p:spPr>
                  <a:xfrm>
                    <a:off x="7065359" y="3305936"/>
                    <a:ext cx="36671" cy="38195"/>
                  </a:xfrm>
                  <a:custGeom>
                    <a:avLst/>
                    <a:gdLst>
                      <a:gd name="connsiteX0" fmla="*/ 2858 w 36671"/>
                      <a:gd name="connsiteY0" fmla="*/ 0 h 38195"/>
                      <a:gd name="connsiteX1" fmla="*/ 36671 w 36671"/>
                      <a:gd name="connsiteY1" fmla="*/ 3524 h 38195"/>
                      <a:gd name="connsiteX2" fmla="*/ 32385 w 36671"/>
                      <a:gd name="connsiteY2" fmla="*/ 38195 h 38195"/>
                      <a:gd name="connsiteX3" fmla="*/ 0 w 36671"/>
                      <a:gd name="connsiteY3" fmla="*/ 35624 h 38195"/>
                      <a:gd name="connsiteX4" fmla="*/ 2858 w 36671"/>
                      <a:gd name="connsiteY4" fmla="*/ 0 h 381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671" h="38195">
                        <a:moveTo>
                          <a:pt x="2858" y="0"/>
                        </a:moveTo>
                        <a:lnTo>
                          <a:pt x="36671" y="3524"/>
                        </a:lnTo>
                        <a:lnTo>
                          <a:pt x="32385" y="38195"/>
                        </a:lnTo>
                        <a:lnTo>
                          <a:pt x="0" y="35624"/>
                        </a:lnTo>
                        <a:lnTo>
                          <a:pt x="2858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8" name="任意多边形 117"/>
                <p:cNvSpPr/>
                <p:nvPr/>
              </p:nvSpPr>
              <p:spPr>
                <a:xfrm>
                  <a:off x="6545008" y="2836372"/>
                  <a:ext cx="337935" cy="269484"/>
                </a:xfrm>
                <a:custGeom>
                  <a:avLst/>
                  <a:gdLst>
                    <a:gd name="connsiteX0" fmla="*/ 16573 w 337935"/>
                    <a:gd name="connsiteY0" fmla="*/ 117751 h 269484"/>
                    <a:gd name="connsiteX1" fmla="*/ 0 w 337935"/>
                    <a:gd name="connsiteY1" fmla="*/ 141754 h 269484"/>
                    <a:gd name="connsiteX2" fmla="*/ 156972 w 337935"/>
                    <a:gd name="connsiteY2" fmla="*/ 268627 h 269484"/>
                    <a:gd name="connsiteX3" fmla="*/ 326517 w 337935"/>
                    <a:gd name="connsiteY3" fmla="*/ 81461 h 269484"/>
                    <a:gd name="connsiteX4" fmla="*/ 302228 w 337935"/>
                    <a:gd name="connsiteY4" fmla="*/ 594 h 269484"/>
                    <a:gd name="connsiteX5" fmla="*/ 146875 w 337935"/>
                    <a:gd name="connsiteY5" fmla="*/ 204524 h 269484"/>
                    <a:gd name="connsiteX6" fmla="*/ 16573 w 337935"/>
                    <a:gd name="connsiteY6" fmla="*/ 117751 h 269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7935" h="269484">
                      <a:moveTo>
                        <a:pt x="16573" y="117751"/>
                      </a:moveTo>
                      <a:lnTo>
                        <a:pt x="0" y="141754"/>
                      </a:lnTo>
                      <a:cubicBezTo>
                        <a:pt x="0" y="141754"/>
                        <a:pt x="90392" y="281200"/>
                        <a:pt x="156972" y="268627"/>
                      </a:cubicBezTo>
                      <a:cubicBezTo>
                        <a:pt x="223551" y="256054"/>
                        <a:pt x="313944" y="121656"/>
                        <a:pt x="326517" y="81461"/>
                      </a:cubicBezTo>
                      <a:cubicBezTo>
                        <a:pt x="339090" y="41266"/>
                        <a:pt x="351949" y="-6169"/>
                        <a:pt x="302228" y="594"/>
                      </a:cubicBezTo>
                      <a:cubicBezTo>
                        <a:pt x="252508" y="7356"/>
                        <a:pt x="190881" y="184617"/>
                        <a:pt x="146875" y="204524"/>
                      </a:cubicBezTo>
                      <a:cubicBezTo>
                        <a:pt x="102870" y="224431"/>
                        <a:pt x="16573" y="117751"/>
                        <a:pt x="16573" y="117751"/>
                      </a:cubicBezTo>
                      <a:close/>
                    </a:path>
                  </a:pathLst>
                </a:custGeom>
                <a:solidFill>
                  <a:srgbClr val="EBB37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9" name="组合 128"/>
                <p:cNvGrpSpPr/>
                <p:nvPr/>
              </p:nvGrpSpPr>
              <p:grpSpPr>
                <a:xfrm>
                  <a:off x="4249286" y="2162158"/>
                  <a:ext cx="1463690" cy="2903997"/>
                  <a:chOff x="4249286" y="2162158"/>
                  <a:chExt cx="1463690" cy="2903997"/>
                </a:xfrm>
              </p:grpSpPr>
              <p:sp>
                <p:nvSpPr>
                  <p:cNvPr id="130" name="任意多边形 119"/>
                  <p:cNvSpPr/>
                  <p:nvPr/>
                </p:nvSpPr>
                <p:spPr>
                  <a:xfrm>
                    <a:off x="4781983" y="2528791"/>
                    <a:ext cx="215900" cy="164870"/>
                  </a:xfrm>
                  <a:custGeom>
                    <a:avLst/>
                    <a:gdLst>
                      <a:gd name="connsiteX0" fmla="*/ 14711 w 215900"/>
                      <a:gd name="connsiteY0" fmla="*/ -55 h 164870"/>
                      <a:gd name="connsiteX1" fmla="*/ 207593 w 215900"/>
                      <a:gd name="connsiteY1" fmla="*/ 22519 h 164870"/>
                      <a:gd name="connsiteX2" fmla="*/ 72814 w 215900"/>
                      <a:gd name="connsiteY2" fmla="*/ 161965 h 164870"/>
                      <a:gd name="connsiteX3" fmla="*/ 14711 w 215900"/>
                      <a:gd name="connsiteY3" fmla="*/ -55 h 1648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5900" h="164870">
                        <a:moveTo>
                          <a:pt x="14711" y="-55"/>
                        </a:moveTo>
                        <a:cubicBezTo>
                          <a:pt x="14711" y="-55"/>
                          <a:pt x="164826" y="1374"/>
                          <a:pt x="207593" y="22519"/>
                        </a:cubicBezTo>
                        <a:cubicBezTo>
                          <a:pt x="250360" y="43665"/>
                          <a:pt x="116248" y="186635"/>
                          <a:pt x="72814" y="161965"/>
                        </a:cubicBezTo>
                        <a:cubicBezTo>
                          <a:pt x="29380" y="137296"/>
                          <a:pt x="-27198" y="59571"/>
                          <a:pt x="14711" y="-55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" name="任意多边形 120"/>
                  <p:cNvSpPr/>
                  <p:nvPr/>
                </p:nvSpPr>
                <p:spPr>
                  <a:xfrm>
                    <a:off x="4781983" y="2528791"/>
                    <a:ext cx="215900" cy="164870"/>
                  </a:xfrm>
                  <a:custGeom>
                    <a:avLst/>
                    <a:gdLst>
                      <a:gd name="connsiteX0" fmla="*/ 14711 w 215900"/>
                      <a:gd name="connsiteY0" fmla="*/ -55 h 164870"/>
                      <a:gd name="connsiteX1" fmla="*/ 207593 w 215900"/>
                      <a:gd name="connsiteY1" fmla="*/ 22519 h 164870"/>
                      <a:gd name="connsiteX2" fmla="*/ 72814 w 215900"/>
                      <a:gd name="connsiteY2" fmla="*/ 161965 h 164870"/>
                      <a:gd name="connsiteX3" fmla="*/ 14711 w 215900"/>
                      <a:gd name="connsiteY3" fmla="*/ -55 h 1648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15900" h="164870">
                        <a:moveTo>
                          <a:pt x="14711" y="-55"/>
                        </a:moveTo>
                        <a:cubicBezTo>
                          <a:pt x="14711" y="-55"/>
                          <a:pt x="164826" y="1374"/>
                          <a:pt x="207593" y="22519"/>
                        </a:cubicBezTo>
                        <a:cubicBezTo>
                          <a:pt x="250360" y="43665"/>
                          <a:pt x="116248" y="186635"/>
                          <a:pt x="72814" y="161965"/>
                        </a:cubicBezTo>
                        <a:cubicBezTo>
                          <a:pt x="29380" y="137296"/>
                          <a:pt x="-27198" y="59571"/>
                          <a:pt x="14711" y="-5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" name="任意多边形 121"/>
                  <p:cNvSpPr/>
                  <p:nvPr/>
                </p:nvSpPr>
                <p:spPr>
                  <a:xfrm>
                    <a:off x="4676532" y="4975929"/>
                    <a:ext cx="267446" cy="90227"/>
                  </a:xfrm>
                  <a:custGeom>
                    <a:avLst/>
                    <a:gdLst>
                      <a:gd name="connsiteX0" fmla="*/ 119401 w 267446"/>
                      <a:gd name="connsiteY0" fmla="*/ -30 h 90227"/>
                      <a:gd name="connsiteX1" fmla="*/ 22912 w 267446"/>
                      <a:gd name="connsiteY1" fmla="*/ -30 h 90227"/>
                      <a:gd name="connsiteX2" fmla="*/ 16149 w 267446"/>
                      <a:gd name="connsiteY2" fmla="*/ 5400 h 90227"/>
                      <a:gd name="connsiteX3" fmla="*/ 243 w 267446"/>
                      <a:gd name="connsiteY3" fmla="*/ 76170 h 90227"/>
                      <a:gd name="connsiteX4" fmla="*/ 9368 w 267446"/>
                      <a:gd name="connsiteY4" fmla="*/ 90001 h 90227"/>
                      <a:gd name="connsiteX5" fmla="*/ 9768 w 267446"/>
                      <a:gd name="connsiteY5" fmla="*/ 90077 h 90227"/>
                      <a:gd name="connsiteX6" fmla="*/ 12339 w 267446"/>
                      <a:gd name="connsiteY6" fmla="*/ 90077 h 90227"/>
                      <a:gd name="connsiteX7" fmla="*/ 105589 w 267446"/>
                      <a:gd name="connsiteY7" fmla="*/ 87601 h 90227"/>
                      <a:gd name="connsiteX8" fmla="*/ 235987 w 267446"/>
                      <a:gd name="connsiteY8" fmla="*/ 90172 h 90227"/>
                      <a:gd name="connsiteX9" fmla="*/ 259990 w 267446"/>
                      <a:gd name="connsiteY9" fmla="*/ 54168 h 90227"/>
                      <a:gd name="connsiteX10" fmla="*/ 133021 w 267446"/>
                      <a:gd name="connsiteY10" fmla="*/ 4733 h 90227"/>
                      <a:gd name="connsiteX11" fmla="*/ 119401 w 267446"/>
                      <a:gd name="connsiteY11" fmla="*/ -30 h 902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67446" h="90227">
                        <a:moveTo>
                          <a:pt x="119401" y="-30"/>
                        </a:moveTo>
                        <a:lnTo>
                          <a:pt x="22912" y="-30"/>
                        </a:lnTo>
                        <a:cubicBezTo>
                          <a:pt x="19664" y="-20"/>
                          <a:pt x="16864" y="2237"/>
                          <a:pt x="16149" y="5400"/>
                        </a:cubicBezTo>
                        <a:lnTo>
                          <a:pt x="243" y="76170"/>
                        </a:lnTo>
                        <a:cubicBezTo>
                          <a:pt x="-1062" y="82505"/>
                          <a:pt x="3024" y="88705"/>
                          <a:pt x="9368" y="90001"/>
                        </a:cubicBezTo>
                        <a:cubicBezTo>
                          <a:pt x="9501" y="90029"/>
                          <a:pt x="9634" y="90058"/>
                          <a:pt x="9768" y="90077"/>
                        </a:cubicBezTo>
                        <a:lnTo>
                          <a:pt x="12339" y="90077"/>
                        </a:lnTo>
                        <a:cubicBezTo>
                          <a:pt x="43582" y="89506"/>
                          <a:pt x="66346" y="87601"/>
                          <a:pt x="105589" y="87601"/>
                        </a:cubicBezTo>
                        <a:cubicBezTo>
                          <a:pt x="129687" y="87601"/>
                          <a:pt x="202649" y="90172"/>
                          <a:pt x="235987" y="90172"/>
                        </a:cubicBezTo>
                        <a:cubicBezTo>
                          <a:pt x="269324" y="90172"/>
                          <a:pt x="274087" y="57216"/>
                          <a:pt x="259990" y="54168"/>
                        </a:cubicBezTo>
                        <a:cubicBezTo>
                          <a:pt x="198744" y="40833"/>
                          <a:pt x="152643" y="22354"/>
                          <a:pt x="133021" y="4733"/>
                        </a:cubicBezTo>
                        <a:cubicBezTo>
                          <a:pt x="129278" y="1418"/>
                          <a:pt x="124392" y="-287"/>
                          <a:pt x="119401" y="-30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" name="任意多边形 122"/>
                  <p:cNvSpPr/>
                  <p:nvPr/>
                </p:nvSpPr>
                <p:spPr>
                  <a:xfrm>
                    <a:off x="5086107" y="4973372"/>
                    <a:ext cx="266997" cy="90307"/>
                  </a:xfrm>
                  <a:custGeom>
                    <a:avLst/>
                    <a:gdLst>
                      <a:gd name="connsiteX0" fmla="*/ 119305 w 266997"/>
                      <a:gd name="connsiteY0" fmla="*/ -45 h 90307"/>
                      <a:gd name="connsiteX1" fmla="*/ 22721 w 266997"/>
                      <a:gd name="connsiteY1" fmla="*/ -45 h 90307"/>
                      <a:gd name="connsiteX2" fmla="*/ 15958 w 266997"/>
                      <a:gd name="connsiteY2" fmla="*/ 5480 h 90307"/>
                      <a:gd name="connsiteX3" fmla="*/ 242 w 266997"/>
                      <a:gd name="connsiteY3" fmla="*/ 76251 h 90307"/>
                      <a:gd name="connsiteX4" fmla="*/ 9291 w 266997"/>
                      <a:gd name="connsiteY4" fmla="*/ 90157 h 90307"/>
                      <a:gd name="connsiteX5" fmla="*/ 11958 w 266997"/>
                      <a:gd name="connsiteY5" fmla="*/ 90157 h 90307"/>
                      <a:gd name="connsiteX6" fmla="*/ 105112 w 266997"/>
                      <a:gd name="connsiteY6" fmla="*/ 87776 h 90307"/>
                      <a:gd name="connsiteX7" fmla="*/ 235510 w 266997"/>
                      <a:gd name="connsiteY7" fmla="*/ 90253 h 90307"/>
                      <a:gd name="connsiteX8" fmla="*/ 259608 w 266997"/>
                      <a:gd name="connsiteY8" fmla="*/ 54248 h 90307"/>
                      <a:gd name="connsiteX9" fmla="*/ 132640 w 266997"/>
                      <a:gd name="connsiteY9" fmla="*/ 4813 h 90307"/>
                      <a:gd name="connsiteX10" fmla="*/ 119305 w 266997"/>
                      <a:gd name="connsiteY10" fmla="*/ -45 h 90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6997" h="90307">
                        <a:moveTo>
                          <a:pt x="119305" y="-45"/>
                        </a:moveTo>
                        <a:lnTo>
                          <a:pt x="22721" y="-45"/>
                        </a:lnTo>
                        <a:cubicBezTo>
                          <a:pt x="19464" y="13"/>
                          <a:pt x="16663" y="2299"/>
                          <a:pt x="15958" y="5480"/>
                        </a:cubicBezTo>
                        <a:lnTo>
                          <a:pt x="242" y="76251"/>
                        </a:lnTo>
                        <a:cubicBezTo>
                          <a:pt x="-1053" y="82585"/>
                          <a:pt x="2976" y="88776"/>
                          <a:pt x="9291" y="90157"/>
                        </a:cubicBezTo>
                        <a:lnTo>
                          <a:pt x="11958" y="90157"/>
                        </a:lnTo>
                        <a:cubicBezTo>
                          <a:pt x="43105" y="89681"/>
                          <a:pt x="65869" y="87776"/>
                          <a:pt x="105112" y="87776"/>
                        </a:cubicBezTo>
                        <a:cubicBezTo>
                          <a:pt x="129306" y="87776"/>
                          <a:pt x="202172" y="90253"/>
                          <a:pt x="235510" y="90253"/>
                        </a:cubicBezTo>
                        <a:cubicBezTo>
                          <a:pt x="268847" y="90253"/>
                          <a:pt x="273610" y="57296"/>
                          <a:pt x="259608" y="54248"/>
                        </a:cubicBezTo>
                        <a:cubicBezTo>
                          <a:pt x="198362" y="40913"/>
                          <a:pt x="152261" y="22435"/>
                          <a:pt x="132640" y="4813"/>
                        </a:cubicBezTo>
                        <a:cubicBezTo>
                          <a:pt x="128982" y="1537"/>
                          <a:pt x="124210" y="-207"/>
                          <a:pt x="119305" y="-45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" name="任意多边形 123"/>
                  <p:cNvSpPr/>
                  <p:nvPr/>
                </p:nvSpPr>
                <p:spPr>
                  <a:xfrm>
                    <a:off x="4679251" y="3186588"/>
                    <a:ext cx="594689" cy="1798700"/>
                  </a:xfrm>
                  <a:custGeom>
                    <a:avLst/>
                    <a:gdLst>
                      <a:gd name="connsiteX0" fmla="*/ 65532 w 594689"/>
                      <a:gd name="connsiteY0" fmla="*/ -55 h 1798700"/>
                      <a:gd name="connsiteX1" fmla="*/ 487299 w 594689"/>
                      <a:gd name="connsiteY1" fmla="*/ -55 h 1798700"/>
                      <a:gd name="connsiteX2" fmla="*/ 562832 w 594689"/>
                      <a:gd name="connsiteY2" fmla="*/ 1798646 h 1798700"/>
                      <a:gd name="connsiteX3" fmla="*/ 419957 w 594689"/>
                      <a:gd name="connsiteY3" fmla="*/ 1798646 h 1798700"/>
                      <a:gd name="connsiteX4" fmla="*/ 307181 w 594689"/>
                      <a:gd name="connsiteY4" fmla="*/ 411139 h 1798700"/>
                      <a:gd name="connsiteX5" fmla="*/ 145256 w 594689"/>
                      <a:gd name="connsiteY5" fmla="*/ 1797979 h 1798700"/>
                      <a:gd name="connsiteX6" fmla="*/ 0 w 594689"/>
                      <a:gd name="connsiteY6" fmla="*/ 1797979 h 1798700"/>
                      <a:gd name="connsiteX7" fmla="*/ 43434 w 594689"/>
                      <a:gd name="connsiteY7" fmla="*/ 916155 h 1798700"/>
                      <a:gd name="connsiteX8" fmla="*/ 65532 w 594689"/>
                      <a:gd name="connsiteY8" fmla="*/ -55 h 1798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94689" h="1798700">
                        <a:moveTo>
                          <a:pt x="65532" y="-55"/>
                        </a:moveTo>
                        <a:lnTo>
                          <a:pt x="487299" y="-55"/>
                        </a:lnTo>
                        <a:cubicBezTo>
                          <a:pt x="527399" y="219020"/>
                          <a:pt x="652939" y="1108179"/>
                          <a:pt x="562832" y="1798646"/>
                        </a:cubicBezTo>
                        <a:lnTo>
                          <a:pt x="419957" y="1798646"/>
                        </a:lnTo>
                        <a:cubicBezTo>
                          <a:pt x="419957" y="1798646"/>
                          <a:pt x="433197" y="750039"/>
                          <a:pt x="307181" y="411139"/>
                        </a:cubicBezTo>
                        <a:cubicBezTo>
                          <a:pt x="292608" y="592114"/>
                          <a:pt x="145256" y="1797979"/>
                          <a:pt x="145256" y="1797979"/>
                        </a:cubicBezTo>
                        <a:lnTo>
                          <a:pt x="0" y="1797979"/>
                        </a:lnTo>
                        <a:cubicBezTo>
                          <a:pt x="0" y="1797979"/>
                          <a:pt x="21717" y="1344494"/>
                          <a:pt x="43434" y="916155"/>
                        </a:cubicBezTo>
                        <a:cubicBezTo>
                          <a:pt x="57150" y="646216"/>
                          <a:pt x="64960" y="55190"/>
                          <a:pt x="65532" y="-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" name="任意多边形 124"/>
                  <p:cNvSpPr/>
                  <p:nvPr/>
                </p:nvSpPr>
                <p:spPr>
                  <a:xfrm>
                    <a:off x="4986528" y="3447573"/>
                    <a:ext cx="49019" cy="332517"/>
                  </a:xfrm>
                  <a:custGeom>
                    <a:avLst/>
                    <a:gdLst>
                      <a:gd name="connsiteX0" fmla="*/ 0 w 49019"/>
                      <a:gd name="connsiteY0" fmla="*/ 150059 h 332517"/>
                      <a:gd name="connsiteX1" fmla="*/ 47149 w 49019"/>
                      <a:gd name="connsiteY1" fmla="*/ 332463 h 332517"/>
                      <a:gd name="connsiteX2" fmla="*/ 11716 w 49019"/>
                      <a:gd name="connsiteY2" fmla="*/ -55 h 332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9019" h="332517">
                        <a:moveTo>
                          <a:pt x="0" y="150059"/>
                        </a:moveTo>
                        <a:cubicBezTo>
                          <a:pt x="20755" y="209447"/>
                          <a:pt x="36519" y="270455"/>
                          <a:pt x="47149" y="332463"/>
                        </a:cubicBezTo>
                        <a:cubicBezTo>
                          <a:pt x="58864" y="171109"/>
                          <a:pt x="11716" y="-55"/>
                          <a:pt x="11716" y="-5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任意多边形 125"/>
                  <p:cNvSpPr/>
                  <p:nvPr/>
                </p:nvSpPr>
                <p:spPr>
                  <a:xfrm>
                    <a:off x="4668964" y="2570875"/>
                    <a:ext cx="488537" cy="640763"/>
                  </a:xfrm>
                  <a:custGeom>
                    <a:avLst/>
                    <a:gdLst>
                      <a:gd name="connsiteX0" fmla="*/ 0 w 488537"/>
                      <a:gd name="connsiteY0" fmla="*/ 10058 h 640763"/>
                      <a:gd name="connsiteX1" fmla="*/ 411290 w 488537"/>
                      <a:gd name="connsiteY1" fmla="*/ 12059 h 640763"/>
                      <a:gd name="connsiteX2" fmla="*/ 488537 w 488537"/>
                      <a:gd name="connsiteY2" fmla="*/ 640709 h 640763"/>
                      <a:gd name="connsiteX3" fmla="*/ 63913 w 488537"/>
                      <a:gd name="connsiteY3" fmla="*/ 640709 h 640763"/>
                      <a:gd name="connsiteX4" fmla="*/ 0 w 488537"/>
                      <a:gd name="connsiteY4" fmla="*/ 10058 h 6407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8537" h="640763">
                        <a:moveTo>
                          <a:pt x="0" y="10058"/>
                        </a:moveTo>
                        <a:cubicBezTo>
                          <a:pt x="136769" y="-4067"/>
                          <a:pt x="274663" y="-3391"/>
                          <a:pt x="411290" y="12059"/>
                        </a:cubicBezTo>
                        <a:cubicBezTo>
                          <a:pt x="411290" y="12059"/>
                          <a:pt x="481489" y="333527"/>
                          <a:pt x="488537" y="640709"/>
                        </a:cubicBezTo>
                        <a:lnTo>
                          <a:pt x="63913" y="640709"/>
                        </a:lnTo>
                        <a:cubicBezTo>
                          <a:pt x="63913" y="640709"/>
                          <a:pt x="63532" y="207035"/>
                          <a:pt x="0" y="10058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任意多边形 126"/>
                  <p:cNvSpPr/>
                  <p:nvPr/>
                </p:nvSpPr>
                <p:spPr>
                  <a:xfrm>
                    <a:off x="4668964" y="2570875"/>
                    <a:ext cx="488537" cy="640763"/>
                  </a:xfrm>
                  <a:custGeom>
                    <a:avLst/>
                    <a:gdLst>
                      <a:gd name="connsiteX0" fmla="*/ 0 w 488537"/>
                      <a:gd name="connsiteY0" fmla="*/ 10058 h 640763"/>
                      <a:gd name="connsiteX1" fmla="*/ 411290 w 488537"/>
                      <a:gd name="connsiteY1" fmla="*/ 12059 h 640763"/>
                      <a:gd name="connsiteX2" fmla="*/ 488537 w 488537"/>
                      <a:gd name="connsiteY2" fmla="*/ 640709 h 640763"/>
                      <a:gd name="connsiteX3" fmla="*/ 63913 w 488537"/>
                      <a:gd name="connsiteY3" fmla="*/ 640709 h 640763"/>
                      <a:gd name="connsiteX4" fmla="*/ 0 w 488537"/>
                      <a:gd name="connsiteY4" fmla="*/ 10058 h 6407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8537" h="640763">
                        <a:moveTo>
                          <a:pt x="0" y="10058"/>
                        </a:moveTo>
                        <a:cubicBezTo>
                          <a:pt x="136769" y="-4067"/>
                          <a:pt x="274663" y="-3391"/>
                          <a:pt x="411290" y="12059"/>
                        </a:cubicBezTo>
                        <a:cubicBezTo>
                          <a:pt x="411290" y="12059"/>
                          <a:pt x="481489" y="333527"/>
                          <a:pt x="488537" y="640709"/>
                        </a:cubicBezTo>
                        <a:lnTo>
                          <a:pt x="63913" y="640709"/>
                        </a:lnTo>
                        <a:cubicBezTo>
                          <a:pt x="63913" y="640709"/>
                          <a:pt x="63532" y="207035"/>
                          <a:pt x="0" y="10058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任意多边形 127"/>
                  <p:cNvSpPr/>
                  <p:nvPr/>
                </p:nvSpPr>
                <p:spPr>
                  <a:xfrm>
                    <a:off x="4818316" y="2396965"/>
                    <a:ext cx="171542" cy="215645"/>
                  </a:xfrm>
                  <a:custGeom>
                    <a:avLst/>
                    <a:gdLst>
                      <a:gd name="connsiteX0" fmla="*/ 0 w 171542"/>
                      <a:gd name="connsiteY0" fmla="*/ 192445 h 215645"/>
                      <a:gd name="connsiteX1" fmla="*/ 125825 w 171542"/>
                      <a:gd name="connsiteY1" fmla="*/ 213400 h 215645"/>
                      <a:gd name="connsiteX2" fmla="*/ 169926 w 171542"/>
                      <a:gd name="connsiteY2" fmla="*/ 180634 h 215645"/>
                      <a:gd name="connsiteX3" fmla="*/ 114586 w 171542"/>
                      <a:gd name="connsiteY3" fmla="*/ 140248 h 215645"/>
                      <a:gd name="connsiteX4" fmla="*/ 111252 w 171542"/>
                      <a:gd name="connsiteY4" fmla="*/ 102720 h 215645"/>
                      <a:gd name="connsiteX5" fmla="*/ 114014 w 171542"/>
                      <a:gd name="connsiteY5" fmla="*/ 81765 h 215645"/>
                      <a:gd name="connsiteX6" fmla="*/ 3524 w 171542"/>
                      <a:gd name="connsiteY6" fmla="*/ -55 h 215645"/>
                      <a:gd name="connsiteX7" fmla="*/ 0 w 171542"/>
                      <a:gd name="connsiteY7" fmla="*/ 192445 h 215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71542" h="215645">
                        <a:moveTo>
                          <a:pt x="0" y="192445"/>
                        </a:moveTo>
                        <a:cubicBezTo>
                          <a:pt x="36481" y="225592"/>
                          <a:pt x="125825" y="213400"/>
                          <a:pt x="125825" y="213400"/>
                        </a:cubicBezTo>
                        <a:cubicBezTo>
                          <a:pt x="125825" y="213400"/>
                          <a:pt x="181642" y="198065"/>
                          <a:pt x="169926" y="180634"/>
                        </a:cubicBezTo>
                        <a:cubicBezTo>
                          <a:pt x="137065" y="175205"/>
                          <a:pt x="121158" y="159870"/>
                          <a:pt x="114586" y="140248"/>
                        </a:cubicBezTo>
                        <a:cubicBezTo>
                          <a:pt x="110985" y="128085"/>
                          <a:pt x="109852" y="115331"/>
                          <a:pt x="111252" y="102720"/>
                        </a:cubicBezTo>
                        <a:cubicBezTo>
                          <a:pt x="111795" y="95690"/>
                          <a:pt x="112719" y="88699"/>
                          <a:pt x="114014" y="81765"/>
                        </a:cubicBezTo>
                        <a:lnTo>
                          <a:pt x="3524" y="-55"/>
                        </a:lnTo>
                        <a:cubicBezTo>
                          <a:pt x="18002" y="53952"/>
                          <a:pt x="35719" y="153297"/>
                          <a:pt x="0" y="192445"/>
                        </a:cubicBezTo>
                        <a:close/>
                      </a:path>
                    </a:pathLst>
                  </a:custGeom>
                  <a:solidFill>
                    <a:srgbClr val="E4897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任意多边形 128"/>
                  <p:cNvSpPr/>
                  <p:nvPr/>
                </p:nvSpPr>
                <p:spPr>
                  <a:xfrm>
                    <a:off x="4847367" y="2448972"/>
                    <a:ext cx="85725" cy="88296"/>
                  </a:xfrm>
                  <a:custGeom>
                    <a:avLst/>
                    <a:gdLst>
                      <a:gd name="connsiteX0" fmla="*/ 0 w 85725"/>
                      <a:gd name="connsiteY0" fmla="*/ -55 h 88296"/>
                      <a:gd name="connsiteX1" fmla="*/ 85725 w 85725"/>
                      <a:gd name="connsiteY1" fmla="*/ 88242 h 88296"/>
                      <a:gd name="connsiteX2" fmla="*/ 82391 w 85725"/>
                      <a:gd name="connsiteY2" fmla="*/ 50713 h 882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5725" h="88296">
                        <a:moveTo>
                          <a:pt x="0" y="-55"/>
                        </a:moveTo>
                        <a:cubicBezTo>
                          <a:pt x="4381" y="66620"/>
                          <a:pt x="58864" y="84527"/>
                          <a:pt x="85725" y="88242"/>
                        </a:cubicBezTo>
                        <a:cubicBezTo>
                          <a:pt x="82124" y="76078"/>
                          <a:pt x="80991" y="63324"/>
                          <a:pt x="82391" y="50713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任意多边形 129"/>
                  <p:cNvSpPr/>
                  <p:nvPr/>
                </p:nvSpPr>
                <p:spPr>
                  <a:xfrm>
                    <a:off x="4951190" y="2234088"/>
                    <a:ext cx="99301" cy="162574"/>
                  </a:xfrm>
                  <a:custGeom>
                    <a:avLst/>
                    <a:gdLst>
                      <a:gd name="connsiteX0" fmla="*/ 97060 w 99301"/>
                      <a:gd name="connsiteY0" fmla="*/ 9470 h 162574"/>
                      <a:gd name="connsiteX1" fmla="*/ 57150 w 99301"/>
                      <a:gd name="connsiteY1" fmla="*/ 156917 h 162574"/>
                      <a:gd name="connsiteX2" fmla="*/ 0 w 99301"/>
                      <a:gd name="connsiteY2" fmla="*/ -55 h 162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9301" h="162574">
                        <a:moveTo>
                          <a:pt x="97060" y="9470"/>
                        </a:moveTo>
                        <a:cubicBezTo>
                          <a:pt x="97060" y="9470"/>
                          <a:pt x="113538" y="115864"/>
                          <a:pt x="57150" y="156917"/>
                        </a:cubicBezTo>
                        <a:cubicBezTo>
                          <a:pt x="762" y="197970"/>
                          <a:pt x="0" y="-55"/>
                          <a:pt x="0" y="-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任意多边形 130"/>
                  <p:cNvSpPr/>
                  <p:nvPr/>
                </p:nvSpPr>
                <p:spPr>
                  <a:xfrm>
                    <a:off x="4822051" y="2215580"/>
                    <a:ext cx="220393" cy="302746"/>
                  </a:xfrm>
                  <a:custGeom>
                    <a:avLst/>
                    <a:gdLst>
                      <a:gd name="connsiteX0" fmla="*/ 22649 w 220393"/>
                      <a:gd name="connsiteY0" fmla="*/ 260484 h 302746"/>
                      <a:gd name="connsiteX1" fmla="*/ 133711 w 220393"/>
                      <a:gd name="connsiteY1" fmla="*/ 297536 h 302746"/>
                      <a:gd name="connsiteX2" fmla="*/ 194957 w 220393"/>
                      <a:gd name="connsiteY2" fmla="*/ 247339 h 302746"/>
                      <a:gd name="connsiteX3" fmla="*/ 200005 w 220393"/>
                      <a:gd name="connsiteY3" fmla="*/ 237147 h 302746"/>
                      <a:gd name="connsiteX4" fmla="*/ 167239 w 220393"/>
                      <a:gd name="connsiteY4" fmla="*/ 15786 h 302746"/>
                      <a:gd name="connsiteX5" fmla="*/ 23125 w 220393"/>
                      <a:gd name="connsiteY5" fmla="*/ 49029 h 302746"/>
                      <a:gd name="connsiteX6" fmla="*/ 7504 w 220393"/>
                      <a:gd name="connsiteY6" fmla="*/ 95130 h 302746"/>
                      <a:gd name="connsiteX7" fmla="*/ 22649 w 220393"/>
                      <a:gd name="connsiteY7" fmla="*/ 260484 h 3027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0393" h="302746">
                        <a:moveTo>
                          <a:pt x="22649" y="260484"/>
                        </a:moveTo>
                        <a:cubicBezTo>
                          <a:pt x="47157" y="296364"/>
                          <a:pt x="92572" y="311519"/>
                          <a:pt x="133711" y="297536"/>
                        </a:cubicBezTo>
                        <a:cubicBezTo>
                          <a:pt x="159781" y="289230"/>
                          <a:pt x="181688" y="271275"/>
                          <a:pt x="194957" y="247339"/>
                        </a:cubicBezTo>
                        <a:cubicBezTo>
                          <a:pt x="196814" y="244024"/>
                          <a:pt x="198490" y="240624"/>
                          <a:pt x="200005" y="237147"/>
                        </a:cubicBezTo>
                        <a:cubicBezTo>
                          <a:pt x="227627" y="171996"/>
                          <a:pt x="236104" y="58173"/>
                          <a:pt x="167239" y="15786"/>
                        </a:cubicBezTo>
                        <a:cubicBezTo>
                          <a:pt x="118242" y="-14713"/>
                          <a:pt x="53806" y="146"/>
                          <a:pt x="23125" y="49029"/>
                        </a:cubicBezTo>
                        <a:cubicBezTo>
                          <a:pt x="14324" y="62935"/>
                          <a:pt x="8971" y="78737"/>
                          <a:pt x="7504" y="95130"/>
                        </a:cubicBezTo>
                        <a:cubicBezTo>
                          <a:pt x="-687" y="170853"/>
                          <a:pt x="-9069" y="215526"/>
                          <a:pt x="22649" y="260484"/>
                        </a:cubicBezTo>
                        <a:close/>
                      </a:path>
                    </a:pathLst>
                  </a:custGeom>
                  <a:solidFill>
                    <a:srgbClr val="E4897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任意多边形 131"/>
                  <p:cNvSpPr/>
                  <p:nvPr/>
                </p:nvSpPr>
                <p:spPr>
                  <a:xfrm>
                    <a:off x="4940141" y="2341082"/>
                    <a:ext cx="15708" cy="22421"/>
                  </a:xfrm>
                  <a:custGeom>
                    <a:avLst/>
                    <a:gdLst>
                      <a:gd name="connsiteX0" fmla="*/ 381 w 15708"/>
                      <a:gd name="connsiteY0" fmla="*/ 9918 h 22421"/>
                      <a:gd name="connsiteX1" fmla="*/ 5810 w 15708"/>
                      <a:gd name="connsiteY1" fmla="*/ 22301 h 22421"/>
                      <a:gd name="connsiteX2" fmla="*/ 15335 w 15708"/>
                      <a:gd name="connsiteY2" fmla="*/ 12299 h 22421"/>
                      <a:gd name="connsiteX3" fmla="*/ 9906 w 15708"/>
                      <a:gd name="connsiteY3" fmla="*/ 12 h 22421"/>
                      <a:gd name="connsiteX4" fmla="*/ 381 w 15708"/>
                      <a:gd name="connsiteY4" fmla="*/ 9918 h 22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08" h="22421">
                        <a:moveTo>
                          <a:pt x="381" y="9918"/>
                        </a:moveTo>
                        <a:cubicBezTo>
                          <a:pt x="-1048" y="15919"/>
                          <a:pt x="1714" y="21634"/>
                          <a:pt x="5810" y="22301"/>
                        </a:cubicBezTo>
                        <a:cubicBezTo>
                          <a:pt x="9906" y="22967"/>
                          <a:pt x="13906" y="18491"/>
                          <a:pt x="15335" y="12299"/>
                        </a:cubicBezTo>
                        <a:cubicBezTo>
                          <a:pt x="16764" y="6108"/>
                          <a:pt x="13906" y="679"/>
                          <a:pt x="9906" y="12"/>
                        </a:cubicBezTo>
                        <a:cubicBezTo>
                          <a:pt x="5905" y="-655"/>
                          <a:pt x="1524" y="3727"/>
                          <a:pt x="381" y="9918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任意多边形 132"/>
                  <p:cNvSpPr/>
                  <p:nvPr/>
                </p:nvSpPr>
                <p:spPr>
                  <a:xfrm>
                    <a:off x="5009776" y="2353083"/>
                    <a:ext cx="15700" cy="22040"/>
                  </a:xfrm>
                  <a:custGeom>
                    <a:avLst/>
                    <a:gdLst>
                      <a:gd name="connsiteX0" fmla="*/ 373 w 15700"/>
                      <a:gd name="connsiteY0" fmla="*/ 9632 h 22040"/>
                      <a:gd name="connsiteX1" fmla="*/ 5803 w 15700"/>
                      <a:gd name="connsiteY1" fmla="*/ 21920 h 22040"/>
                      <a:gd name="connsiteX2" fmla="*/ 15328 w 15700"/>
                      <a:gd name="connsiteY2" fmla="*/ 12395 h 22040"/>
                      <a:gd name="connsiteX3" fmla="*/ 9898 w 15700"/>
                      <a:gd name="connsiteY3" fmla="*/ 12 h 22040"/>
                      <a:gd name="connsiteX4" fmla="*/ 373 w 15700"/>
                      <a:gd name="connsiteY4" fmla="*/ 9632 h 22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00" h="22040">
                        <a:moveTo>
                          <a:pt x="373" y="9632"/>
                        </a:moveTo>
                        <a:cubicBezTo>
                          <a:pt x="-1055" y="15633"/>
                          <a:pt x="1802" y="21253"/>
                          <a:pt x="5803" y="21920"/>
                        </a:cubicBezTo>
                        <a:cubicBezTo>
                          <a:pt x="9803" y="22586"/>
                          <a:pt x="13899" y="18110"/>
                          <a:pt x="15328" y="12395"/>
                        </a:cubicBezTo>
                        <a:cubicBezTo>
                          <a:pt x="16756" y="6680"/>
                          <a:pt x="13899" y="679"/>
                          <a:pt x="9898" y="12"/>
                        </a:cubicBezTo>
                        <a:cubicBezTo>
                          <a:pt x="5898" y="-655"/>
                          <a:pt x="1230" y="3727"/>
                          <a:pt x="373" y="9632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任意多边形 133"/>
                  <p:cNvSpPr/>
                  <p:nvPr/>
                </p:nvSpPr>
                <p:spPr>
                  <a:xfrm>
                    <a:off x="4977479" y="2362008"/>
                    <a:ext cx="30479" cy="60799"/>
                  </a:xfrm>
                  <a:custGeom>
                    <a:avLst/>
                    <a:gdLst>
                      <a:gd name="connsiteX0" fmla="*/ 9906 w 30479"/>
                      <a:gd name="connsiteY0" fmla="*/ -55 h 60799"/>
                      <a:gd name="connsiteX1" fmla="*/ 30480 w 30479"/>
                      <a:gd name="connsiteY1" fmla="*/ 57095 h 60799"/>
                      <a:gd name="connsiteX2" fmla="*/ 0 w 30479"/>
                      <a:gd name="connsiteY2" fmla="*/ 57667 h 607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0479" h="60799">
                        <a:moveTo>
                          <a:pt x="9906" y="-55"/>
                        </a:moveTo>
                        <a:cubicBezTo>
                          <a:pt x="14125" y="19843"/>
                          <a:pt x="21050" y="39074"/>
                          <a:pt x="30480" y="57095"/>
                        </a:cubicBezTo>
                        <a:cubicBezTo>
                          <a:pt x="20898" y="61753"/>
                          <a:pt x="9753" y="61962"/>
                          <a:pt x="0" y="57667"/>
                        </a:cubicBezTo>
                        <a:close/>
                      </a:path>
                    </a:pathLst>
                  </a:custGeom>
                  <a:solidFill>
                    <a:srgbClr val="DE575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任意多边形 134"/>
                  <p:cNvSpPr/>
                  <p:nvPr/>
                </p:nvSpPr>
                <p:spPr>
                  <a:xfrm>
                    <a:off x="5006969" y="2321521"/>
                    <a:ext cx="36100" cy="16047"/>
                  </a:xfrm>
                  <a:custGeom>
                    <a:avLst/>
                    <a:gdLst>
                      <a:gd name="connsiteX0" fmla="*/ 33756 w 36100"/>
                      <a:gd name="connsiteY0" fmla="*/ 15763 h 16047"/>
                      <a:gd name="connsiteX1" fmla="*/ 29946 w 36100"/>
                      <a:gd name="connsiteY1" fmla="*/ 15096 h 16047"/>
                      <a:gd name="connsiteX2" fmla="*/ 4609 w 36100"/>
                      <a:gd name="connsiteY2" fmla="*/ 7762 h 16047"/>
                      <a:gd name="connsiteX3" fmla="*/ 133 w 36100"/>
                      <a:gd name="connsiteY3" fmla="*/ 5190 h 16047"/>
                      <a:gd name="connsiteX4" fmla="*/ 2647 w 36100"/>
                      <a:gd name="connsiteY4" fmla="*/ 733 h 16047"/>
                      <a:gd name="connsiteX5" fmla="*/ 2704 w 36100"/>
                      <a:gd name="connsiteY5" fmla="*/ 714 h 16047"/>
                      <a:gd name="connsiteX6" fmla="*/ 2704 w 36100"/>
                      <a:gd name="connsiteY6" fmla="*/ 714 h 16047"/>
                      <a:gd name="connsiteX7" fmla="*/ 34804 w 36100"/>
                      <a:gd name="connsiteY7" fmla="*/ 9572 h 16047"/>
                      <a:gd name="connsiteX8" fmla="*/ 35280 w 36100"/>
                      <a:gd name="connsiteY8" fmla="*/ 14715 h 16047"/>
                      <a:gd name="connsiteX9" fmla="*/ 35280 w 36100"/>
                      <a:gd name="connsiteY9" fmla="*/ 14715 h 16047"/>
                      <a:gd name="connsiteX10" fmla="*/ 33756 w 36100"/>
                      <a:gd name="connsiteY10" fmla="*/ 15763 h 160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6100" h="16047">
                        <a:moveTo>
                          <a:pt x="33756" y="15763"/>
                        </a:moveTo>
                        <a:cubicBezTo>
                          <a:pt x="32461" y="16230"/>
                          <a:pt x="31013" y="15973"/>
                          <a:pt x="29946" y="15096"/>
                        </a:cubicBezTo>
                        <a:cubicBezTo>
                          <a:pt x="23136" y="8781"/>
                          <a:pt x="13744" y="6057"/>
                          <a:pt x="4609" y="7762"/>
                        </a:cubicBezTo>
                        <a:cubicBezTo>
                          <a:pt x="2676" y="8200"/>
                          <a:pt x="733" y="7086"/>
                          <a:pt x="133" y="5190"/>
                        </a:cubicBezTo>
                        <a:cubicBezTo>
                          <a:pt x="-401" y="3266"/>
                          <a:pt x="723" y="1266"/>
                          <a:pt x="2647" y="733"/>
                        </a:cubicBezTo>
                        <a:cubicBezTo>
                          <a:pt x="2666" y="723"/>
                          <a:pt x="2685" y="723"/>
                          <a:pt x="2704" y="714"/>
                        </a:cubicBezTo>
                        <a:lnTo>
                          <a:pt x="2704" y="714"/>
                        </a:lnTo>
                        <a:cubicBezTo>
                          <a:pt x="14211" y="-1687"/>
                          <a:pt x="26164" y="1609"/>
                          <a:pt x="34804" y="9572"/>
                        </a:cubicBezTo>
                        <a:cubicBezTo>
                          <a:pt x="36328" y="10877"/>
                          <a:pt x="36537" y="13153"/>
                          <a:pt x="35280" y="14715"/>
                        </a:cubicBezTo>
                        <a:lnTo>
                          <a:pt x="35280" y="14715"/>
                        </a:lnTo>
                        <a:cubicBezTo>
                          <a:pt x="34851" y="15163"/>
                          <a:pt x="34327" y="15515"/>
                          <a:pt x="33756" y="15763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任意多边形 135"/>
                  <p:cNvSpPr/>
                  <p:nvPr/>
                </p:nvSpPr>
                <p:spPr>
                  <a:xfrm>
                    <a:off x="4929022" y="2309287"/>
                    <a:ext cx="36997" cy="12170"/>
                  </a:xfrm>
                  <a:custGeom>
                    <a:avLst/>
                    <a:gdLst>
                      <a:gd name="connsiteX0" fmla="*/ 2450 w 36997"/>
                      <a:gd name="connsiteY0" fmla="*/ 11709 h 12170"/>
                      <a:gd name="connsiteX1" fmla="*/ 546 w 36997"/>
                      <a:gd name="connsiteY1" fmla="*/ 10661 h 12170"/>
                      <a:gd name="connsiteX2" fmla="*/ 1689 w 36997"/>
                      <a:gd name="connsiteY2" fmla="*/ 5613 h 12170"/>
                      <a:gd name="connsiteX3" fmla="*/ 1689 w 36997"/>
                      <a:gd name="connsiteY3" fmla="*/ 5613 h 12170"/>
                      <a:gd name="connsiteX4" fmla="*/ 35026 w 36997"/>
                      <a:gd name="connsiteY4" fmla="*/ 2756 h 12170"/>
                      <a:gd name="connsiteX5" fmla="*/ 36645 w 36997"/>
                      <a:gd name="connsiteY5" fmla="*/ 7613 h 12170"/>
                      <a:gd name="connsiteX6" fmla="*/ 36645 w 36997"/>
                      <a:gd name="connsiteY6" fmla="*/ 7613 h 12170"/>
                      <a:gd name="connsiteX7" fmla="*/ 31788 w 36997"/>
                      <a:gd name="connsiteY7" fmla="*/ 9328 h 12170"/>
                      <a:gd name="connsiteX8" fmla="*/ 31788 w 36997"/>
                      <a:gd name="connsiteY8" fmla="*/ 9328 h 12170"/>
                      <a:gd name="connsiteX9" fmla="*/ 5498 w 36997"/>
                      <a:gd name="connsiteY9" fmla="*/ 11900 h 12170"/>
                      <a:gd name="connsiteX10" fmla="*/ 2450 w 36997"/>
                      <a:gd name="connsiteY10" fmla="*/ 11709 h 12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6997" h="12170">
                        <a:moveTo>
                          <a:pt x="2450" y="11709"/>
                        </a:moveTo>
                        <a:cubicBezTo>
                          <a:pt x="1736" y="11538"/>
                          <a:pt x="1079" y="11176"/>
                          <a:pt x="546" y="10661"/>
                        </a:cubicBezTo>
                        <a:cubicBezTo>
                          <a:pt x="-502" y="8947"/>
                          <a:pt x="3" y="6708"/>
                          <a:pt x="1689" y="5613"/>
                        </a:cubicBezTo>
                        <a:lnTo>
                          <a:pt x="1689" y="5613"/>
                        </a:lnTo>
                        <a:cubicBezTo>
                          <a:pt x="11661" y="-759"/>
                          <a:pt x="24120" y="-1826"/>
                          <a:pt x="35026" y="2756"/>
                        </a:cubicBezTo>
                        <a:cubicBezTo>
                          <a:pt x="36779" y="3689"/>
                          <a:pt x="37483" y="5823"/>
                          <a:pt x="36645" y="7613"/>
                        </a:cubicBezTo>
                        <a:lnTo>
                          <a:pt x="36645" y="7613"/>
                        </a:lnTo>
                        <a:cubicBezTo>
                          <a:pt x="35712" y="9356"/>
                          <a:pt x="33607" y="10099"/>
                          <a:pt x="31788" y="9328"/>
                        </a:cubicBezTo>
                        <a:lnTo>
                          <a:pt x="31788" y="9328"/>
                        </a:lnTo>
                        <a:cubicBezTo>
                          <a:pt x="23110" y="5984"/>
                          <a:pt x="13366" y="6937"/>
                          <a:pt x="5498" y="11900"/>
                        </a:cubicBezTo>
                        <a:cubicBezTo>
                          <a:pt x="4498" y="12242"/>
                          <a:pt x="3403" y="12176"/>
                          <a:pt x="2450" y="11709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任意多边形 136"/>
                  <p:cNvSpPr/>
                  <p:nvPr/>
                </p:nvSpPr>
                <p:spPr>
                  <a:xfrm>
                    <a:off x="4797887" y="2225896"/>
                    <a:ext cx="102820" cy="237362"/>
                  </a:xfrm>
                  <a:custGeom>
                    <a:avLst/>
                    <a:gdLst>
                      <a:gd name="connsiteX0" fmla="*/ 102820 w 102820"/>
                      <a:gd name="connsiteY0" fmla="*/ 40 h 237362"/>
                      <a:gd name="connsiteX1" fmla="*/ 102820 w 102820"/>
                      <a:gd name="connsiteY1" fmla="*/ 33949 h 237362"/>
                      <a:gd name="connsiteX2" fmla="*/ 86532 w 102820"/>
                      <a:gd name="connsiteY2" fmla="*/ 63953 h 237362"/>
                      <a:gd name="connsiteX3" fmla="*/ 49099 w 102820"/>
                      <a:gd name="connsiteY3" fmla="*/ 149678 h 237362"/>
                      <a:gd name="connsiteX4" fmla="*/ 39574 w 102820"/>
                      <a:gd name="connsiteY4" fmla="*/ 139105 h 237362"/>
                      <a:gd name="connsiteX5" fmla="*/ 40717 w 102820"/>
                      <a:gd name="connsiteY5" fmla="*/ 237308 h 237362"/>
                      <a:gd name="connsiteX6" fmla="*/ 4332 w 102820"/>
                      <a:gd name="connsiteY6" fmla="*/ 137581 h 237362"/>
                      <a:gd name="connsiteX7" fmla="*/ 15476 w 102820"/>
                      <a:gd name="connsiteY7" fmla="*/ -55 h 2373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2820" h="237362">
                        <a:moveTo>
                          <a:pt x="102820" y="40"/>
                        </a:moveTo>
                        <a:lnTo>
                          <a:pt x="102820" y="33949"/>
                        </a:lnTo>
                        <a:cubicBezTo>
                          <a:pt x="90390" y="38169"/>
                          <a:pt x="83303" y="51237"/>
                          <a:pt x="86532" y="63953"/>
                        </a:cubicBezTo>
                        <a:cubicBezTo>
                          <a:pt x="93962" y="93385"/>
                          <a:pt x="72816" y="135105"/>
                          <a:pt x="49099" y="149678"/>
                        </a:cubicBezTo>
                        <a:cubicBezTo>
                          <a:pt x="49099" y="149678"/>
                          <a:pt x="49956" y="137391"/>
                          <a:pt x="39574" y="139105"/>
                        </a:cubicBezTo>
                        <a:cubicBezTo>
                          <a:pt x="29192" y="140820"/>
                          <a:pt x="24239" y="204637"/>
                          <a:pt x="40717" y="237308"/>
                        </a:cubicBezTo>
                        <a:cubicBezTo>
                          <a:pt x="40717" y="237308"/>
                          <a:pt x="13571" y="206257"/>
                          <a:pt x="4332" y="137581"/>
                        </a:cubicBezTo>
                        <a:cubicBezTo>
                          <a:pt x="-4146" y="73954"/>
                          <a:pt x="-50" y="22329"/>
                          <a:pt x="15476" y="-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任意多边形 137"/>
                  <p:cNvSpPr/>
                  <p:nvPr/>
                </p:nvSpPr>
                <p:spPr>
                  <a:xfrm>
                    <a:off x="4784687" y="2323521"/>
                    <a:ext cx="74745" cy="90781"/>
                  </a:xfrm>
                  <a:custGeom>
                    <a:avLst/>
                    <a:gdLst>
                      <a:gd name="connsiteX0" fmla="*/ 1529 w 74745"/>
                      <a:gd name="connsiteY0" fmla="*/ 43862 h 90781"/>
                      <a:gd name="connsiteX1" fmla="*/ 36581 w 74745"/>
                      <a:gd name="connsiteY1" fmla="*/ 87010 h 90781"/>
                      <a:gd name="connsiteX2" fmla="*/ 74681 w 74745"/>
                      <a:gd name="connsiteY2" fmla="*/ 56054 h 90781"/>
                      <a:gd name="connsiteX3" fmla="*/ 34677 w 74745"/>
                      <a:gd name="connsiteY3" fmla="*/ 47 h 90781"/>
                      <a:gd name="connsiteX4" fmla="*/ 1529 w 74745"/>
                      <a:gd name="connsiteY4" fmla="*/ 43862 h 90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745" h="90781">
                        <a:moveTo>
                          <a:pt x="1529" y="43862"/>
                        </a:moveTo>
                        <a:cubicBezTo>
                          <a:pt x="7025" y="62331"/>
                          <a:pt x="19637" y="77847"/>
                          <a:pt x="36581" y="87010"/>
                        </a:cubicBezTo>
                        <a:cubicBezTo>
                          <a:pt x="59156" y="99012"/>
                          <a:pt x="75920" y="80152"/>
                          <a:pt x="74681" y="56054"/>
                        </a:cubicBezTo>
                        <a:cubicBezTo>
                          <a:pt x="73062" y="34623"/>
                          <a:pt x="59632" y="1857"/>
                          <a:pt x="34677" y="47"/>
                        </a:cubicBezTo>
                        <a:cubicBezTo>
                          <a:pt x="9721" y="-1763"/>
                          <a:pt x="-4948" y="20812"/>
                          <a:pt x="1529" y="43862"/>
                        </a:cubicBezTo>
                        <a:close/>
                      </a:path>
                    </a:pathLst>
                  </a:custGeom>
                  <a:solidFill>
                    <a:srgbClr val="E4897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任意多边形 138"/>
                  <p:cNvSpPr/>
                  <p:nvPr/>
                </p:nvSpPr>
                <p:spPr>
                  <a:xfrm>
                    <a:off x="4916790" y="2414586"/>
                    <a:ext cx="52782" cy="49529"/>
                  </a:xfrm>
                  <a:custGeom>
                    <a:avLst/>
                    <a:gdLst>
                      <a:gd name="connsiteX0" fmla="*/ 52783 w 52782"/>
                      <a:gd name="connsiteY0" fmla="*/ 24139 h 49529"/>
                      <a:gd name="connsiteX1" fmla="*/ 38591 w 52782"/>
                      <a:gd name="connsiteY1" fmla="*/ 49475 h 49529"/>
                      <a:gd name="connsiteX2" fmla="*/ 33638 w 52782"/>
                      <a:gd name="connsiteY2" fmla="*/ 48046 h 49529"/>
                      <a:gd name="connsiteX3" fmla="*/ 872 w 52782"/>
                      <a:gd name="connsiteY3" fmla="*/ 21662 h 49529"/>
                      <a:gd name="connsiteX4" fmla="*/ 872 w 52782"/>
                      <a:gd name="connsiteY4" fmla="*/ 7470 h 49529"/>
                      <a:gd name="connsiteX5" fmla="*/ 3729 w 52782"/>
                      <a:gd name="connsiteY5" fmla="*/ -55 h 49529"/>
                      <a:gd name="connsiteX6" fmla="*/ 44782 w 52782"/>
                      <a:gd name="connsiteY6" fmla="*/ 21757 h 49529"/>
                      <a:gd name="connsiteX7" fmla="*/ 52783 w 52782"/>
                      <a:gd name="connsiteY7" fmla="*/ 24139 h 495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2782" h="49529">
                        <a:moveTo>
                          <a:pt x="52783" y="24139"/>
                        </a:moveTo>
                        <a:cubicBezTo>
                          <a:pt x="47449" y="32235"/>
                          <a:pt x="42705" y="40703"/>
                          <a:pt x="38591" y="49475"/>
                        </a:cubicBezTo>
                        <a:cubicBezTo>
                          <a:pt x="36914" y="49084"/>
                          <a:pt x="35266" y="48608"/>
                          <a:pt x="33638" y="48046"/>
                        </a:cubicBezTo>
                        <a:cubicBezTo>
                          <a:pt x="11349" y="41569"/>
                          <a:pt x="3253" y="31187"/>
                          <a:pt x="872" y="21662"/>
                        </a:cubicBezTo>
                        <a:cubicBezTo>
                          <a:pt x="-291" y="17004"/>
                          <a:pt x="-291" y="12128"/>
                          <a:pt x="872" y="7470"/>
                        </a:cubicBezTo>
                        <a:cubicBezTo>
                          <a:pt x="1453" y="4831"/>
                          <a:pt x="2415" y="2298"/>
                          <a:pt x="3729" y="-55"/>
                        </a:cubicBezTo>
                        <a:cubicBezTo>
                          <a:pt x="15711" y="10051"/>
                          <a:pt x="29704" y="17481"/>
                          <a:pt x="44782" y="21757"/>
                        </a:cubicBezTo>
                        <a:cubicBezTo>
                          <a:pt x="49735" y="23377"/>
                          <a:pt x="52783" y="24139"/>
                          <a:pt x="52783" y="24139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任意多边形 139"/>
                  <p:cNvSpPr/>
                  <p:nvPr/>
                </p:nvSpPr>
                <p:spPr>
                  <a:xfrm>
                    <a:off x="4918043" y="2414586"/>
                    <a:ext cx="43910" cy="29241"/>
                  </a:xfrm>
                  <a:custGeom>
                    <a:avLst/>
                    <a:gdLst>
                      <a:gd name="connsiteX0" fmla="*/ 43910 w 43910"/>
                      <a:gd name="connsiteY0" fmla="*/ 21757 h 29241"/>
                      <a:gd name="connsiteX1" fmla="*/ 39529 w 43910"/>
                      <a:gd name="connsiteY1" fmla="*/ 29187 h 29241"/>
                      <a:gd name="connsiteX2" fmla="*/ 0 w 43910"/>
                      <a:gd name="connsiteY2" fmla="*/ 7470 h 29241"/>
                      <a:gd name="connsiteX3" fmla="*/ 2857 w 43910"/>
                      <a:gd name="connsiteY3" fmla="*/ -55 h 29241"/>
                      <a:gd name="connsiteX4" fmla="*/ 43910 w 43910"/>
                      <a:gd name="connsiteY4" fmla="*/ 21757 h 29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3910" h="29241">
                        <a:moveTo>
                          <a:pt x="43910" y="21757"/>
                        </a:moveTo>
                        <a:lnTo>
                          <a:pt x="39529" y="29187"/>
                        </a:lnTo>
                        <a:cubicBezTo>
                          <a:pt x="18574" y="22900"/>
                          <a:pt x="4667" y="15757"/>
                          <a:pt x="0" y="7470"/>
                        </a:cubicBezTo>
                        <a:cubicBezTo>
                          <a:pt x="581" y="4831"/>
                          <a:pt x="1543" y="2298"/>
                          <a:pt x="2857" y="-55"/>
                        </a:cubicBezTo>
                        <a:cubicBezTo>
                          <a:pt x="14840" y="10051"/>
                          <a:pt x="28832" y="17481"/>
                          <a:pt x="43910" y="2175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" name="任意多边形 140"/>
                  <p:cNvSpPr/>
                  <p:nvPr/>
                </p:nvSpPr>
                <p:spPr>
                  <a:xfrm>
                    <a:off x="4917662" y="2436303"/>
                    <a:ext cx="32765" cy="26384"/>
                  </a:xfrm>
                  <a:custGeom>
                    <a:avLst/>
                    <a:gdLst>
                      <a:gd name="connsiteX0" fmla="*/ 32766 w 32765"/>
                      <a:gd name="connsiteY0" fmla="*/ 26329 h 26384"/>
                      <a:gd name="connsiteX1" fmla="*/ 0 w 32765"/>
                      <a:gd name="connsiteY1" fmla="*/ -55 h 26384"/>
                      <a:gd name="connsiteX2" fmla="*/ 23336 w 32765"/>
                      <a:gd name="connsiteY2" fmla="*/ 12042 h 26384"/>
                      <a:gd name="connsiteX3" fmla="*/ 32766 w 32765"/>
                      <a:gd name="connsiteY3" fmla="*/ 26329 h 26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765" h="26384">
                        <a:moveTo>
                          <a:pt x="32766" y="26329"/>
                        </a:moveTo>
                        <a:cubicBezTo>
                          <a:pt x="10477" y="19852"/>
                          <a:pt x="2381" y="9470"/>
                          <a:pt x="0" y="-55"/>
                        </a:cubicBezTo>
                        <a:cubicBezTo>
                          <a:pt x="8430" y="2574"/>
                          <a:pt x="16335" y="6670"/>
                          <a:pt x="23336" y="12042"/>
                        </a:cubicBezTo>
                        <a:cubicBezTo>
                          <a:pt x="27889" y="15699"/>
                          <a:pt x="31194" y="20700"/>
                          <a:pt x="32766" y="26329"/>
                        </a:cubicBezTo>
                        <a:close/>
                      </a:path>
                    </a:pathLst>
                  </a:custGeom>
                  <a:solidFill>
                    <a:srgbClr val="DE575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任意多边形 141"/>
                  <p:cNvSpPr/>
                  <p:nvPr/>
                </p:nvSpPr>
                <p:spPr>
                  <a:xfrm>
                    <a:off x="4805597" y="2162158"/>
                    <a:ext cx="246507" cy="112389"/>
                  </a:xfrm>
                  <a:custGeom>
                    <a:avLst/>
                    <a:gdLst>
                      <a:gd name="connsiteX0" fmla="*/ 95206 w 246507"/>
                      <a:gd name="connsiteY0" fmla="*/ 97688 h 112389"/>
                      <a:gd name="connsiteX1" fmla="*/ 244939 w 246507"/>
                      <a:gd name="connsiteY1" fmla="*/ 41395 h 112389"/>
                      <a:gd name="connsiteX2" fmla="*/ 73489 w 246507"/>
                      <a:gd name="connsiteY2" fmla="*/ 2628 h 112389"/>
                      <a:gd name="connsiteX3" fmla="*/ 146 w 246507"/>
                      <a:gd name="connsiteY3" fmla="*/ 100164 h 112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507" h="112389">
                        <a:moveTo>
                          <a:pt x="95206" y="97688"/>
                        </a:moveTo>
                        <a:cubicBezTo>
                          <a:pt x="95206" y="97688"/>
                          <a:pt x="264465" y="155504"/>
                          <a:pt x="244939" y="41395"/>
                        </a:cubicBezTo>
                        <a:cubicBezTo>
                          <a:pt x="244939" y="41395"/>
                          <a:pt x="153689" y="-12517"/>
                          <a:pt x="73489" y="2628"/>
                        </a:cubicBezTo>
                        <a:cubicBezTo>
                          <a:pt x="-6712" y="17773"/>
                          <a:pt x="146" y="100164"/>
                          <a:pt x="146" y="100164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任意多边形 142"/>
                  <p:cNvSpPr/>
                  <p:nvPr/>
                </p:nvSpPr>
                <p:spPr>
                  <a:xfrm>
                    <a:off x="4668964" y="2556985"/>
                    <a:ext cx="127756" cy="754761"/>
                  </a:xfrm>
                  <a:custGeom>
                    <a:avLst/>
                    <a:gdLst>
                      <a:gd name="connsiteX0" fmla="*/ 127254 w 127756"/>
                      <a:gd name="connsiteY0" fmla="*/ -55 h 754761"/>
                      <a:gd name="connsiteX1" fmla="*/ 53626 w 127756"/>
                      <a:gd name="connsiteY1" fmla="*/ 754706 h 754761"/>
                      <a:gd name="connsiteX2" fmla="*/ 0 w 127756"/>
                      <a:gd name="connsiteY2" fmla="*/ 708605 h 754761"/>
                      <a:gd name="connsiteX3" fmla="*/ 0 w 127756"/>
                      <a:gd name="connsiteY3" fmla="*/ 23948 h 754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7756" h="754761">
                        <a:moveTo>
                          <a:pt x="127254" y="-55"/>
                        </a:moveTo>
                        <a:cubicBezTo>
                          <a:pt x="127254" y="-55"/>
                          <a:pt x="138589" y="388279"/>
                          <a:pt x="53626" y="754706"/>
                        </a:cubicBezTo>
                        <a:lnTo>
                          <a:pt x="0" y="708605"/>
                        </a:lnTo>
                        <a:cubicBezTo>
                          <a:pt x="0" y="708605"/>
                          <a:pt x="25717" y="246643"/>
                          <a:pt x="0" y="23948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任意多边形 143"/>
                  <p:cNvSpPr/>
                  <p:nvPr/>
                </p:nvSpPr>
                <p:spPr>
                  <a:xfrm>
                    <a:off x="4989575" y="2563272"/>
                    <a:ext cx="203263" cy="736091"/>
                  </a:xfrm>
                  <a:custGeom>
                    <a:avLst/>
                    <a:gdLst>
                      <a:gd name="connsiteX0" fmla="*/ 0 w 203263"/>
                      <a:gd name="connsiteY0" fmla="*/ -55 h 736091"/>
                      <a:gd name="connsiteX1" fmla="*/ 159829 w 203263"/>
                      <a:gd name="connsiteY1" fmla="*/ 736037 h 736091"/>
                      <a:gd name="connsiteX2" fmla="*/ 203263 w 203263"/>
                      <a:gd name="connsiteY2" fmla="*/ 714606 h 736091"/>
                      <a:gd name="connsiteX3" fmla="*/ 90678 w 203263"/>
                      <a:gd name="connsiteY3" fmla="*/ 19281 h 736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263" h="736091">
                        <a:moveTo>
                          <a:pt x="0" y="-55"/>
                        </a:moveTo>
                        <a:cubicBezTo>
                          <a:pt x="0" y="-55"/>
                          <a:pt x="110681" y="184063"/>
                          <a:pt x="159829" y="736037"/>
                        </a:cubicBezTo>
                        <a:lnTo>
                          <a:pt x="203263" y="714606"/>
                        </a:lnTo>
                        <a:cubicBezTo>
                          <a:pt x="203263" y="714606"/>
                          <a:pt x="153734" y="185683"/>
                          <a:pt x="90678" y="19281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5" name="任意多边形 144"/>
                  <p:cNvSpPr/>
                  <p:nvPr/>
                </p:nvSpPr>
                <p:spPr>
                  <a:xfrm>
                    <a:off x="4668964" y="2556985"/>
                    <a:ext cx="127756" cy="754761"/>
                  </a:xfrm>
                  <a:custGeom>
                    <a:avLst/>
                    <a:gdLst>
                      <a:gd name="connsiteX0" fmla="*/ 53626 w 127756"/>
                      <a:gd name="connsiteY0" fmla="*/ 754706 h 754761"/>
                      <a:gd name="connsiteX1" fmla="*/ 0 w 127756"/>
                      <a:gd name="connsiteY1" fmla="*/ 708605 h 754761"/>
                      <a:gd name="connsiteX2" fmla="*/ 11430 w 127756"/>
                      <a:gd name="connsiteY2" fmla="*/ 310651 h 754761"/>
                      <a:gd name="connsiteX3" fmla="*/ 10382 w 127756"/>
                      <a:gd name="connsiteY3" fmla="*/ 203113 h 754761"/>
                      <a:gd name="connsiteX4" fmla="*/ 0 w 127756"/>
                      <a:gd name="connsiteY4" fmla="*/ 23948 h 754761"/>
                      <a:gd name="connsiteX5" fmla="*/ 127254 w 127756"/>
                      <a:gd name="connsiteY5" fmla="*/ -55 h 754761"/>
                      <a:gd name="connsiteX6" fmla="*/ 53626 w 127756"/>
                      <a:gd name="connsiteY6" fmla="*/ 754706 h 754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7756" h="754761">
                        <a:moveTo>
                          <a:pt x="53626" y="754706"/>
                        </a:moveTo>
                        <a:lnTo>
                          <a:pt x="0" y="708605"/>
                        </a:lnTo>
                        <a:cubicBezTo>
                          <a:pt x="0" y="708605"/>
                          <a:pt x="11049" y="510104"/>
                          <a:pt x="11430" y="310651"/>
                        </a:cubicBezTo>
                        <a:cubicBezTo>
                          <a:pt x="11430" y="274456"/>
                          <a:pt x="11430" y="238165"/>
                          <a:pt x="10382" y="203113"/>
                        </a:cubicBezTo>
                        <a:cubicBezTo>
                          <a:pt x="8954" y="136438"/>
                          <a:pt x="5810" y="74145"/>
                          <a:pt x="0" y="23948"/>
                        </a:cubicBezTo>
                        <a:lnTo>
                          <a:pt x="127254" y="-55"/>
                        </a:lnTo>
                        <a:cubicBezTo>
                          <a:pt x="127254" y="-55"/>
                          <a:pt x="138589" y="388279"/>
                          <a:pt x="53626" y="754706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任意多边形 145"/>
                  <p:cNvSpPr/>
                  <p:nvPr/>
                </p:nvSpPr>
                <p:spPr>
                  <a:xfrm>
                    <a:off x="4989575" y="2563272"/>
                    <a:ext cx="203263" cy="736091"/>
                  </a:xfrm>
                  <a:custGeom>
                    <a:avLst/>
                    <a:gdLst>
                      <a:gd name="connsiteX0" fmla="*/ 0 w 203263"/>
                      <a:gd name="connsiteY0" fmla="*/ -55 h 736091"/>
                      <a:gd name="connsiteX1" fmla="*/ 159829 w 203263"/>
                      <a:gd name="connsiteY1" fmla="*/ 736037 h 736091"/>
                      <a:gd name="connsiteX2" fmla="*/ 203263 w 203263"/>
                      <a:gd name="connsiteY2" fmla="*/ 714606 h 736091"/>
                      <a:gd name="connsiteX3" fmla="*/ 90678 w 203263"/>
                      <a:gd name="connsiteY3" fmla="*/ 19281 h 736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263" h="736091">
                        <a:moveTo>
                          <a:pt x="0" y="-55"/>
                        </a:moveTo>
                        <a:cubicBezTo>
                          <a:pt x="0" y="-55"/>
                          <a:pt x="110681" y="184063"/>
                          <a:pt x="159829" y="736037"/>
                        </a:cubicBezTo>
                        <a:lnTo>
                          <a:pt x="203263" y="714606"/>
                        </a:lnTo>
                        <a:cubicBezTo>
                          <a:pt x="203263" y="714606"/>
                          <a:pt x="153734" y="185683"/>
                          <a:pt x="90678" y="1928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任意多边形 146"/>
                  <p:cNvSpPr/>
                  <p:nvPr/>
                </p:nvSpPr>
                <p:spPr>
                  <a:xfrm>
                    <a:off x="4750212" y="2528791"/>
                    <a:ext cx="76200" cy="124396"/>
                  </a:xfrm>
                  <a:custGeom>
                    <a:avLst/>
                    <a:gdLst>
                      <a:gd name="connsiteX0" fmla="*/ 46482 w 76200"/>
                      <a:gd name="connsiteY0" fmla="*/ -55 h 124396"/>
                      <a:gd name="connsiteX1" fmla="*/ 76200 w 76200"/>
                      <a:gd name="connsiteY1" fmla="*/ 45855 h 124396"/>
                      <a:gd name="connsiteX2" fmla="*/ 46101 w 76200"/>
                      <a:gd name="connsiteY2" fmla="*/ 124342 h 124396"/>
                      <a:gd name="connsiteX3" fmla="*/ 46101 w 76200"/>
                      <a:gd name="connsiteY3" fmla="*/ 81003 h 124396"/>
                      <a:gd name="connsiteX4" fmla="*/ 37529 w 76200"/>
                      <a:gd name="connsiteY4" fmla="*/ 100053 h 124396"/>
                      <a:gd name="connsiteX5" fmla="*/ 0 w 76200"/>
                      <a:gd name="connsiteY5" fmla="*/ 37188 h 124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6200" h="124396">
                        <a:moveTo>
                          <a:pt x="46482" y="-55"/>
                        </a:moveTo>
                        <a:cubicBezTo>
                          <a:pt x="46482" y="-55"/>
                          <a:pt x="56007" y="32235"/>
                          <a:pt x="76200" y="45855"/>
                        </a:cubicBezTo>
                        <a:lnTo>
                          <a:pt x="46101" y="124342"/>
                        </a:lnTo>
                        <a:lnTo>
                          <a:pt x="46101" y="81003"/>
                        </a:lnTo>
                        <a:lnTo>
                          <a:pt x="37529" y="100053"/>
                        </a:lnTo>
                        <a:lnTo>
                          <a:pt x="0" y="37188"/>
                        </a:ln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任意多边形 147"/>
                  <p:cNvSpPr/>
                  <p:nvPr/>
                </p:nvSpPr>
                <p:spPr>
                  <a:xfrm>
                    <a:off x="4959953" y="2542317"/>
                    <a:ext cx="92202" cy="95250"/>
                  </a:xfrm>
                  <a:custGeom>
                    <a:avLst/>
                    <a:gdLst>
                      <a:gd name="connsiteX0" fmla="*/ 0 w 92202"/>
                      <a:gd name="connsiteY0" fmla="*/ -55 h 95250"/>
                      <a:gd name="connsiteX1" fmla="*/ 62294 w 92202"/>
                      <a:gd name="connsiteY1" fmla="*/ 95195 h 95250"/>
                      <a:gd name="connsiteX2" fmla="*/ 62294 w 92202"/>
                      <a:gd name="connsiteY2" fmla="*/ 60334 h 95250"/>
                      <a:gd name="connsiteX3" fmla="*/ 92202 w 92202"/>
                      <a:gd name="connsiteY3" fmla="*/ 75097 h 95250"/>
                      <a:gd name="connsiteX4" fmla="*/ 38576 w 92202"/>
                      <a:gd name="connsiteY4" fmla="*/ 10423 h 95250"/>
                      <a:gd name="connsiteX5" fmla="*/ 0 w 92202"/>
                      <a:gd name="connsiteY5" fmla="*/ -55 h 95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2202" h="95250">
                        <a:moveTo>
                          <a:pt x="0" y="-55"/>
                        </a:moveTo>
                        <a:cubicBezTo>
                          <a:pt x="0" y="-55"/>
                          <a:pt x="34195" y="10042"/>
                          <a:pt x="62294" y="95195"/>
                        </a:cubicBezTo>
                        <a:lnTo>
                          <a:pt x="62294" y="60334"/>
                        </a:lnTo>
                        <a:lnTo>
                          <a:pt x="92202" y="75097"/>
                        </a:lnTo>
                        <a:cubicBezTo>
                          <a:pt x="92202" y="75097"/>
                          <a:pt x="49149" y="17376"/>
                          <a:pt x="38576" y="10423"/>
                        </a:cubicBezTo>
                        <a:cubicBezTo>
                          <a:pt x="26346" y="4927"/>
                          <a:pt x="13325" y="1393"/>
                          <a:pt x="0" y="-55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任意多边形 148"/>
                  <p:cNvSpPr/>
                  <p:nvPr/>
                </p:nvSpPr>
                <p:spPr>
                  <a:xfrm>
                    <a:off x="4821449" y="2683188"/>
                    <a:ext cx="205577" cy="149271"/>
                  </a:xfrm>
                  <a:custGeom>
                    <a:avLst/>
                    <a:gdLst>
                      <a:gd name="connsiteX0" fmla="*/ 205560 w 205577"/>
                      <a:gd name="connsiteY0" fmla="*/ 130727 h 149271"/>
                      <a:gd name="connsiteX1" fmla="*/ 199112 w 205577"/>
                      <a:gd name="connsiteY1" fmla="*/ 138156 h 149271"/>
                      <a:gd name="connsiteX2" fmla="*/ 199083 w 205577"/>
                      <a:gd name="connsiteY2" fmla="*/ 138156 h 149271"/>
                      <a:gd name="connsiteX3" fmla="*/ 14774 w 205577"/>
                      <a:gd name="connsiteY3" fmla="*/ 149205 h 149271"/>
                      <a:gd name="connsiteX4" fmla="*/ 7640 w 205577"/>
                      <a:gd name="connsiteY4" fmla="*/ 142842 h 149271"/>
                      <a:gd name="connsiteX5" fmla="*/ 7631 w 205577"/>
                      <a:gd name="connsiteY5" fmla="*/ 142728 h 149271"/>
                      <a:gd name="connsiteX6" fmla="*/ 3821 w 205577"/>
                      <a:gd name="connsiteY6" fmla="*/ 77292 h 149271"/>
                      <a:gd name="connsiteX7" fmla="*/ 11 w 205577"/>
                      <a:gd name="connsiteY7" fmla="*/ 12140 h 149271"/>
                      <a:gd name="connsiteX8" fmla="*/ 6478 w 205577"/>
                      <a:gd name="connsiteY8" fmla="*/ 4911 h 149271"/>
                      <a:gd name="connsiteX9" fmla="*/ 6678 w 205577"/>
                      <a:gd name="connsiteY9" fmla="*/ 4901 h 149271"/>
                      <a:gd name="connsiteX10" fmla="*/ 188320 w 205577"/>
                      <a:gd name="connsiteY10" fmla="*/ -52 h 149271"/>
                      <a:gd name="connsiteX11" fmla="*/ 195273 w 205577"/>
                      <a:gd name="connsiteY11" fmla="*/ 6235 h 149271"/>
                      <a:gd name="connsiteX12" fmla="*/ 200512 w 205577"/>
                      <a:gd name="connsiteY12" fmla="*/ 69481 h 149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5577" h="149271">
                        <a:moveTo>
                          <a:pt x="205560" y="130727"/>
                        </a:moveTo>
                        <a:cubicBezTo>
                          <a:pt x="205827" y="134556"/>
                          <a:pt x="202950" y="137880"/>
                          <a:pt x="199112" y="138156"/>
                        </a:cubicBezTo>
                        <a:cubicBezTo>
                          <a:pt x="199102" y="138156"/>
                          <a:pt x="199093" y="138156"/>
                          <a:pt x="199083" y="138156"/>
                        </a:cubicBezTo>
                        <a:lnTo>
                          <a:pt x="14774" y="149205"/>
                        </a:lnTo>
                        <a:cubicBezTo>
                          <a:pt x="11050" y="149415"/>
                          <a:pt x="7850" y="146567"/>
                          <a:pt x="7640" y="142842"/>
                        </a:cubicBezTo>
                        <a:cubicBezTo>
                          <a:pt x="7631" y="142804"/>
                          <a:pt x="7631" y="142766"/>
                          <a:pt x="7631" y="142728"/>
                        </a:cubicBezTo>
                        <a:lnTo>
                          <a:pt x="3821" y="77292"/>
                        </a:lnTo>
                        <a:lnTo>
                          <a:pt x="11" y="12140"/>
                        </a:lnTo>
                        <a:cubicBezTo>
                          <a:pt x="-199" y="8359"/>
                          <a:pt x="2697" y="5121"/>
                          <a:pt x="6478" y="4911"/>
                        </a:cubicBezTo>
                        <a:cubicBezTo>
                          <a:pt x="6545" y="4901"/>
                          <a:pt x="6612" y="4901"/>
                          <a:pt x="6678" y="4901"/>
                        </a:cubicBezTo>
                        <a:lnTo>
                          <a:pt x="188320" y="-52"/>
                        </a:lnTo>
                        <a:cubicBezTo>
                          <a:pt x="191949" y="-166"/>
                          <a:pt x="195016" y="2615"/>
                          <a:pt x="195273" y="6235"/>
                        </a:cubicBezTo>
                        <a:lnTo>
                          <a:pt x="200512" y="69481"/>
                        </a:ln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任意多边形 149"/>
                  <p:cNvSpPr/>
                  <p:nvPr/>
                </p:nvSpPr>
                <p:spPr>
                  <a:xfrm>
                    <a:off x="4821449" y="2683188"/>
                    <a:ext cx="205577" cy="149271"/>
                  </a:xfrm>
                  <a:custGeom>
                    <a:avLst/>
                    <a:gdLst>
                      <a:gd name="connsiteX0" fmla="*/ 205560 w 205577"/>
                      <a:gd name="connsiteY0" fmla="*/ 130727 h 149271"/>
                      <a:gd name="connsiteX1" fmla="*/ 199112 w 205577"/>
                      <a:gd name="connsiteY1" fmla="*/ 138156 h 149271"/>
                      <a:gd name="connsiteX2" fmla="*/ 199083 w 205577"/>
                      <a:gd name="connsiteY2" fmla="*/ 138156 h 149271"/>
                      <a:gd name="connsiteX3" fmla="*/ 14774 w 205577"/>
                      <a:gd name="connsiteY3" fmla="*/ 149205 h 149271"/>
                      <a:gd name="connsiteX4" fmla="*/ 7640 w 205577"/>
                      <a:gd name="connsiteY4" fmla="*/ 142842 h 149271"/>
                      <a:gd name="connsiteX5" fmla="*/ 7631 w 205577"/>
                      <a:gd name="connsiteY5" fmla="*/ 142728 h 149271"/>
                      <a:gd name="connsiteX6" fmla="*/ 3821 w 205577"/>
                      <a:gd name="connsiteY6" fmla="*/ 77292 h 149271"/>
                      <a:gd name="connsiteX7" fmla="*/ 11 w 205577"/>
                      <a:gd name="connsiteY7" fmla="*/ 12140 h 149271"/>
                      <a:gd name="connsiteX8" fmla="*/ 6478 w 205577"/>
                      <a:gd name="connsiteY8" fmla="*/ 4911 h 149271"/>
                      <a:gd name="connsiteX9" fmla="*/ 6678 w 205577"/>
                      <a:gd name="connsiteY9" fmla="*/ 4901 h 149271"/>
                      <a:gd name="connsiteX10" fmla="*/ 188320 w 205577"/>
                      <a:gd name="connsiteY10" fmla="*/ -52 h 149271"/>
                      <a:gd name="connsiteX11" fmla="*/ 195273 w 205577"/>
                      <a:gd name="connsiteY11" fmla="*/ 6235 h 149271"/>
                      <a:gd name="connsiteX12" fmla="*/ 200512 w 205577"/>
                      <a:gd name="connsiteY12" fmla="*/ 69481 h 149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5577" h="149271">
                        <a:moveTo>
                          <a:pt x="205560" y="130727"/>
                        </a:moveTo>
                        <a:cubicBezTo>
                          <a:pt x="205827" y="134556"/>
                          <a:pt x="202950" y="137880"/>
                          <a:pt x="199112" y="138156"/>
                        </a:cubicBezTo>
                        <a:cubicBezTo>
                          <a:pt x="199102" y="138156"/>
                          <a:pt x="199093" y="138156"/>
                          <a:pt x="199083" y="138156"/>
                        </a:cubicBezTo>
                        <a:lnTo>
                          <a:pt x="14774" y="149205"/>
                        </a:lnTo>
                        <a:cubicBezTo>
                          <a:pt x="11050" y="149415"/>
                          <a:pt x="7850" y="146567"/>
                          <a:pt x="7640" y="142842"/>
                        </a:cubicBezTo>
                        <a:cubicBezTo>
                          <a:pt x="7631" y="142804"/>
                          <a:pt x="7631" y="142766"/>
                          <a:pt x="7631" y="142728"/>
                        </a:cubicBezTo>
                        <a:lnTo>
                          <a:pt x="3821" y="77292"/>
                        </a:lnTo>
                        <a:lnTo>
                          <a:pt x="11" y="12140"/>
                        </a:lnTo>
                        <a:cubicBezTo>
                          <a:pt x="-199" y="8359"/>
                          <a:pt x="2697" y="5121"/>
                          <a:pt x="6478" y="4911"/>
                        </a:cubicBezTo>
                        <a:cubicBezTo>
                          <a:pt x="6545" y="4901"/>
                          <a:pt x="6612" y="4901"/>
                          <a:pt x="6678" y="4901"/>
                        </a:cubicBezTo>
                        <a:lnTo>
                          <a:pt x="188320" y="-52"/>
                        </a:lnTo>
                        <a:cubicBezTo>
                          <a:pt x="191949" y="-166"/>
                          <a:pt x="195016" y="2615"/>
                          <a:pt x="195273" y="6235"/>
                        </a:cubicBezTo>
                        <a:lnTo>
                          <a:pt x="200512" y="6948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4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任意多边形 150"/>
                  <p:cNvSpPr/>
                  <p:nvPr/>
                </p:nvSpPr>
                <p:spPr>
                  <a:xfrm>
                    <a:off x="4825269" y="2708524"/>
                    <a:ext cx="201756" cy="123935"/>
                  </a:xfrm>
                  <a:custGeom>
                    <a:avLst/>
                    <a:gdLst>
                      <a:gd name="connsiteX0" fmla="*/ 201740 w 201756"/>
                      <a:gd name="connsiteY0" fmla="*/ 105391 h 123935"/>
                      <a:gd name="connsiteX1" fmla="*/ 195291 w 201756"/>
                      <a:gd name="connsiteY1" fmla="*/ 112820 h 123935"/>
                      <a:gd name="connsiteX2" fmla="*/ 195263 w 201756"/>
                      <a:gd name="connsiteY2" fmla="*/ 112820 h 123935"/>
                      <a:gd name="connsiteX3" fmla="*/ 10954 w 201756"/>
                      <a:gd name="connsiteY3" fmla="*/ 123869 h 123935"/>
                      <a:gd name="connsiteX4" fmla="*/ 3820 w 201756"/>
                      <a:gd name="connsiteY4" fmla="*/ 117506 h 123935"/>
                      <a:gd name="connsiteX5" fmla="*/ 3810 w 201756"/>
                      <a:gd name="connsiteY5" fmla="*/ 117392 h 123935"/>
                      <a:gd name="connsiteX6" fmla="*/ 0 w 201756"/>
                      <a:gd name="connsiteY6" fmla="*/ 51956 h 123935"/>
                      <a:gd name="connsiteX7" fmla="*/ 38862 w 201756"/>
                      <a:gd name="connsiteY7" fmla="*/ -51 h 123935"/>
                      <a:gd name="connsiteX8" fmla="*/ 59722 w 201756"/>
                      <a:gd name="connsiteY8" fmla="*/ 72244 h 123935"/>
                      <a:gd name="connsiteX9" fmla="*/ 104108 w 201756"/>
                      <a:gd name="connsiteY9" fmla="*/ 27572 h 123935"/>
                      <a:gd name="connsiteX10" fmla="*/ 108204 w 201756"/>
                      <a:gd name="connsiteY10" fmla="*/ 58337 h 123935"/>
                      <a:gd name="connsiteX11" fmla="*/ 196691 w 201756"/>
                      <a:gd name="connsiteY11" fmla="*/ 44145 h 1239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01756" h="123935">
                        <a:moveTo>
                          <a:pt x="201740" y="105391"/>
                        </a:moveTo>
                        <a:cubicBezTo>
                          <a:pt x="202006" y="109220"/>
                          <a:pt x="199130" y="112544"/>
                          <a:pt x="195291" y="112820"/>
                        </a:cubicBezTo>
                        <a:cubicBezTo>
                          <a:pt x="195282" y="112820"/>
                          <a:pt x="195272" y="112820"/>
                          <a:pt x="195263" y="112820"/>
                        </a:cubicBezTo>
                        <a:lnTo>
                          <a:pt x="10954" y="123869"/>
                        </a:lnTo>
                        <a:cubicBezTo>
                          <a:pt x="7230" y="124079"/>
                          <a:pt x="4029" y="121231"/>
                          <a:pt x="3820" y="117506"/>
                        </a:cubicBezTo>
                        <a:cubicBezTo>
                          <a:pt x="3810" y="117468"/>
                          <a:pt x="3810" y="117430"/>
                          <a:pt x="3810" y="117392"/>
                        </a:cubicBezTo>
                        <a:lnTo>
                          <a:pt x="0" y="51956"/>
                        </a:lnTo>
                        <a:cubicBezTo>
                          <a:pt x="11906" y="27190"/>
                          <a:pt x="27813" y="-432"/>
                          <a:pt x="38862" y="-51"/>
                        </a:cubicBezTo>
                        <a:cubicBezTo>
                          <a:pt x="58960" y="616"/>
                          <a:pt x="49435" y="63671"/>
                          <a:pt x="59722" y="72244"/>
                        </a:cubicBezTo>
                        <a:cubicBezTo>
                          <a:pt x="70009" y="80816"/>
                          <a:pt x="100679" y="21856"/>
                          <a:pt x="104108" y="27572"/>
                        </a:cubicBezTo>
                        <a:cubicBezTo>
                          <a:pt x="107537" y="33286"/>
                          <a:pt x="106680" y="53384"/>
                          <a:pt x="108204" y="58337"/>
                        </a:cubicBezTo>
                        <a:cubicBezTo>
                          <a:pt x="109347" y="61861"/>
                          <a:pt x="165354" y="50717"/>
                          <a:pt x="196691" y="4414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任意多边形 151"/>
                  <p:cNvSpPr/>
                  <p:nvPr/>
                </p:nvSpPr>
                <p:spPr>
                  <a:xfrm>
                    <a:off x="4679346" y="2734627"/>
                    <a:ext cx="20941" cy="133064"/>
                  </a:xfrm>
                  <a:custGeom>
                    <a:avLst/>
                    <a:gdLst>
                      <a:gd name="connsiteX0" fmla="*/ 1048 w 20941"/>
                      <a:gd name="connsiteY0" fmla="*/ 133009 h 133064"/>
                      <a:gd name="connsiteX1" fmla="*/ 0 w 20941"/>
                      <a:gd name="connsiteY1" fmla="*/ 25472 h 133064"/>
                      <a:gd name="connsiteX2" fmla="*/ 11906 w 20941"/>
                      <a:gd name="connsiteY2" fmla="*/ -55 h 133064"/>
                      <a:gd name="connsiteX3" fmla="*/ 1048 w 20941"/>
                      <a:gd name="connsiteY3" fmla="*/ 133009 h 133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941" h="133064">
                        <a:moveTo>
                          <a:pt x="1048" y="133009"/>
                        </a:moveTo>
                        <a:cubicBezTo>
                          <a:pt x="1048" y="96814"/>
                          <a:pt x="1048" y="60524"/>
                          <a:pt x="0" y="25472"/>
                        </a:cubicBezTo>
                        <a:cubicBezTo>
                          <a:pt x="7049" y="10042"/>
                          <a:pt x="11906" y="-55"/>
                          <a:pt x="11906" y="-55"/>
                        </a:cubicBezTo>
                        <a:cubicBezTo>
                          <a:pt x="26994" y="43874"/>
                          <a:pt x="23060" y="92109"/>
                          <a:pt x="1048" y="133009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3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任意多边形 152"/>
                  <p:cNvSpPr/>
                  <p:nvPr/>
                </p:nvSpPr>
                <p:spPr>
                  <a:xfrm>
                    <a:off x="4388072" y="2698717"/>
                    <a:ext cx="262699" cy="321982"/>
                  </a:xfrm>
                  <a:custGeom>
                    <a:avLst/>
                    <a:gdLst>
                      <a:gd name="connsiteX0" fmla="*/ 214217 w 262699"/>
                      <a:gd name="connsiteY0" fmla="*/ -55 h 321982"/>
                      <a:gd name="connsiteX1" fmla="*/ 92011 w 262699"/>
                      <a:gd name="connsiteY1" fmla="*/ 240166 h 321982"/>
                      <a:gd name="connsiteX2" fmla="*/ 48577 w 262699"/>
                      <a:gd name="connsiteY2" fmla="*/ 178729 h 321982"/>
                      <a:gd name="connsiteX3" fmla="*/ 0 w 262699"/>
                      <a:gd name="connsiteY3" fmla="*/ 202066 h 321982"/>
                      <a:gd name="connsiteX4" fmla="*/ 92011 w 262699"/>
                      <a:gd name="connsiteY4" fmla="*/ 320080 h 321982"/>
                      <a:gd name="connsiteX5" fmla="*/ 262699 w 262699"/>
                      <a:gd name="connsiteY5" fmla="*/ 105292 h 321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2699" h="321982">
                        <a:moveTo>
                          <a:pt x="214217" y="-55"/>
                        </a:moveTo>
                        <a:cubicBezTo>
                          <a:pt x="214217" y="-55"/>
                          <a:pt x="112014" y="242452"/>
                          <a:pt x="92011" y="240166"/>
                        </a:cubicBezTo>
                        <a:cubicBezTo>
                          <a:pt x="72009" y="237880"/>
                          <a:pt x="48577" y="178729"/>
                          <a:pt x="48577" y="178729"/>
                        </a:cubicBezTo>
                        <a:lnTo>
                          <a:pt x="0" y="202066"/>
                        </a:lnTo>
                        <a:cubicBezTo>
                          <a:pt x="0" y="202066"/>
                          <a:pt x="36481" y="294934"/>
                          <a:pt x="92011" y="320080"/>
                        </a:cubicBezTo>
                        <a:cubicBezTo>
                          <a:pt x="147542" y="345226"/>
                          <a:pt x="262699" y="105292"/>
                          <a:pt x="262699" y="105292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任意多边形 153"/>
                  <p:cNvSpPr/>
                  <p:nvPr/>
                </p:nvSpPr>
                <p:spPr>
                  <a:xfrm>
                    <a:off x="4388072" y="2698717"/>
                    <a:ext cx="262699" cy="321982"/>
                  </a:xfrm>
                  <a:custGeom>
                    <a:avLst/>
                    <a:gdLst>
                      <a:gd name="connsiteX0" fmla="*/ 214217 w 262699"/>
                      <a:gd name="connsiteY0" fmla="*/ -55 h 321982"/>
                      <a:gd name="connsiteX1" fmla="*/ 92011 w 262699"/>
                      <a:gd name="connsiteY1" fmla="*/ 240166 h 321982"/>
                      <a:gd name="connsiteX2" fmla="*/ 48577 w 262699"/>
                      <a:gd name="connsiteY2" fmla="*/ 178729 h 321982"/>
                      <a:gd name="connsiteX3" fmla="*/ 0 w 262699"/>
                      <a:gd name="connsiteY3" fmla="*/ 202066 h 321982"/>
                      <a:gd name="connsiteX4" fmla="*/ 92011 w 262699"/>
                      <a:gd name="connsiteY4" fmla="*/ 320080 h 321982"/>
                      <a:gd name="connsiteX5" fmla="*/ 262699 w 262699"/>
                      <a:gd name="connsiteY5" fmla="*/ 105292 h 321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2699" h="321982">
                        <a:moveTo>
                          <a:pt x="214217" y="-55"/>
                        </a:moveTo>
                        <a:cubicBezTo>
                          <a:pt x="214217" y="-55"/>
                          <a:pt x="112014" y="242452"/>
                          <a:pt x="92011" y="240166"/>
                        </a:cubicBezTo>
                        <a:cubicBezTo>
                          <a:pt x="72009" y="237880"/>
                          <a:pt x="48577" y="178729"/>
                          <a:pt x="48577" y="178729"/>
                        </a:cubicBezTo>
                        <a:lnTo>
                          <a:pt x="0" y="202066"/>
                        </a:lnTo>
                        <a:cubicBezTo>
                          <a:pt x="0" y="202066"/>
                          <a:pt x="36481" y="294934"/>
                          <a:pt x="92011" y="320080"/>
                        </a:cubicBezTo>
                        <a:cubicBezTo>
                          <a:pt x="147542" y="345226"/>
                          <a:pt x="262699" y="105292"/>
                          <a:pt x="262699" y="10529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任意多边形 154"/>
                  <p:cNvSpPr/>
                  <p:nvPr/>
                </p:nvSpPr>
                <p:spPr>
                  <a:xfrm>
                    <a:off x="4519422" y="2580988"/>
                    <a:ext cx="170211" cy="315944"/>
                  </a:xfrm>
                  <a:custGeom>
                    <a:avLst/>
                    <a:gdLst>
                      <a:gd name="connsiteX0" fmla="*/ 149542 w 170211"/>
                      <a:gd name="connsiteY0" fmla="*/ -55 h 315944"/>
                      <a:gd name="connsiteX1" fmla="*/ 0 w 170211"/>
                      <a:gd name="connsiteY1" fmla="*/ 241023 h 315944"/>
                      <a:gd name="connsiteX2" fmla="*/ 106013 w 170211"/>
                      <a:gd name="connsiteY2" fmla="*/ 315889 h 315944"/>
                      <a:gd name="connsiteX3" fmla="*/ 157829 w 170211"/>
                      <a:gd name="connsiteY3" fmla="*/ 241023 h 315944"/>
                      <a:gd name="connsiteX4" fmla="*/ 170212 w 170211"/>
                      <a:gd name="connsiteY4" fmla="*/ 154060 h 315944"/>
                      <a:gd name="connsiteX5" fmla="*/ 149542 w 170211"/>
                      <a:gd name="connsiteY5" fmla="*/ -55 h 3159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0211" h="315944">
                        <a:moveTo>
                          <a:pt x="149542" y="-55"/>
                        </a:moveTo>
                        <a:cubicBezTo>
                          <a:pt x="124015" y="11470"/>
                          <a:pt x="0" y="241023"/>
                          <a:pt x="0" y="241023"/>
                        </a:cubicBezTo>
                        <a:lnTo>
                          <a:pt x="106013" y="315889"/>
                        </a:lnTo>
                        <a:lnTo>
                          <a:pt x="157829" y="241023"/>
                        </a:lnTo>
                        <a:cubicBezTo>
                          <a:pt x="157829" y="241023"/>
                          <a:pt x="170212" y="235117"/>
                          <a:pt x="170212" y="154060"/>
                        </a:cubicBezTo>
                        <a:cubicBezTo>
                          <a:pt x="169621" y="102034"/>
                          <a:pt x="162677" y="50285"/>
                          <a:pt x="149542" y="-55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6" name="任意多边形 155"/>
                  <p:cNvSpPr/>
                  <p:nvPr/>
                </p:nvSpPr>
                <p:spPr>
                  <a:xfrm rot="7521600">
                    <a:off x="5674031" y="3571880"/>
                    <a:ext cx="15240" cy="66008"/>
                  </a:xfrm>
                  <a:custGeom>
                    <a:avLst/>
                    <a:gdLst>
                      <a:gd name="connsiteX0" fmla="*/ 8668 w 15240"/>
                      <a:gd name="connsiteY0" fmla="*/ -55 h 66008"/>
                      <a:gd name="connsiteX1" fmla="*/ 15240 w 15240"/>
                      <a:gd name="connsiteY1" fmla="*/ -55 h 66008"/>
                      <a:gd name="connsiteX2" fmla="*/ 15240 w 15240"/>
                      <a:gd name="connsiteY2" fmla="*/ 65953 h 66008"/>
                      <a:gd name="connsiteX3" fmla="*/ 8668 w 15240"/>
                      <a:gd name="connsiteY3" fmla="*/ 65953 h 66008"/>
                      <a:gd name="connsiteX4" fmla="*/ 6572 w 15240"/>
                      <a:gd name="connsiteY4" fmla="*/ 65953 h 66008"/>
                      <a:gd name="connsiteX5" fmla="*/ 0 w 15240"/>
                      <a:gd name="connsiteY5" fmla="*/ 65953 h 66008"/>
                      <a:gd name="connsiteX6" fmla="*/ 0 w 15240"/>
                      <a:gd name="connsiteY6" fmla="*/ -55 h 66008"/>
                      <a:gd name="connsiteX7" fmla="*/ 6572 w 15240"/>
                      <a:gd name="connsiteY7" fmla="*/ -55 h 66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240" h="66008">
                        <a:moveTo>
                          <a:pt x="8668" y="-55"/>
                        </a:moveTo>
                        <a:cubicBezTo>
                          <a:pt x="12297" y="-55"/>
                          <a:pt x="15240" y="-55"/>
                          <a:pt x="15240" y="-55"/>
                        </a:cubicBezTo>
                        <a:lnTo>
                          <a:pt x="15240" y="65953"/>
                        </a:lnTo>
                        <a:cubicBezTo>
                          <a:pt x="15240" y="65953"/>
                          <a:pt x="12297" y="65953"/>
                          <a:pt x="8668" y="65953"/>
                        </a:cubicBezTo>
                        <a:lnTo>
                          <a:pt x="6572" y="65953"/>
                        </a:lnTo>
                        <a:cubicBezTo>
                          <a:pt x="2943" y="65953"/>
                          <a:pt x="0" y="65953"/>
                          <a:pt x="0" y="65953"/>
                        </a:cubicBezTo>
                        <a:lnTo>
                          <a:pt x="0" y="-55"/>
                        </a:lnTo>
                        <a:cubicBezTo>
                          <a:pt x="0" y="-55"/>
                          <a:pt x="2943" y="-55"/>
                          <a:pt x="6572" y="-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7" name="任意多边形 156"/>
                  <p:cNvSpPr/>
                  <p:nvPr/>
                </p:nvSpPr>
                <p:spPr>
                  <a:xfrm rot="7521600">
                    <a:off x="4273174" y="2586612"/>
                    <a:ext cx="103060" cy="111823"/>
                  </a:xfrm>
                  <a:custGeom>
                    <a:avLst/>
                    <a:gdLst>
                      <a:gd name="connsiteX0" fmla="*/ 0 w 103060"/>
                      <a:gd name="connsiteY0" fmla="*/ -55 h 111823"/>
                      <a:gd name="connsiteX1" fmla="*/ 103061 w 103060"/>
                      <a:gd name="connsiteY1" fmla="*/ -55 h 111823"/>
                      <a:gd name="connsiteX2" fmla="*/ 103061 w 103060"/>
                      <a:gd name="connsiteY2" fmla="*/ -55 h 111823"/>
                      <a:gd name="connsiteX3" fmla="*/ 103061 w 103060"/>
                      <a:gd name="connsiteY3" fmla="*/ 71573 h 111823"/>
                      <a:gd name="connsiteX4" fmla="*/ 62865 w 103060"/>
                      <a:gd name="connsiteY4" fmla="*/ 111769 h 111823"/>
                      <a:gd name="connsiteX5" fmla="*/ 40196 w 103060"/>
                      <a:gd name="connsiteY5" fmla="*/ 111769 h 111823"/>
                      <a:gd name="connsiteX6" fmla="*/ 0 w 103060"/>
                      <a:gd name="connsiteY6" fmla="*/ 71573 h 111823"/>
                      <a:gd name="connsiteX7" fmla="*/ 0 w 103060"/>
                      <a:gd name="connsiteY7" fmla="*/ -55 h 111823"/>
                      <a:gd name="connsiteX8" fmla="*/ 0 w 103060"/>
                      <a:gd name="connsiteY8" fmla="*/ -55 h 111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060" h="111823">
                        <a:moveTo>
                          <a:pt x="0" y="-55"/>
                        </a:moveTo>
                        <a:lnTo>
                          <a:pt x="103061" y="-55"/>
                        </a:lnTo>
                        <a:lnTo>
                          <a:pt x="103061" y="-55"/>
                        </a:lnTo>
                        <a:lnTo>
                          <a:pt x="103061" y="71573"/>
                        </a:lnTo>
                        <a:cubicBezTo>
                          <a:pt x="103061" y="93776"/>
                          <a:pt x="85064" y="111769"/>
                          <a:pt x="62865" y="111769"/>
                        </a:cubicBezTo>
                        <a:lnTo>
                          <a:pt x="40196" y="111769"/>
                        </a:lnTo>
                        <a:cubicBezTo>
                          <a:pt x="17997" y="111769"/>
                          <a:pt x="0" y="93776"/>
                          <a:pt x="0" y="71573"/>
                        </a:cubicBezTo>
                        <a:lnTo>
                          <a:pt x="0" y="-55"/>
                        </a:lnTo>
                        <a:lnTo>
                          <a:pt x="0" y="-55"/>
                        </a:ln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8" name="任意多边形 157"/>
                  <p:cNvSpPr/>
                  <p:nvPr/>
                </p:nvSpPr>
                <p:spPr>
                  <a:xfrm>
                    <a:off x="4294721" y="2593719"/>
                    <a:ext cx="1400656" cy="1025589"/>
                  </a:xfrm>
                  <a:custGeom>
                    <a:avLst/>
                    <a:gdLst>
                      <a:gd name="connsiteX0" fmla="*/ 1197393 w 1400656"/>
                      <a:gd name="connsiteY0" fmla="*/ 1022962 h 1025589"/>
                      <a:gd name="connsiteX1" fmla="*/ 1388750 w 1400656"/>
                      <a:gd name="connsiteY1" fmla="*/ 1025534 h 1025589"/>
                      <a:gd name="connsiteX2" fmla="*/ 1400657 w 1400656"/>
                      <a:gd name="connsiteY2" fmla="*/ 1008770 h 1025589"/>
                      <a:gd name="connsiteX3" fmla="*/ 1334553 w 1400656"/>
                      <a:gd name="connsiteY3" fmla="*/ 828938 h 1025589"/>
                      <a:gd name="connsiteX4" fmla="*/ 1334553 w 1400656"/>
                      <a:gd name="connsiteY4" fmla="*/ 828938 h 1025589"/>
                      <a:gd name="connsiteX5" fmla="*/ 1173200 w 1400656"/>
                      <a:gd name="connsiteY5" fmla="*/ 760263 h 1025589"/>
                      <a:gd name="connsiteX6" fmla="*/ 88016 w 1400656"/>
                      <a:gd name="connsiteY6" fmla="*/ 2263 h 1025589"/>
                      <a:gd name="connsiteX7" fmla="*/ 70205 w 1400656"/>
                      <a:gd name="connsiteY7" fmla="*/ 5311 h 1025589"/>
                      <a:gd name="connsiteX8" fmla="*/ 2387 w 1400656"/>
                      <a:gd name="connsiteY8" fmla="*/ 100561 h 1025589"/>
                      <a:gd name="connsiteX9" fmla="*/ 5335 w 1400656"/>
                      <a:gd name="connsiteY9" fmla="*/ 118373 h 1025589"/>
                      <a:gd name="connsiteX10" fmla="*/ 5339 w 1400656"/>
                      <a:gd name="connsiteY10" fmla="*/ 118373 h 1025589"/>
                      <a:gd name="connsiteX11" fmla="*/ 1079093 w 1400656"/>
                      <a:gd name="connsiteY11" fmla="*/ 892660 h 1025589"/>
                      <a:gd name="connsiteX12" fmla="*/ 1197393 w 1400656"/>
                      <a:gd name="connsiteY12" fmla="*/ 1022296 h 10255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400656" h="1025589">
                        <a:moveTo>
                          <a:pt x="1197393" y="1022962"/>
                        </a:moveTo>
                        <a:lnTo>
                          <a:pt x="1388750" y="1025534"/>
                        </a:lnTo>
                        <a:lnTo>
                          <a:pt x="1400657" y="1008770"/>
                        </a:lnTo>
                        <a:lnTo>
                          <a:pt x="1334553" y="828938"/>
                        </a:lnTo>
                        <a:lnTo>
                          <a:pt x="1334553" y="828938"/>
                        </a:lnTo>
                        <a:cubicBezTo>
                          <a:pt x="1276536" y="817661"/>
                          <a:pt x="1221549" y="794258"/>
                          <a:pt x="1173200" y="760263"/>
                        </a:cubicBezTo>
                        <a:lnTo>
                          <a:pt x="88016" y="2263"/>
                        </a:lnTo>
                        <a:cubicBezTo>
                          <a:pt x="82245" y="-1766"/>
                          <a:pt x="74307" y="-413"/>
                          <a:pt x="70205" y="5311"/>
                        </a:cubicBezTo>
                        <a:lnTo>
                          <a:pt x="2387" y="100561"/>
                        </a:lnTo>
                        <a:cubicBezTo>
                          <a:pt x="-1717" y="106295"/>
                          <a:pt x="-398" y="114268"/>
                          <a:pt x="5335" y="118373"/>
                        </a:cubicBezTo>
                        <a:cubicBezTo>
                          <a:pt x="5336" y="118373"/>
                          <a:pt x="5337" y="118373"/>
                          <a:pt x="5339" y="118373"/>
                        </a:cubicBezTo>
                        <a:lnTo>
                          <a:pt x="1079093" y="892660"/>
                        </a:lnTo>
                        <a:cubicBezTo>
                          <a:pt x="1127194" y="927074"/>
                          <a:pt x="1167513" y="971251"/>
                          <a:pt x="1197393" y="1022296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9" name="任意多边形 158"/>
                  <p:cNvSpPr/>
                  <p:nvPr/>
                </p:nvSpPr>
                <p:spPr>
                  <a:xfrm>
                    <a:off x="4294696" y="2594235"/>
                    <a:ext cx="1401443" cy="1025264"/>
                  </a:xfrm>
                  <a:custGeom>
                    <a:avLst/>
                    <a:gdLst>
                      <a:gd name="connsiteX0" fmla="*/ 1197323 w 1401443"/>
                      <a:gd name="connsiteY0" fmla="*/ 1022447 h 1025264"/>
                      <a:gd name="connsiteX1" fmla="*/ 1079213 w 1401443"/>
                      <a:gd name="connsiteY1" fmla="*/ 892717 h 1025264"/>
                      <a:gd name="connsiteX2" fmla="*/ 820228 w 1401443"/>
                      <a:gd name="connsiteY2" fmla="*/ 706027 h 1025264"/>
                      <a:gd name="connsiteX3" fmla="*/ 811275 w 1401443"/>
                      <a:gd name="connsiteY3" fmla="*/ 699550 h 1025264"/>
                      <a:gd name="connsiteX4" fmla="*/ 802417 w 1401443"/>
                      <a:gd name="connsiteY4" fmla="*/ 693168 h 1025264"/>
                      <a:gd name="connsiteX5" fmla="*/ 88708 w 1401443"/>
                      <a:gd name="connsiteY5" fmla="*/ 178818 h 1025264"/>
                      <a:gd name="connsiteX6" fmla="*/ 79850 w 1401443"/>
                      <a:gd name="connsiteY6" fmla="*/ 172341 h 1025264"/>
                      <a:gd name="connsiteX7" fmla="*/ 70897 w 1401443"/>
                      <a:gd name="connsiteY7" fmla="*/ 165959 h 1025264"/>
                      <a:gd name="connsiteX8" fmla="*/ 5269 w 1401443"/>
                      <a:gd name="connsiteY8" fmla="*/ 118334 h 1025264"/>
                      <a:gd name="connsiteX9" fmla="*/ 2387 w 1401443"/>
                      <a:gd name="connsiteY9" fmla="*/ 100656 h 1025264"/>
                      <a:gd name="connsiteX10" fmla="*/ 2412 w 1401443"/>
                      <a:gd name="connsiteY10" fmla="*/ 100618 h 1025264"/>
                      <a:gd name="connsiteX11" fmla="*/ 70230 w 1401443"/>
                      <a:gd name="connsiteY11" fmla="*/ 5368 h 1025264"/>
                      <a:gd name="connsiteX12" fmla="*/ 87946 w 1401443"/>
                      <a:gd name="connsiteY12" fmla="*/ 2224 h 1025264"/>
                      <a:gd name="connsiteX13" fmla="*/ 154621 w 1401443"/>
                      <a:gd name="connsiteY13" fmla="*/ 48516 h 1025264"/>
                      <a:gd name="connsiteX14" fmla="*/ 164146 w 1401443"/>
                      <a:gd name="connsiteY14" fmla="*/ 54898 h 1025264"/>
                      <a:gd name="connsiteX15" fmla="*/ 173195 w 1401443"/>
                      <a:gd name="connsiteY15" fmla="*/ 61184 h 1025264"/>
                      <a:gd name="connsiteX16" fmla="*/ 894523 w 1401443"/>
                      <a:gd name="connsiteY16" fmla="*/ 564676 h 1025264"/>
                      <a:gd name="connsiteX17" fmla="*/ 912621 w 1401443"/>
                      <a:gd name="connsiteY17" fmla="*/ 577249 h 1025264"/>
                      <a:gd name="connsiteX18" fmla="*/ 1174273 w 1401443"/>
                      <a:gd name="connsiteY18" fmla="*/ 759938 h 1025264"/>
                      <a:gd name="connsiteX19" fmla="*/ 1252282 w 1401443"/>
                      <a:gd name="connsiteY19" fmla="*/ 803277 h 1025264"/>
                      <a:gd name="connsiteX20" fmla="*/ 1335721 w 1401443"/>
                      <a:gd name="connsiteY20" fmla="*/ 828709 h 1025264"/>
                      <a:gd name="connsiteX21" fmla="*/ 1338674 w 1401443"/>
                      <a:gd name="connsiteY21" fmla="*/ 836614 h 1025264"/>
                      <a:gd name="connsiteX22" fmla="*/ 1343246 w 1401443"/>
                      <a:gd name="connsiteY22" fmla="*/ 849187 h 1025264"/>
                      <a:gd name="connsiteX23" fmla="*/ 1401444 w 1401443"/>
                      <a:gd name="connsiteY23" fmla="*/ 1008445 h 1025264"/>
                      <a:gd name="connsiteX24" fmla="*/ 1389538 w 1401443"/>
                      <a:gd name="connsiteY24" fmla="*/ 1025210 h 1025264"/>
                      <a:gd name="connsiteX25" fmla="*/ 1219897 w 1401443"/>
                      <a:gd name="connsiteY25" fmla="*/ 1023019 h 1025264"/>
                      <a:gd name="connsiteX26" fmla="*/ 1206467 w 1401443"/>
                      <a:gd name="connsiteY26" fmla="*/ 1023019 h 102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1401443" h="1025264">
                        <a:moveTo>
                          <a:pt x="1197323" y="1022447"/>
                        </a:moveTo>
                        <a:cubicBezTo>
                          <a:pt x="1167548" y="971355"/>
                          <a:pt x="1127295" y="927140"/>
                          <a:pt x="1079213" y="892717"/>
                        </a:cubicBezTo>
                        <a:lnTo>
                          <a:pt x="820228" y="706027"/>
                        </a:lnTo>
                        <a:lnTo>
                          <a:pt x="811275" y="699550"/>
                        </a:lnTo>
                        <a:lnTo>
                          <a:pt x="802417" y="693168"/>
                        </a:lnTo>
                        <a:lnTo>
                          <a:pt x="88708" y="178818"/>
                        </a:lnTo>
                        <a:lnTo>
                          <a:pt x="79850" y="172341"/>
                        </a:lnTo>
                        <a:lnTo>
                          <a:pt x="70897" y="165959"/>
                        </a:lnTo>
                        <a:lnTo>
                          <a:pt x="5269" y="118334"/>
                        </a:lnTo>
                        <a:cubicBezTo>
                          <a:pt x="-409" y="114248"/>
                          <a:pt x="-1700" y="106333"/>
                          <a:pt x="2387" y="100656"/>
                        </a:cubicBezTo>
                        <a:cubicBezTo>
                          <a:pt x="2396" y="100637"/>
                          <a:pt x="2403" y="100627"/>
                          <a:pt x="2412" y="100618"/>
                        </a:cubicBezTo>
                        <a:lnTo>
                          <a:pt x="70230" y="5368"/>
                        </a:lnTo>
                        <a:cubicBezTo>
                          <a:pt x="74267" y="-376"/>
                          <a:pt x="82181" y="-1776"/>
                          <a:pt x="87946" y="2224"/>
                        </a:cubicBezTo>
                        <a:lnTo>
                          <a:pt x="154621" y="48516"/>
                        </a:lnTo>
                        <a:lnTo>
                          <a:pt x="164146" y="54898"/>
                        </a:lnTo>
                        <a:lnTo>
                          <a:pt x="173195" y="61184"/>
                        </a:lnTo>
                        <a:lnTo>
                          <a:pt x="894523" y="564676"/>
                        </a:lnTo>
                        <a:lnTo>
                          <a:pt x="912621" y="577249"/>
                        </a:lnTo>
                        <a:lnTo>
                          <a:pt x="1174273" y="759938"/>
                        </a:lnTo>
                        <a:cubicBezTo>
                          <a:pt x="1198723" y="777017"/>
                          <a:pt x="1224860" y="791542"/>
                          <a:pt x="1252282" y="803277"/>
                        </a:cubicBezTo>
                        <a:cubicBezTo>
                          <a:pt x="1279095" y="814735"/>
                          <a:pt x="1307070" y="823270"/>
                          <a:pt x="1335721" y="828709"/>
                        </a:cubicBezTo>
                        <a:lnTo>
                          <a:pt x="1338674" y="836614"/>
                        </a:lnTo>
                        <a:lnTo>
                          <a:pt x="1343246" y="849187"/>
                        </a:lnTo>
                        <a:lnTo>
                          <a:pt x="1401444" y="1008445"/>
                        </a:lnTo>
                        <a:lnTo>
                          <a:pt x="1389538" y="1025210"/>
                        </a:lnTo>
                        <a:lnTo>
                          <a:pt x="1219897" y="1023019"/>
                        </a:lnTo>
                        <a:lnTo>
                          <a:pt x="1206467" y="1023019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0" name="任意多边形 159"/>
                  <p:cNvSpPr/>
                  <p:nvPr/>
                </p:nvSpPr>
                <p:spPr>
                  <a:xfrm rot="7521600">
                    <a:off x="5325138" y="3211208"/>
                    <a:ext cx="33432" cy="306419"/>
                  </a:xfrm>
                  <a:custGeom>
                    <a:avLst/>
                    <a:gdLst>
                      <a:gd name="connsiteX0" fmla="*/ 18955 w 33432"/>
                      <a:gd name="connsiteY0" fmla="*/ -55 h 306419"/>
                      <a:gd name="connsiteX1" fmla="*/ 33433 w 33432"/>
                      <a:gd name="connsiteY1" fmla="*/ -55 h 306419"/>
                      <a:gd name="connsiteX2" fmla="*/ 33433 w 33432"/>
                      <a:gd name="connsiteY2" fmla="*/ 306364 h 306419"/>
                      <a:gd name="connsiteX3" fmla="*/ 18955 w 33432"/>
                      <a:gd name="connsiteY3" fmla="*/ 306364 h 306419"/>
                      <a:gd name="connsiteX4" fmla="*/ 14478 w 33432"/>
                      <a:gd name="connsiteY4" fmla="*/ 306364 h 306419"/>
                      <a:gd name="connsiteX5" fmla="*/ 0 w 33432"/>
                      <a:gd name="connsiteY5" fmla="*/ 306364 h 306419"/>
                      <a:gd name="connsiteX6" fmla="*/ 0 w 33432"/>
                      <a:gd name="connsiteY6" fmla="*/ -55 h 306419"/>
                      <a:gd name="connsiteX7" fmla="*/ 14478 w 33432"/>
                      <a:gd name="connsiteY7" fmla="*/ -55 h 3064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432" h="306419">
                        <a:moveTo>
                          <a:pt x="18955" y="-55"/>
                        </a:moveTo>
                        <a:cubicBezTo>
                          <a:pt x="26951" y="-55"/>
                          <a:pt x="33433" y="-55"/>
                          <a:pt x="33433" y="-55"/>
                        </a:cubicBezTo>
                        <a:lnTo>
                          <a:pt x="33433" y="306364"/>
                        </a:lnTo>
                        <a:cubicBezTo>
                          <a:pt x="33433" y="306364"/>
                          <a:pt x="26951" y="306364"/>
                          <a:pt x="18955" y="306364"/>
                        </a:cubicBezTo>
                        <a:lnTo>
                          <a:pt x="14478" y="306364"/>
                        </a:lnTo>
                        <a:cubicBezTo>
                          <a:pt x="6482" y="306364"/>
                          <a:pt x="0" y="306364"/>
                          <a:pt x="0" y="306364"/>
                        </a:cubicBezTo>
                        <a:lnTo>
                          <a:pt x="0" y="-55"/>
                        </a:lnTo>
                        <a:cubicBezTo>
                          <a:pt x="0" y="-55"/>
                          <a:pt x="6482" y="-55"/>
                          <a:pt x="14478" y="-55"/>
                        </a:cubicBezTo>
                        <a:close/>
                      </a:path>
                    </a:pathLst>
                  </a:custGeom>
                  <a:solidFill>
                    <a:srgbClr val="26323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1" name="任意多边形 160"/>
                  <p:cNvSpPr/>
                  <p:nvPr/>
                </p:nvSpPr>
                <p:spPr>
                  <a:xfrm>
                    <a:off x="5500401" y="3430618"/>
                    <a:ext cx="136779" cy="186404"/>
                  </a:xfrm>
                  <a:custGeom>
                    <a:avLst/>
                    <a:gdLst>
                      <a:gd name="connsiteX0" fmla="*/ 0 w 136779"/>
                      <a:gd name="connsiteY0" fmla="*/ 186214 h 186404"/>
                      <a:gd name="connsiteX1" fmla="*/ 132207 w 136779"/>
                      <a:gd name="connsiteY1" fmla="*/ 0 h 186404"/>
                      <a:gd name="connsiteX2" fmla="*/ 136779 w 136779"/>
                      <a:gd name="connsiteY2" fmla="*/ 12573 h 186404"/>
                      <a:gd name="connsiteX3" fmla="*/ 13430 w 136779"/>
                      <a:gd name="connsiteY3" fmla="*/ 186404 h 186404"/>
                      <a:gd name="connsiteX4" fmla="*/ 0 w 136779"/>
                      <a:gd name="connsiteY4" fmla="*/ 186214 h 186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779" h="186404">
                        <a:moveTo>
                          <a:pt x="0" y="186214"/>
                        </a:moveTo>
                        <a:lnTo>
                          <a:pt x="132207" y="0"/>
                        </a:lnTo>
                        <a:lnTo>
                          <a:pt x="136779" y="12573"/>
                        </a:lnTo>
                        <a:lnTo>
                          <a:pt x="13430" y="186404"/>
                        </a:lnTo>
                        <a:lnTo>
                          <a:pt x="0" y="1862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2" name="任意多边形 161"/>
                  <p:cNvSpPr/>
                  <p:nvPr/>
                </p:nvSpPr>
                <p:spPr>
                  <a:xfrm>
                    <a:off x="5097113" y="3158775"/>
                    <a:ext cx="109442" cy="141636"/>
                  </a:xfrm>
                  <a:custGeom>
                    <a:avLst/>
                    <a:gdLst>
                      <a:gd name="connsiteX0" fmla="*/ 109442 w 109442"/>
                      <a:gd name="connsiteY0" fmla="*/ 12518 h 141636"/>
                      <a:gd name="connsiteX1" fmla="*/ 91345 w 109442"/>
                      <a:gd name="connsiteY1" fmla="*/ -55 h 141636"/>
                      <a:gd name="connsiteX2" fmla="*/ 0 w 109442"/>
                      <a:gd name="connsiteY2" fmla="*/ 128628 h 141636"/>
                      <a:gd name="connsiteX3" fmla="*/ 8954 w 109442"/>
                      <a:gd name="connsiteY3" fmla="*/ 135105 h 141636"/>
                      <a:gd name="connsiteX4" fmla="*/ 17812 w 109442"/>
                      <a:gd name="connsiteY4" fmla="*/ 141582 h 141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442" h="141636">
                        <a:moveTo>
                          <a:pt x="109442" y="12518"/>
                        </a:moveTo>
                        <a:lnTo>
                          <a:pt x="91345" y="-55"/>
                        </a:lnTo>
                        <a:lnTo>
                          <a:pt x="0" y="128628"/>
                        </a:lnTo>
                        <a:lnTo>
                          <a:pt x="8954" y="135105"/>
                        </a:lnTo>
                        <a:lnTo>
                          <a:pt x="17812" y="14158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3" name="任意多边形 162"/>
                  <p:cNvSpPr/>
                  <p:nvPr/>
                </p:nvSpPr>
                <p:spPr>
                  <a:xfrm>
                    <a:off x="4365307" y="2642520"/>
                    <a:ext cx="101917" cy="130397"/>
                  </a:xfrm>
                  <a:custGeom>
                    <a:avLst/>
                    <a:gdLst>
                      <a:gd name="connsiteX0" fmla="*/ 101917 w 101917"/>
                      <a:gd name="connsiteY0" fmla="*/ 12613 h 130397"/>
                      <a:gd name="connsiteX1" fmla="*/ 92392 w 101917"/>
                      <a:gd name="connsiteY1" fmla="*/ 6327 h 130397"/>
                      <a:gd name="connsiteX2" fmla="*/ 83439 w 101917"/>
                      <a:gd name="connsiteY2" fmla="*/ -55 h 130397"/>
                      <a:gd name="connsiteX3" fmla="*/ 0 w 101917"/>
                      <a:gd name="connsiteY3" fmla="*/ 117484 h 130397"/>
                      <a:gd name="connsiteX4" fmla="*/ 9525 w 101917"/>
                      <a:gd name="connsiteY4" fmla="*/ 123865 h 130397"/>
                      <a:gd name="connsiteX5" fmla="*/ 18383 w 101917"/>
                      <a:gd name="connsiteY5" fmla="*/ 130342 h 130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1917" h="130397">
                        <a:moveTo>
                          <a:pt x="101917" y="12613"/>
                        </a:moveTo>
                        <a:lnTo>
                          <a:pt x="92392" y="6327"/>
                        </a:lnTo>
                        <a:lnTo>
                          <a:pt x="83439" y="-55"/>
                        </a:lnTo>
                        <a:lnTo>
                          <a:pt x="0" y="117484"/>
                        </a:lnTo>
                        <a:lnTo>
                          <a:pt x="9525" y="123865"/>
                        </a:lnTo>
                        <a:lnTo>
                          <a:pt x="18383" y="13034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" name="任意多边形 163"/>
                  <p:cNvSpPr/>
                  <p:nvPr/>
                </p:nvSpPr>
                <p:spPr>
                  <a:xfrm>
                    <a:off x="5170360" y="3127819"/>
                    <a:ext cx="86415" cy="105346"/>
                  </a:xfrm>
                  <a:custGeom>
                    <a:avLst/>
                    <a:gdLst>
                      <a:gd name="connsiteX0" fmla="*/ 42196 w 86415"/>
                      <a:gd name="connsiteY0" fmla="*/ -55 h 105346"/>
                      <a:gd name="connsiteX1" fmla="*/ 33242 w 86415"/>
                      <a:gd name="connsiteY1" fmla="*/ 16233 h 105346"/>
                      <a:gd name="connsiteX2" fmla="*/ 0 w 86415"/>
                      <a:gd name="connsiteY2" fmla="*/ 27187 h 105346"/>
                      <a:gd name="connsiteX3" fmla="*/ 8477 w 86415"/>
                      <a:gd name="connsiteY3" fmla="*/ 69192 h 105346"/>
                      <a:gd name="connsiteX4" fmla="*/ 80200 w 86415"/>
                      <a:gd name="connsiteY4" fmla="*/ 105292 h 105346"/>
                      <a:gd name="connsiteX5" fmla="*/ 85630 w 86415"/>
                      <a:gd name="connsiteY5" fmla="*/ 69192 h 105346"/>
                      <a:gd name="connsiteX6" fmla="*/ 64008 w 86415"/>
                      <a:gd name="connsiteY6" fmla="*/ 37474 h 105346"/>
                      <a:gd name="connsiteX7" fmla="*/ 71342 w 86415"/>
                      <a:gd name="connsiteY7" fmla="*/ 23091 h 1053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6415" h="105346">
                        <a:moveTo>
                          <a:pt x="42196" y="-55"/>
                        </a:moveTo>
                        <a:lnTo>
                          <a:pt x="33242" y="16233"/>
                        </a:lnTo>
                        <a:cubicBezTo>
                          <a:pt x="21117" y="15109"/>
                          <a:pt x="9077" y="19071"/>
                          <a:pt x="0" y="27187"/>
                        </a:cubicBezTo>
                        <a:cubicBezTo>
                          <a:pt x="0" y="27187"/>
                          <a:pt x="6286" y="64429"/>
                          <a:pt x="8477" y="69192"/>
                        </a:cubicBezTo>
                        <a:cubicBezTo>
                          <a:pt x="13430" y="79669"/>
                          <a:pt x="67246" y="105387"/>
                          <a:pt x="80200" y="105292"/>
                        </a:cubicBezTo>
                        <a:cubicBezTo>
                          <a:pt x="84296" y="105292"/>
                          <a:pt x="88106" y="77955"/>
                          <a:pt x="85630" y="69192"/>
                        </a:cubicBezTo>
                        <a:cubicBezTo>
                          <a:pt x="79705" y="57800"/>
                          <a:pt x="72447" y="47151"/>
                          <a:pt x="64008" y="37474"/>
                        </a:cubicBezTo>
                        <a:lnTo>
                          <a:pt x="71342" y="23091"/>
                        </a:lnTo>
                        <a:close/>
                      </a:path>
                    </a:pathLst>
                  </a:custGeom>
                  <a:solidFill>
                    <a:srgbClr val="E4897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" name="任意多边形 164"/>
                  <p:cNvSpPr/>
                  <p:nvPr/>
                </p:nvSpPr>
                <p:spPr>
                  <a:xfrm>
                    <a:off x="5103875" y="2666618"/>
                    <a:ext cx="219368" cy="499395"/>
                  </a:xfrm>
                  <a:custGeom>
                    <a:avLst/>
                    <a:gdLst>
                      <a:gd name="connsiteX0" fmla="*/ 0 w 219368"/>
                      <a:gd name="connsiteY0" fmla="*/ -55 h 499395"/>
                      <a:gd name="connsiteX1" fmla="*/ 212122 w 219368"/>
                      <a:gd name="connsiteY1" fmla="*/ 248929 h 499395"/>
                      <a:gd name="connsiteX2" fmla="*/ 141542 w 219368"/>
                      <a:gd name="connsiteY2" fmla="*/ 499341 h 499395"/>
                      <a:gd name="connsiteX3" fmla="*/ 96774 w 219368"/>
                      <a:gd name="connsiteY3" fmla="*/ 466289 h 499395"/>
                      <a:gd name="connsiteX4" fmla="*/ 152210 w 219368"/>
                      <a:gd name="connsiteY4" fmla="*/ 262359 h 499395"/>
                      <a:gd name="connsiteX5" fmla="*/ 42196 w 219368"/>
                      <a:gd name="connsiteY5" fmla="*/ 142630 h 499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19368" h="499395">
                        <a:moveTo>
                          <a:pt x="0" y="-55"/>
                        </a:moveTo>
                        <a:cubicBezTo>
                          <a:pt x="0" y="-55"/>
                          <a:pt x="164878" y="118912"/>
                          <a:pt x="212122" y="248929"/>
                        </a:cubicBezTo>
                        <a:cubicBezTo>
                          <a:pt x="247555" y="346655"/>
                          <a:pt x="141542" y="499341"/>
                          <a:pt x="141542" y="499341"/>
                        </a:cubicBezTo>
                        <a:lnTo>
                          <a:pt x="96774" y="466289"/>
                        </a:lnTo>
                        <a:cubicBezTo>
                          <a:pt x="96774" y="466289"/>
                          <a:pt x="171260" y="322462"/>
                          <a:pt x="152210" y="262359"/>
                        </a:cubicBezTo>
                        <a:cubicBezTo>
                          <a:pt x="133160" y="202256"/>
                          <a:pt x="42196" y="142630"/>
                          <a:pt x="42196" y="142630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6" name="任意多边形 165"/>
                  <p:cNvSpPr/>
                  <p:nvPr/>
                </p:nvSpPr>
                <p:spPr>
                  <a:xfrm>
                    <a:off x="5103875" y="2666618"/>
                    <a:ext cx="219368" cy="499395"/>
                  </a:xfrm>
                  <a:custGeom>
                    <a:avLst/>
                    <a:gdLst>
                      <a:gd name="connsiteX0" fmla="*/ 0 w 219368"/>
                      <a:gd name="connsiteY0" fmla="*/ -55 h 499395"/>
                      <a:gd name="connsiteX1" fmla="*/ 212122 w 219368"/>
                      <a:gd name="connsiteY1" fmla="*/ 248929 h 499395"/>
                      <a:gd name="connsiteX2" fmla="*/ 141542 w 219368"/>
                      <a:gd name="connsiteY2" fmla="*/ 499341 h 499395"/>
                      <a:gd name="connsiteX3" fmla="*/ 96774 w 219368"/>
                      <a:gd name="connsiteY3" fmla="*/ 466289 h 499395"/>
                      <a:gd name="connsiteX4" fmla="*/ 152210 w 219368"/>
                      <a:gd name="connsiteY4" fmla="*/ 262359 h 499395"/>
                      <a:gd name="connsiteX5" fmla="*/ 42196 w 219368"/>
                      <a:gd name="connsiteY5" fmla="*/ 142630 h 499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19368" h="499395">
                        <a:moveTo>
                          <a:pt x="0" y="-55"/>
                        </a:moveTo>
                        <a:cubicBezTo>
                          <a:pt x="0" y="-55"/>
                          <a:pt x="164878" y="118912"/>
                          <a:pt x="212122" y="248929"/>
                        </a:cubicBezTo>
                        <a:cubicBezTo>
                          <a:pt x="247555" y="346655"/>
                          <a:pt x="141542" y="499341"/>
                          <a:pt x="141542" y="499341"/>
                        </a:cubicBezTo>
                        <a:lnTo>
                          <a:pt x="96774" y="466289"/>
                        </a:lnTo>
                        <a:cubicBezTo>
                          <a:pt x="96774" y="466289"/>
                          <a:pt x="171260" y="322462"/>
                          <a:pt x="152210" y="262359"/>
                        </a:cubicBezTo>
                        <a:cubicBezTo>
                          <a:pt x="133160" y="202256"/>
                          <a:pt x="42196" y="142630"/>
                          <a:pt x="42196" y="1426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" name="任意多边形 166"/>
                  <p:cNvSpPr/>
                  <p:nvPr/>
                </p:nvSpPr>
                <p:spPr>
                  <a:xfrm>
                    <a:off x="5080254" y="2583274"/>
                    <a:ext cx="185166" cy="303847"/>
                  </a:xfrm>
                  <a:custGeom>
                    <a:avLst/>
                    <a:gdLst>
                      <a:gd name="connsiteX0" fmla="*/ 185166 w 185166"/>
                      <a:gd name="connsiteY0" fmla="*/ 212734 h 303847"/>
                      <a:gd name="connsiteX1" fmla="*/ 132017 w 185166"/>
                      <a:gd name="connsiteY1" fmla="*/ 303793 h 303847"/>
                      <a:gd name="connsiteX2" fmla="*/ 105823 w 185166"/>
                      <a:gd name="connsiteY2" fmla="*/ 292458 h 303847"/>
                      <a:gd name="connsiteX3" fmla="*/ 61627 w 185166"/>
                      <a:gd name="connsiteY3" fmla="*/ 273408 h 303847"/>
                      <a:gd name="connsiteX4" fmla="*/ 36100 w 185166"/>
                      <a:gd name="connsiteY4" fmla="*/ 160155 h 303847"/>
                      <a:gd name="connsiteX5" fmla="*/ 0 w 185166"/>
                      <a:gd name="connsiteY5" fmla="*/ -55 h 303847"/>
                      <a:gd name="connsiteX6" fmla="*/ 185166 w 185166"/>
                      <a:gd name="connsiteY6" fmla="*/ 212734 h 303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5166" h="303847">
                        <a:moveTo>
                          <a:pt x="185166" y="212734"/>
                        </a:moveTo>
                        <a:lnTo>
                          <a:pt x="132017" y="303793"/>
                        </a:lnTo>
                        <a:lnTo>
                          <a:pt x="105823" y="292458"/>
                        </a:lnTo>
                        <a:lnTo>
                          <a:pt x="61627" y="273408"/>
                        </a:lnTo>
                        <a:lnTo>
                          <a:pt x="36100" y="160155"/>
                        </a:lnTo>
                        <a:lnTo>
                          <a:pt x="0" y="-55"/>
                        </a:lnTo>
                        <a:cubicBezTo>
                          <a:pt x="44196" y="20900"/>
                          <a:pt x="185166" y="212734"/>
                          <a:pt x="185166" y="212734"/>
                        </a:cubicBezTo>
                        <a:close/>
                      </a:path>
                    </a:pathLst>
                  </a:custGeom>
                  <a:solidFill>
                    <a:srgbClr val="407B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8" name="任意多边形 167"/>
                  <p:cNvSpPr/>
                  <p:nvPr/>
                </p:nvSpPr>
                <p:spPr>
                  <a:xfrm>
                    <a:off x="4357874" y="2734712"/>
                    <a:ext cx="78779" cy="160124"/>
                  </a:xfrm>
                  <a:custGeom>
                    <a:avLst/>
                    <a:gdLst>
                      <a:gd name="connsiteX0" fmla="*/ 73441 w 78779"/>
                      <a:gd name="connsiteY0" fmla="*/ 145401 h 160124"/>
                      <a:gd name="connsiteX1" fmla="*/ 62488 w 78779"/>
                      <a:gd name="connsiteY1" fmla="*/ 110445 h 160124"/>
                      <a:gd name="connsiteX2" fmla="*/ 78775 w 78779"/>
                      <a:gd name="connsiteY2" fmla="*/ 92823 h 160124"/>
                      <a:gd name="connsiteX3" fmla="*/ 70584 w 78779"/>
                      <a:gd name="connsiteY3" fmla="*/ 36531 h 160124"/>
                      <a:gd name="connsiteX4" fmla="*/ 17815 w 78779"/>
                      <a:gd name="connsiteY4" fmla="*/ 336 h 160124"/>
                      <a:gd name="connsiteX5" fmla="*/ 4 w 78779"/>
                      <a:gd name="connsiteY5" fmla="*/ 42150 h 160124"/>
                      <a:gd name="connsiteX6" fmla="*/ 30198 w 78779"/>
                      <a:gd name="connsiteY6" fmla="*/ 102063 h 160124"/>
                      <a:gd name="connsiteX7" fmla="*/ 42676 w 78779"/>
                      <a:gd name="connsiteY7" fmla="*/ 160070 h 160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8779" h="160124">
                        <a:moveTo>
                          <a:pt x="73441" y="145401"/>
                        </a:moveTo>
                        <a:lnTo>
                          <a:pt x="62488" y="110445"/>
                        </a:lnTo>
                        <a:cubicBezTo>
                          <a:pt x="62488" y="110445"/>
                          <a:pt x="78680" y="107111"/>
                          <a:pt x="78775" y="92823"/>
                        </a:cubicBezTo>
                        <a:cubicBezTo>
                          <a:pt x="78871" y="78536"/>
                          <a:pt x="77347" y="43484"/>
                          <a:pt x="70584" y="36531"/>
                        </a:cubicBezTo>
                        <a:cubicBezTo>
                          <a:pt x="53899" y="23196"/>
                          <a:pt x="36262" y="11099"/>
                          <a:pt x="17815" y="336"/>
                        </a:cubicBezTo>
                        <a:cubicBezTo>
                          <a:pt x="9433" y="-3951"/>
                          <a:pt x="385" y="28149"/>
                          <a:pt x="4" y="42150"/>
                        </a:cubicBezTo>
                        <a:cubicBezTo>
                          <a:pt x="-377" y="56152"/>
                          <a:pt x="30198" y="102063"/>
                          <a:pt x="30198" y="102063"/>
                        </a:cubicBezTo>
                        <a:lnTo>
                          <a:pt x="42676" y="160070"/>
                        </a:lnTo>
                        <a:close/>
                      </a:path>
                    </a:pathLst>
                  </a:custGeom>
                  <a:solidFill>
                    <a:srgbClr val="E4897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" name="任意多边形 168"/>
                  <p:cNvSpPr/>
                  <p:nvPr/>
                </p:nvSpPr>
                <p:spPr>
                  <a:xfrm>
                    <a:off x="5116353" y="2743294"/>
                    <a:ext cx="69723" cy="132302"/>
                  </a:xfrm>
                  <a:custGeom>
                    <a:avLst/>
                    <a:gdLst>
                      <a:gd name="connsiteX0" fmla="*/ 69723 w 69723"/>
                      <a:gd name="connsiteY0" fmla="*/ 132247 h 132302"/>
                      <a:gd name="connsiteX1" fmla="*/ 25527 w 69723"/>
                      <a:gd name="connsiteY1" fmla="*/ 113197 h 132302"/>
                      <a:gd name="connsiteX2" fmla="*/ 0 w 69723"/>
                      <a:gd name="connsiteY2" fmla="*/ -55 h 132302"/>
                      <a:gd name="connsiteX3" fmla="*/ 69723 w 69723"/>
                      <a:gd name="connsiteY3" fmla="*/ 132247 h 1323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9723" h="132302">
                        <a:moveTo>
                          <a:pt x="69723" y="132247"/>
                        </a:moveTo>
                        <a:lnTo>
                          <a:pt x="25527" y="113197"/>
                        </a:lnTo>
                        <a:lnTo>
                          <a:pt x="0" y="-55"/>
                        </a:lnTo>
                        <a:cubicBezTo>
                          <a:pt x="27146" y="29568"/>
                          <a:pt x="68104" y="81955"/>
                          <a:pt x="69723" y="132247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2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558" name="组合 557"/>
          <p:cNvGrpSpPr/>
          <p:nvPr/>
        </p:nvGrpSpPr>
        <p:grpSpPr>
          <a:xfrm>
            <a:off x="9223721" y="0"/>
            <a:ext cx="3522821" cy="6874510"/>
            <a:chOff x="9223721" y="0"/>
            <a:chExt cx="3522821" cy="6874510"/>
          </a:xfrm>
        </p:grpSpPr>
        <p:sp>
          <p:nvSpPr>
            <p:cNvPr id="8" name="矩形 7"/>
            <p:cNvSpPr/>
            <p:nvPr/>
          </p:nvSpPr>
          <p:spPr>
            <a:xfrm>
              <a:off x="9752302" y="0"/>
              <a:ext cx="2439698" cy="687451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223721" y="2529096"/>
              <a:ext cx="3522821" cy="5835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zh-CN" alt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9223721" y="2542978"/>
              <a:ext cx="3522821" cy="5835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2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ADLaM Display" panose="02010000000000000000" pitchFamily="2" charset="0"/>
                </a:rPr>
                <a:t>人员组织</a:t>
              </a:r>
              <a:endParaRPr lang="zh-CN" alt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</p:txBody>
        </p:sp>
        <p:grpSp>
          <p:nvGrpSpPr>
            <p:cNvPr id="215" name="组合 2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10055577" y="4873931"/>
              <a:ext cx="1891258" cy="1299894"/>
              <a:chOff x="3116263" y="1270000"/>
              <a:chExt cx="5965825" cy="4318000"/>
            </a:xfrm>
          </p:grpSpPr>
          <p:sp>
            <p:nvSpPr>
              <p:cNvPr id="216" name="iṡḷidê"/>
              <p:cNvSpPr/>
              <p:nvPr/>
            </p:nvSpPr>
            <p:spPr bwMode="auto">
              <a:xfrm>
                <a:off x="6138863" y="1482725"/>
                <a:ext cx="728663" cy="1008063"/>
              </a:xfrm>
              <a:custGeom>
                <a:avLst/>
                <a:gdLst>
                  <a:gd name="T0" fmla="*/ 14 w 109"/>
                  <a:gd name="T1" fmla="*/ 135 h 151"/>
                  <a:gd name="T2" fmla="*/ 4 w 109"/>
                  <a:gd name="T3" fmla="*/ 59 h 151"/>
                  <a:gd name="T4" fmla="*/ 49 w 109"/>
                  <a:gd name="T5" fmla="*/ 1 h 151"/>
                  <a:gd name="T6" fmla="*/ 95 w 109"/>
                  <a:gd name="T7" fmla="*/ 24 h 151"/>
                  <a:gd name="T8" fmla="*/ 108 w 109"/>
                  <a:gd name="T9" fmla="*/ 90 h 151"/>
                  <a:gd name="T10" fmla="*/ 97 w 109"/>
                  <a:gd name="T11" fmla="*/ 142 h 151"/>
                  <a:gd name="T12" fmla="*/ 57 w 109"/>
                  <a:gd name="T13" fmla="*/ 151 h 151"/>
                  <a:gd name="T14" fmla="*/ 30 w 109"/>
                  <a:gd name="T15" fmla="*/ 149 h 151"/>
                  <a:gd name="T16" fmla="*/ 14 w 109"/>
                  <a:gd name="T17" fmla="*/ 13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9" h="151">
                    <a:moveTo>
                      <a:pt x="14" y="135"/>
                    </a:moveTo>
                    <a:cubicBezTo>
                      <a:pt x="14" y="135"/>
                      <a:pt x="0" y="88"/>
                      <a:pt x="4" y="59"/>
                    </a:cubicBezTo>
                    <a:cubicBezTo>
                      <a:pt x="9" y="30"/>
                      <a:pt x="35" y="1"/>
                      <a:pt x="49" y="1"/>
                    </a:cubicBezTo>
                    <a:cubicBezTo>
                      <a:pt x="63" y="0"/>
                      <a:pt x="85" y="1"/>
                      <a:pt x="95" y="24"/>
                    </a:cubicBezTo>
                    <a:cubicBezTo>
                      <a:pt x="105" y="46"/>
                      <a:pt x="109" y="73"/>
                      <a:pt x="108" y="90"/>
                    </a:cubicBezTo>
                    <a:cubicBezTo>
                      <a:pt x="106" y="108"/>
                      <a:pt x="98" y="137"/>
                      <a:pt x="97" y="142"/>
                    </a:cubicBezTo>
                    <a:cubicBezTo>
                      <a:pt x="95" y="147"/>
                      <a:pt x="57" y="151"/>
                      <a:pt x="57" y="151"/>
                    </a:cubicBezTo>
                    <a:cubicBezTo>
                      <a:pt x="30" y="149"/>
                      <a:pt x="30" y="149"/>
                      <a:pt x="30" y="149"/>
                    </a:cubicBezTo>
                    <a:cubicBezTo>
                      <a:pt x="14" y="135"/>
                      <a:pt x="14" y="135"/>
                      <a:pt x="14" y="135"/>
                    </a:cubicBezTo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7" name="îṥļiďé"/>
              <p:cNvSpPr/>
              <p:nvPr/>
            </p:nvSpPr>
            <p:spPr bwMode="auto">
              <a:xfrm>
                <a:off x="6380163" y="2124075"/>
                <a:ext cx="306388" cy="279400"/>
              </a:xfrm>
              <a:custGeom>
                <a:avLst/>
                <a:gdLst>
                  <a:gd name="T0" fmla="*/ 11 w 46"/>
                  <a:gd name="T1" fmla="*/ 0 h 42"/>
                  <a:gd name="T2" fmla="*/ 8 w 46"/>
                  <a:gd name="T3" fmla="*/ 13 h 42"/>
                  <a:gd name="T4" fmla="*/ 0 w 46"/>
                  <a:gd name="T5" fmla="*/ 24 h 42"/>
                  <a:gd name="T6" fmla="*/ 9 w 46"/>
                  <a:gd name="T7" fmla="*/ 40 h 42"/>
                  <a:gd name="T8" fmla="*/ 31 w 46"/>
                  <a:gd name="T9" fmla="*/ 42 h 42"/>
                  <a:gd name="T10" fmla="*/ 41 w 46"/>
                  <a:gd name="T11" fmla="*/ 36 h 42"/>
                  <a:gd name="T12" fmla="*/ 46 w 46"/>
                  <a:gd name="T13" fmla="*/ 23 h 42"/>
                  <a:gd name="T14" fmla="*/ 37 w 46"/>
                  <a:gd name="T15" fmla="*/ 12 h 42"/>
                  <a:gd name="T16" fmla="*/ 33 w 46"/>
                  <a:gd name="T17" fmla="*/ 0 h 42"/>
                  <a:gd name="T18" fmla="*/ 11 w 46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2">
                    <a:moveTo>
                      <a:pt x="11" y="0"/>
                    </a:moveTo>
                    <a:cubicBezTo>
                      <a:pt x="11" y="0"/>
                      <a:pt x="10" y="7"/>
                      <a:pt x="8" y="13"/>
                    </a:cubicBezTo>
                    <a:cubicBezTo>
                      <a:pt x="6" y="17"/>
                      <a:pt x="4" y="22"/>
                      <a:pt x="0" y="24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31" y="42"/>
                      <a:pt x="31" y="42"/>
                      <a:pt x="31" y="42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6" y="23"/>
                      <a:pt x="46" y="23"/>
                      <a:pt x="46" y="23"/>
                    </a:cubicBezTo>
                    <a:cubicBezTo>
                      <a:pt x="46" y="23"/>
                      <a:pt x="41" y="19"/>
                      <a:pt x="37" y="12"/>
                    </a:cubicBezTo>
                    <a:cubicBezTo>
                      <a:pt x="35" y="9"/>
                      <a:pt x="34" y="4"/>
                      <a:pt x="33" y="0"/>
                    </a:cubicBezTo>
                    <a:cubicBezTo>
                      <a:pt x="11" y="0"/>
                      <a:pt x="11" y="0"/>
                      <a:pt x="11" y="0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8" name="íŝļîḓe"/>
              <p:cNvSpPr/>
              <p:nvPr/>
            </p:nvSpPr>
            <p:spPr bwMode="auto">
              <a:xfrm>
                <a:off x="6432551" y="2124075"/>
                <a:ext cx="193675" cy="100013"/>
              </a:xfrm>
              <a:custGeom>
                <a:avLst/>
                <a:gdLst>
                  <a:gd name="T0" fmla="*/ 25 w 29"/>
                  <a:gd name="T1" fmla="*/ 0 h 15"/>
                  <a:gd name="T2" fmla="*/ 3 w 29"/>
                  <a:gd name="T3" fmla="*/ 0 h 15"/>
                  <a:gd name="T4" fmla="*/ 0 w 29"/>
                  <a:gd name="T5" fmla="*/ 13 h 15"/>
                  <a:gd name="T6" fmla="*/ 13 w 29"/>
                  <a:gd name="T7" fmla="*/ 15 h 15"/>
                  <a:gd name="T8" fmla="*/ 27 w 29"/>
                  <a:gd name="T9" fmla="*/ 13 h 15"/>
                  <a:gd name="T10" fmla="*/ 29 w 29"/>
                  <a:gd name="T11" fmla="*/ 12 h 15"/>
                  <a:gd name="T12" fmla="*/ 25 w 29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15">
                    <a:moveTo>
                      <a:pt x="2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7"/>
                      <a:pt x="0" y="13"/>
                    </a:cubicBezTo>
                    <a:cubicBezTo>
                      <a:pt x="0" y="13"/>
                      <a:pt x="5" y="15"/>
                      <a:pt x="13" y="15"/>
                    </a:cubicBezTo>
                    <a:cubicBezTo>
                      <a:pt x="17" y="15"/>
                      <a:pt x="22" y="14"/>
                      <a:pt x="27" y="13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7" y="9"/>
                      <a:pt x="26" y="4"/>
                      <a:pt x="25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9" name="îṣľïďé"/>
              <p:cNvSpPr/>
              <p:nvPr/>
            </p:nvSpPr>
            <p:spPr bwMode="auto">
              <a:xfrm>
                <a:off x="6232526" y="1643063"/>
                <a:ext cx="568325" cy="520700"/>
              </a:xfrm>
              <a:custGeom>
                <a:avLst/>
                <a:gdLst>
                  <a:gd name="T0" fmla="*/ 11 w 85"/>
                  <a:gd name="T1" fmla="*/ 38 h 78"/>
                  <a:gd name="T2" fmla="*/ 23 w 85"/>
                  <a:gd name="T3" fmla="*/ 67 h 78"/>
                  <a:gd name="T4" fmla="*/ 43 w 85"/>
                  <a:gd name="T5" fmla="*/ 77 h 78"/>
                  <a:gd name="T6" fmla="*/ 62 w 85"/>
                  <a:gd name="T7" fmla="*/ 68 h 78"/>
                  <a:gd name="T8" fmla="*/ 74 w 85"/>
                  <a:gd name="T9" fmla="*/ 38 h 78"/>
                  <a:gd name="T10" fmla="*/ 76 w 85"/>
                  <a:gd name="T11" fmla="*/ 35 h 78"/>
                  <a:gd name="T12" fmla="*/ 84 w 85"/>
                  <a:gd name="T13" fmla="*/ 31 h 78"/>
                  <a:gd name="T14" fmla="*/ 80 w 85"/>
                  <a:gd name="T15" fmla="*/ 21 h 78"/>
                  <a:gd name="T16" fmla="*/ 44 w 85"/>
                  <a:gd name="T17" fmla="*/ 0 h 78"/>
                  <a:gd name="T18" fmla="*/ 21 w 85"/>
                  <a:gd name="T19" fmla="*/ 22 h 78"/>
                  <a:gd name="T20" fmla="*/ 13 w 85"/>
                  <a:gd name="T21" fmla="*/ 23 h 78"/>
                  <a:gd name="T22" fmla="*/ 4 w 85"/>
                  <a:gd name="T23" fmla="*/ 21 h 78"/>
                  <a:gd name="T24" fmla="*/ 1 w 85"/>
                  <a:gd name="T25" fmla="*/ 31 h 78"/>
                  <a:gd name="T26" fmla="*/ 10 w 85"/>
                  <a:gd name="T27" fmla="*/ 35 h 78"/>
                  <a:gd name="T28" fmla="*/ 11 w 85"/>
                  <a:gd name="T29" fmla="*/ 3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" h="78">
                    <a:moveTo>
                      <a:pt x="11" y="38"/>
                    </a:moveTo>
                    <a:cubicBezTo>
                      <a:pt x="11" y="38"/>
                      <a:pt x="14" y="56"/>
                      <a:pt x="23" y="67"/>
                    </a:cubicBezTo>
                    <a:cubicBezTo>
                      <a:pt x="32" y="77"/>
                      <a:pt x="38" y="77"/>
                      <a:pt x="43" y="77"/>
                    </a:cubicBezTo>
                    <a:cubicBezTo>
                      <a:pt x="47" y="77"/>
                      <a:pt x="54" y="78"/>
                      <a:pt x="62" y="68"/>
                    </a:cubicBezTo>
                    <a:cubicBezTo>
                      <a:pt x="70" y="59"/>
                      <a:pt x="73" y="41"/>
                      <a:pt x="74" y="38"/>
                    </a:cubicBezTo>
                    <a:cubicBezTo>
                      <a:pt x="76" y="35"/>
                      <a:pt x="76" y="35"/>
                      <a:pt x="76" y="35"/>
                    </a:cubicBezTo>
                    <a:cubicBezTo>
                      <a:pt x="76" y="35"/>
                      <a:pt x="84" y="34"/>
                      <a:pt x="84" y="31"/>
                    </a:cubicBezTo>
                    <a:cubicBezTo>
                      <a:pt x="85" y="28"/>
                      <a:pt x="83" y="21"/>
                      <a:pt x="80" y="21"/>
                    </a:cubicBezTo>
                    <a:cubicBezTo>
                      <a:pt x="78" y="21"/>
                      <a:pt x="54" y="27"/>
                      <a:pt x="44" y="0"/>
                    </a:cubicBezTo>
                    <a:cubicBezTo>
                      <a:pt x="44" y="0"/>
                      <a:pt x="36" y="18"/>
                      <a:pt x="21" y="22"/>
                    </a:cubicBezTo>
                    <a:cubicBezTo>
                      <a:pt x="18" y="23"/>
                      <a:pt x="13" y="23"/>
                      <a:pt x="13" y="23"/>
                    </a:cubicBezTo>
                    <a:cubicBezTo>
                      <a:pt x="13" y="23"/>
                      <a:pt x="8" y="19"/>
                      <a:pt x="4" y="21"/>
                    </a:cubicBezTo>
                    <a:cubicBezTo>
                      <a:pt x="1" y="22"/>
                      <a:pt x="0" y="30"/>
                      <a:pt x="1" y="31"/>
                    </a:cubicBezTo>
                    <a:cubicBezTo>
                      <a:pt x="3" y="32"/>
                      <a:pt x="10" y="35"/>
                      <a:pt x="10" y="35"/>
                    </a:cubicBezTo>
                    <a:lnTo>
                      <a:pt x="11" y="38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0" name="îsḻíďe"/>
              <p:cNvSpPr/>
              <p:nvPr/>
            </p:nvSpPr>
            <p:spPr bwMode="auto">
              <a:xfrm>
                <a:off x="6011863" y="3319463"/>
                <a:ext cx="1001713" cy="1608138"/>
              </a:xfrm>
              <a:custGeom>
                <a:avLst/>
                <a:gdLst>
                  <a:gd name="T0" fmla="*/ 21 w 150"/>
                  <a:gd name="T1" fmla="*/ 5 h 241"/>
                  <a:gd name="T2" fmla="*/ 12 w 150"/>
                  <a:gd name="T3" fmla="*/ 92 h 241"/>
                  <a:gd name="T4" fmla="*/ 11 w 150"/>
                  <a:gd name="T5" fmla="*/ 153 h 241"/>
                  <a:gd name="T6" fmla="*/ 0 w 150"/>
                  <a:gd name="T7" fmla="*/ 225 h 241"/>
                  <a:gd name="T8" fmla="*/ 22 w 150"/>
                  <a:gd name="T9" fmla="*/ 241 h 241"/>
                  <a:gd name="T10" fmla="*/ 38 w 150"/>
                  <a:gd name="T11" fmla="*/ 233 h 241"/>
                  <a:gd name="T12" fmla="*/ 48 w 150"/>
                  <a:gd name="T13" fmla="*/ 168 h 241"/>
                  <a:gd name="T14" fmla="*/ 71 w 150"/>
                  <a:gd name="T15" fmla="*/ 71 h 241"/>
                  <a:gd name="T16" fmla="*/ 83 w 150"/>
                  <a:gd name="T17" fmla="*/ 65 h 241"/>
                  <a:gd name="T18" fmla="*/ 98 w 150"/>
                  <a:gd name="T19" fmla="*/ 152 h 241"/>
                  <a:gd name="T20" fmla="*/ 104 w 150"/>
                  <a:gd name="T21" fmla="*/ 173 h 241"/>
                  <a:gd name="T22" fmla="*/ 117 w 150"/>
                  <a:gd name="T23" fmla="*/ 235 h 241"/>
                  <a:gd name="T24" fmla="*/ 139 w 150"/>
                  <a:gd name="T25" fmla="*/ 237 h 241"/>
                  <a:gd name="T26" fmla="*/ 150 w 150"/>
                  <a:gd name="T27" fmla="*/ 222 h 241"/>
                  <a:gd name="T28" fmla="*/ 145 w 150"/>
                  <a:gd name="T29" fmla="*/ 138 h 241"/>
                  <a:gd name="T30" fmla="*/ 128 w 150"/>
                  <a:gd name="T31" fmla="*/ 3 h 241"/>
                  <a:gd name="T32" fmla="*/ 103 w 150"/>
                  <a:gd name="T33" fmla="*/ 0 h 241"/>
                  <a:gd name="T34" fmla="*/ 41 w 150"/>
                  <a:gd name="T35" fmla="*/ 0 h 241"/>
                  <a:gd name="T36" fmla="*/ 21 w 150"/>
                  <a:gd name="T37" fmla="*/ 5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0" h="241">
                    <a:moveTo>
                      <a:pt x="21" y="5"/>
                    </a:moveTo>
                    <a:cubicBezTo>
                      <a:pt x="21" y="5"/>
                      <a:pt x="15" y="59"/>
                      <a:pt x="12" y="92"/>
                    </a:cubicBezTo>
                    <a:cubicBezTo>
                      <a:pt x="9" y="125"/>
                      <a:pt x="11" y="144"/>
                      <a:pt x="11" y="153"/>
                    </a:cubicBezTo>
                    <a:cubicBezTo>
                      <a:pt x="11" y="165"/>
                      <a:pt x="0" y="225"/>
                      <a:pt x="0" y="225"/>
                    </a:cubicBezTo>
                    <a:cubicBezTo>
                      <a:pt x="22" y="241"/>
                      <a:pt x="22" y="241"/>
                      <a:pt x="22" y="241"/>
                    </a:cubicBezTo>
                    <a:cubicBezTo>
                      <a:pt x="38" y="233"/>
                      <a:pt x="38" y="233"/>
                      <a:pt x="38" y="233"/>
                    </a:cubicBezTo>
                    <a:cubicBezTo>
                      <a:pt x="38" y="233"/>
                      <a:pt x="48" y="182"/>
                      <a:pt x="48" y="168"/>
                    </a:cubicBezTo>
                    <a:cubicBezTo>
                      <a:pt x="48" y="154"/>
                      <a:pt x="68" y="80"/>
                      <a:pt x="71" y="71"/>
                    </a:cubicBezTo>
                    <a:cubicBezTo>
                      <a:pt x="74" y="62"/>
                      <a:pt x="81" y="63"/>
                      <a:pt x="83" y="65"/>
                    </a:cubicBezTo>
                    <a:cubicBezTo>
                      <a:pt x="84" y="68"/>
                      <a:pt x="93" y="141"/>
                      <a:pt x="98" y="152"/>
                    </a:cubicBezTo>
                    <a:cubicBezTo>
                      <a:pt x="102" y="162"/>
                      <a:pt x="104" y="166"/>
                      <a:pt x="104" y="173"/>
                    </a:cubicBezTo>
                    <a:cubicBezTo>
                      <a:pt x="104" y="180"/>
                      <a:pt x="109" y="222"/>
                      <a:pt x="117" y="235"/>
                    </a:cubicBezTo>
                    <a:cubicBezTo>
                      <a:pt x="139" y="237"/>
                      <a:pt x="139" y="237"/>
                      <a:pt x="139" y="237"/>
                    </a:cubicBezTo>
                    <a:cubicBezTo>
                      <a:pt x="150" y="222"/>
                      <a:pt x="150" y="222"/>
                      <a:pt x="150" y="222"/>
                    </a:cubicBezTo>
                    <a:cubicBezTo>
                      <a:pt x="150" y="222"/>
                      <a:pt x="144" y="153"/>
                      <a:pt x="145" y="138"/>
                    </a:cubicBezTo>
                    <a:cubicBezTo>
                      <a:pt x="146" y="123"/>
                      <a:pt x="137" y="26"/>
                      <a:pt x="128" y="3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41" y="0"/>
                      <a:pt x="41" y="0"/>
                      <a:pt x="41" y="0"/>
                    </a:cubicBezTo>
                    <a:lnTo>
                      <a:pt x="21" y="5"/>
                    </a:ln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1" name="iŝ1îḍê"/>
              <p:cNvSpPr/>
              <p:nvPr/>
            </p:nvSpPr>
            <p:spPr bwMode="auto">
              <a:xfrm>
                <a:off x="6732588" y="4727575"/>
                <a:ext cx="441325" cy="766763"/>
              </a:xfrm>
              <a:custGeom>
                <a:avLst/>
                <a:gdLst>
                  <a:gd name="T0" fmla="*/ 5 w 66"/>
                  <a:gd name="T1" fmla="*/ 15 h 115"/>
                  <a:gd name="T2" fmla="*/ 43 w 66"/>
                  <a:gd name="T3" fmla="*/ 6 h 115"/>
                  <a:gd name="T4" fmla="*/ 42 w 66"/>
                  <a:gd name="T5" fmla="*/ 0 h 115"/>
                  <a:gd name="T6" fmla="*/ 46 w 66"/>
                  <a:gd name="T7" fmla="*/ 9 h 115"/>
                  <a:gd name="T8" fmla="*/ 44 w 66"/>
                  <a:gd name="T9" fmla="*/ 60 h 115"/>
                  <a:gd name="T10" fmla="*/ 59 w 66"/>
                  <a:gd name="T11" fmla="*/ 98 h 115"/>
                  <a:gd name="T12" fmla="*/ 65 w 66"/>
                  <a:gd name="T13" fmla="*/ 108 h 115"/>
                  <a:gd name="T14" fmla="*/ 55 w 66"/>
                  <a:gd name="T15" fmla="*/ 115 h 115"/>
                  <a:gd name="T16" fmla="*/ 34 w 66"/>
                  <a:gd name="T17" fmla="*/ 101 h 115"/>
                  <a:gd name="T18" fmla="*/ 29 w 66"/>
                  <a:gd name="T19" fmla="*/ 93 h 115"/>
                  <a:gd name="T20" fmla="*/ 26 w 66"/>
                  <a:gd name="T21" fmla="*/ 92 h 115"/>
                  <a:gd name="T22" fmla="*/ 26 w 66"/>
                  <a:gd name="T23" fmla="*/ 100 h 115"/>
                  <a:gd name="T24" fmla="*/ 8 w 66"/>
                  <a:gd name="T25" fmla="*/ 99 h 115"/>
                  <a:gd name="T26" fmla="*/ 7 w 66"/>
                  <a:gd name="T27" fmla="*/ 84 h 115"/>
                  <a:gd name="T28" fmla="*/ 6 w 66"/>
                  <a:gd name="T29" fmla="*/ 61 h 115"/>
                  <a:gd name="T30" fmla="*/ 1 w 66"/>
                  <a:gd name="T31" fmla="*/ 21 h 115"/>
                  <a:gd name="T32" fmla="*/ 5 w 66"/>
                  <a:gd name="T33" fmla="*/ 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" h="115">
                    <a:moveTo>
                      <a:pt x="5" y="15"/>
                    </a:moveTo>
                    <a:cubicBezTo>
                      <a:pt x="5" y="15"/>
                      <a:pt x="24" y="24"/>
                      <a:pt x="43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46" y="1"/>
                      <a:pt x="46" y="9"/>
                    </a:cubicBezTo>
                    <a:cubicBezTo>
                      <a:pt x="47" y="18"/>
                      <a:pt x="43" y="50"/>
                      <a:pt x="44" y="60"/>
                    </a:cubicBezTo>
                    <a:cubicBezTo>
                      <a:pt x="46" y="70"/>
                      <a:pt x="53" y="91"/>
                      <a:pt x="59" y="98"/>
                    </a:cubicBezTo>
                    <a:cubicBezTo>
                      <a:pt x="66" y="104"/>
                      <a:pt x="66" y="106"/>
                      <a:pt x="65" y="108"/>
                    </a:cubicBezTo>
                    <a:cubicBezTo>
                      <a:pt x="64" y="110"/>
                      <a:pt x="59" y="115"/>
                      <a:pt x="55" y="115"/>
                    </a:cubicBezTo>
                    <a:cubicBezTo>
                      <a:pt x="51" y="114"/>
                      <a:pt x="38" y="105"/>
                      <a:pt x="34" y="101"/>
                    </a:cubicBezTo>
                    <a:cubicBezTo>
                      <a:pt x="30" y="97"/>
                      <a:pt x="30" y="95"/>
                      <a:pt x="29" y="93"/>
                    </a:cubicBezTo>
                    <a:cubicBezTo>
                      <a:pt x="28" y="92"/>
                      <a:pt x="26" y="92"/>
                      <a:pt x="26" y="92"/>
                    </a:cubicBezTo>
                    <a:cubicBezTo>
                      <a:pt x="26" y="100"/>
                      <a:pt x="26" y="100"/>
                      <a:pt x="26" y="100"/>
                    </a:cubicBezTo>
                    <a:cubicBezTo>
                      <a:pt x="26" y="100"/>
                      <a:pt x="18" y="104"/>
                      <a:pt x="8" y="99"/>
                    </a:cubicBezTo>
                    <a:cubicBezTo>
                      <a:pt x="8" y="99"/>
                      <a:pt x="7" y="88"/>
                      <a:pt x="7" y="84"/>
                    </a:cubicBezTo>
                    <a:cubicBezTo>
                      <a:pt x="7" y="81"/>
                      <a:pt x="4" y="67"/>
                      <a:pt x="6" y="61"/>
                    </a:cubicBezTo>
                    <a:cubicBezTo>
                      <a:pt x="7" y="55"/>
                      <a:pt x="0" y="25"/>
                      <a:pt x="1" y="21"/>
                    </a:cubicBezTo>
                    <a:cubicBezTo>
                      <a:pt x="2" y="16"/>
                      <a:pt x="5" y="15"/>
                      <a:pt x="5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2" name="ïślíďé"/>
              <p:cNvSpPr/>
              <p:nvPr/>
            </p:nvSpPr>
            <p:spPr bwMode="auto">
              <a:xfrm>
                <a:off x="5865813" y="4727575"/>
                <a:ext cx="439738" cy="766763"/>
              </a:xfrm>
              <a:custGeom>
                <a:avLst/>
                <a:gdLst>
                  <a:gd name="T0" fmla="*/ 61 w 66"/>
                  <a:gd name="T1" fmla="*/ 15 h 115"/>
                  <a:gd name="T2" fmla="*/ 23 w 66"/>
                  <a:gd name="T3" fmla="*/ 6 h 115"/>
                  <a:gd name="T4" fmla="*/ 24 w 66"/>
                  <a:gd name="T5" fmla="*/ 0 h 115"/>
                  <a:gd name="T6" fmla="*/ 20 w 66"/>
                  <a:gd name="T7" fmla="*/ 9 h 115"/>
                  <a:gd name="T8" fmla="*/ 22 w 66"/>
                  <a:gd name="T9" fmla="*/ 60 h 115"/>
                  <a:gd name="T10" fmla="*/ 7 w 66"/>
                  <a:gd name="T11" fmla="*/ 98 h 115"/>
                  <a:gd name="T12" fmla="*/ 1 w 66"/>
                  <a:gd name="T13" fmla="*/ 108 h 115"/>
                  <a:gd name="T14" fmla="*/ 11 w 66"/>
                  <a:gd name="T15" fmla="*/ 115 h 115"/>
                  <a:gd name="T16" fmla="*/ 32 w 66"/>
                  <a:gd name="T17" fmla="*/ 101 h 115"/>
                  <a:gd name="T18" fmla="*/ 37 w 66"/>
                  <a:gd name="T19" fmla="*/ 93 h 115"/>
                  <a:gd name="T20" fmla="*/ 40 w 66"/>
                  <a:gd name="T21" fmla="*/ 92 h 115"/>
                  <a:gd name="T22" fmla="*/ 40 w 66"/>
                  <a:gd name="T23" fmla="*/ 100 h 115"/>
                  <a:gd name="T24" fmla="*/ 57 w 66"/>
                  <a:gd name="T25" fmla="*/ 99 h 115"/>
                  <a:gd name="T26" fmla="*/ 59 w 66"/>
                  <a:gd name="T27" fmla="*/ 84 h 115"/>
                  <a:gd name="T28" fmla="*/ 60 w 66"/>
                  <a:gd name="T29" fmla="*/ 61 h 115"/>
                  <a:gd name="T30" fmla="*/ 65 w 66"/>
                  <a:gd name="T31" fmla="*/ 21 h 115"/>
                  <a:gd name="T32" fmla="*/ 61 w 66"/>
                  <a:gd name="T33" fmla="*/ 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6" h="115">
                    <a:moveTo>
                      <a:pt x="61" y="15"/>
                    </a:moveTo>
                    <a:cubicBezTo>
                      <a:pt x="61" y="15"/>
                      <a:pt x="42" y="24"/>
                      <a:pt x="23" y="6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0" y="1"/>
                      <a:pt x="20" y="9"/>
                    </a:cubicBezTo>
                    <a:cubicBezTo>
                      <a:pt x="19" y="18"/>
                      <a:pt x="23" y="50"/>
                      <a:pt x="22" y="60"/>
                    </a:cubicBezTo>
                    <a:cubicBezTo>
                      <a:pt x="20" y="70"/>
                      <a:pt x="13" y="91"/>
                      <a:pt x="7" y="98"/>
                    </a:cubicBezTo>
                    <a:cubicBezTo>
                      <a:pt x="0" y="104"/>
                      <a:pt x="0" y="106"/>
                      <a:pt x="1" y="108"/>
                    </a:cubicBezTo>
                    <a:cubicBezTo>
                      <a:pt x="2" y="110"/>
                      <a:pt x="7" y="115"/>
                      <a:pt x="11" y="115"/>
                    </a:cubicBezTo>
                    <a:cubicBezTo>
                      <a:pt x="15" y="114"/>
                      <a:pt x="27" y="105"/>
                      <a:pt x="32" y="101"/>
                    </a:cubicBezTo>
                    <a:cubicBezTo>
                      <a:pt x="36" y="97"/>
                      <a:pt x="36" y="95"/>
                      <a:pt x="37" y="93"/>
                    </a:cubicBezTo>
                    <a:cubicBezTo>
                      <a:pt x="38" y="92"/>
                      <a:pt x="40" y="92"/>
                      <a:pt x="40" y="92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0" y="100"/>
                      <a:pt x="48" y="104"/>
                      <a:pt x="57" y="99"/>
                    </a:cubicBezTo>
                    <a:cubicBezTo>
                      <a:pt x="57" y="99"/>
                      <a:pt x="59" y="88"/>
                      <a:pt x="59" y="84"/>
                    </a:cubicBezTo>
                    <a:cubicBezTo>
                      <a:pt x="59" y="81"/>
                      <a:pt x="62" y="67"/>
                      <a:pt x="60" y="61"/>
                    </a:cubicBezTo>
                    <a:cubicBezTo>
                      <a:pt x="59" y="55"/>
                      <a:pt x="66" y="25"/>
                      <a:pt x="65" y="21"/>
                    </a:cubicBezTo>
                    <a:cubicBezTo>
                      <a:pt x="64" y="16"/>
                      <a:pt x="61" y="15"/>
                      <a:pt x="61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3" name="îślïḓé"/>
              <p:cNvSpPr/>
              <p:nvPr/>
            </p:nvSpPr>
            <p:spPr bwMode="auto">
              <a:xfrm>
                <a:off x="6859588" y="2517775"/>
                <a:ext cx="454025" cy="1128713"/>
              </a:xfrm>
              <a:custGeom>
                <a:avLst/>
                <a:gdLst>
                  <a:gd name="T0" fmla="*/ 9 w 68"/>
                  <a:gd name="T1" fmla="*/ 22 h 169"/>
                  <a:gd name="T2" fmla="*/ 40 w 68"/>
                  <a:gd name="T3" fmla="*/ 56 h 169"/>
                  <a:gd name="T4" fmla="*/ 40 w 68"/>
                  <a:gd name="T5" fmla="*/ 63 h 169"/>
                  <a:gd name="T6" fmla="*/ 23 w 68"/>
                  <a:gd name="T7" fmla="*/ 91 h 169"/>
                  <a:gd name="T8" fmla="*/ 1 w 68"/>
                  <a:gd name="T9" fmla="*/ 136 h 169"/>
                  <a:gd name="T10" fmla="*/ 4 w 68"/>
                  <a:gd name="T11" fmla="*/ 163 h 169"/>
                  <a:gd name="T12" fmla="*/ 18 w 68"/>
                  <a:gd name="T13" fmla="*/ 167 h 169"/>
                  <a:gd name="T14" fmla="*/ 27 w 68"/>
                  <a:gd name="T15" fmla="*/ 163 h 169"/>
                  <a:gd name="T16" fmla="*/ 28 w 68"/>
                  <a:gd name="T17" fmla="*/ 155 h 169"/>
                  <a:gd name="T18" fmla="*/ 25 w 68"/>
                  <a:gd name="T19" fmla="*/ 153 h 169"/>
                  <a:gd name="T20" fmla="*/ 22 w 68"/>
                  <a:gd name="T21" fmla="*/ 145 h 169"/>
                  <a:gd name="T22" fmla="*/ 27 w 68"/>
                  <a:gd name="T23" fmla="*/ 134 h 169"/>
                  <a:gd name="T24" fmla="*/ 22 w 68"/>
                  <a:gd name="T25" fmla="*/ 125 h 169"/>
                  <a:gd name="T26" fmla="*/ 68 w 68"/>
                  <a:gd name="T27" fmla="*/ 65 h 169"/>
                  <a:gd name="T28" fmla="*/ 58 w 68"/>
                  <a:gd name="T29" fmla="*/ 41 h 169"/>
                  <a:gd name="T30" fmla="*/ 29 w 68"/>
                  <a:gd name="T31" fmla="*/ 0 h 169"/>
                  <a:gd name="T32" fmla="*/ 9 w 68"/>
                  <a:gd name="T33" fmla="*/ 2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" h="169">
                    <a:moveTo>
                      <a:pt x="9" y="22"/>
                    </a:moveTo>
                    <a:cubicBezTo>
                      <a:pt x="9" y="22"/>
                      <a:pt x="29" y="46"/>
                      <a:pt x="40" y="56"/>
                    </a:cubicBezTo>
                    <a:cubicBezTo>
                      <a:pt x="40" y="56"/>
                      <a:pt x="44" y="58"/>
                      <a:pt x="40" y="63"/>
                    </a:cubicBezTo>
                    <a:cubicBezTo>
                      <a:pt x="39" y="65"/>
                      <a:pt x="31" y="77"/>
                      <a:pt x="23" y="91"/>
                    </a:cubicBezTo>
                    <a:cubicBezTo>
                      <a:pt x="13" y="109"/>
                      <a:pt x="2" y="129"/>
                      <a:pt x="1" y="136"/>
                    </a:cubicBezTo>
                    <a:cubicBezTo>
                      <a:pt x="0" y="148"/>
                      <a:pt x="0" y="158"/>
                      <a:pt x="4" y="163"/>
                    </a:cubicBezTo>
                    <a:cubicBezTo>
                      <a:pt x="9" y="167"/>
                      <a:pt x="13" y="169"/>
                      <a:pt x="18" y="167"/>
                    </a:cubicBezTo>
                    <a:cubicBezTo>
                      <a:pt x="23" y="166"/>
                      <a:pt x="26" y="166"/>
                      <a:pt x="27" y="163"/>
                    </a:cubicBezTo>
                    <a:cubicBezTo>
                      <a:pt x="28" y="160"/>
                      <a:pt x="31" y="157"/>
                      <a:pt x="28" y="155"/>
                    </a:cubicBezTo>
                    <a:cubicBezTo>
                      <a:pt x="25" y="153"/>
                      <a:pt x="25" y="153"/>
                      <a:pt x="25" y="153"/>
                    </a:cubicBezTo>
                    <a:cubicBezTo>
                      <a:pt x="25" y="153"/>
                      <a:pt x="20" y="151"/>
                      <a:pt x="22" y="145"/>
                    </a:cubicBezTo>
                    <a:cubicBezTo>
                      <a:pt x="24" y="140"/>
                      <a:pt x="28" y="140"/>
                      <a:pt x="27" y="134"/>
                    </a:cubicBezTo>
                    <a:cubicBezTo>
                      <a:pt x="26" y="129"/>
                      <a:pt x="22" y="125"/>
                      <a:pt x="22" y="125"/>
                    </a:cubicBezTo>
                    <a:cubicBezTo>
                      <a:pt x="22" y="125"/>
                      <a:pt x="67" y="79"/>
                      <a:pt x="68" y="65"/>
                    </a:cubicBezTo>
                    <a:cubicBezTo>
                      <a:pt x="68" y="60"/>
                      <a:pt x="64" y="51"/>
                      <a:pt x="58" y="41"/>
                    </a:cubicBezTo>
                    <a:cubicBezTo>
                      <a:pt x="47" y="22"/>
                      <a:pt x="31" y="1"/>
                      <a:pt x="29" y="0"/>
                    </a:cubicBezTo>
                    <a:cubicBezTo>
                      <a:pt x="9" y="22"/>
                      <a:pt x="9" y="22"/>
                      <a:pt x="9" y="22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4" name="íšḻîḑê"/>
              <p:cNvSpPr/>
              <p:nvPr/>
            </p:nvSpPr>
            <p:spPr bwMode="auto">
              <a:xfrm>
                <a:off x="6919913" y="2517775"/>
                <a:ext cx="247650" cy="608013"/>
              </a:xfrm>
              <a:custGeom>
                <a:avLst/>
                <a:gdLst>
                  <a:gd name="T0" fmla="*/ 29 w 37"/>
                  <a:gd name="T1" fmla="*/ 66 h 91"/>
                  <a:gd name="T2" fmla="*/ 15 w 37"/>
                  <a:gd name="T3" fmla="*/ 89 h 91"/>
                  <a:gd name="T4" fmla="*/ 14 w 37"/>
                  <a:gd name="T5" fmla="*/ 91 h 91"/>
                  <a:gd name="T6" fmla="*/ 14 w 37"/>
                  <a:gd name="T7" fmla="*/ 91 h 91"/>
                  <a:gd name="T8" fmla="*/ 37 w 37"/>
                  <a:gd name="T9" fmla="*/ 74 h 91"/>
                  <a:gd name="T10" fmla="*/ 29 w 37"/>
                  <a:gd name="T11" fmla="*/ 66 h 91"/>
                  <a:gd name="T12" fmla="*/ 20 w 37"/>
                  <a:gd name="T13" fmla="*/ 0 h 91"/>
                  <a:gd name="T14" fmla="*/ 0 w 37"/>
                  <a:gd name="T15" fmla="*/ 22 h 91"/>
                  <a:gd name="T16" fmla="*/ 21 w 37"/>
                  <a:gd name="T17" fmla="*/ 46 h 91"/>
                  <a:gd name="T18" fmla="*/ 22 w 37"/>
                  <a:gd name="T19" fmla="*/ 43 h 91"/>
                  <a:gd name="T20" fmla="*/ 37 w 37"/>
                  <a:gd name="T21" fmla="*/ 22 h 91"/>
                  <a:gd name="T22" fmla="*/ 20 w 37"/>
                  <a:gd name="T2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91">
                    <a:moveTo>
                      <a:pt x="29" y="66"/>
                    </a:moveTo>
                    <a:cubicBezTo>
                      <a:pt x="26" y="71"/>
                      <a:pt x="21" y="80"/>
                      <a:pt x="15" y="89"/>
                    </a:cubicBezTo>
                    <a:cubicBezTo>
                      <a:pt x="15" y="90"/>
                      <a:pt x="15" y="90"/>
                      <a:pt x="14" y="91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4" y="91"/>
                      <a:pt x="25" y="86"/>
                      <a:pt x="37" y="74"/>
                    </a:cubicBezTo>
                    <a:cubicBezTo>
                      <a:pt x="34" y="70"/>
                      <a:pt x="31" y="68"/>
                      <a:pt x="29" y="66"/>
                    </a:cubicBezTo>
                    <a:moveTo>
                      <a:pt x="20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11" y="35"/>
                      <a:pt x="21" y="46"/>
                    </a:cubicBezTo>
                    <a:cubicBezTo>
                      <a:pt x="22" y="45"/>
                      <a:pt x="22" y="44"/>
                      <a:pt x="22" y="43"/>
                    </a:cubicBezTo>
                    <a:cubicBezTo>
                      <a:pt x="24" y="40"/>
                      <a:pt x="30" y="31"/>
                      <a:pt x="37" y="22"/>
                    </a:cubicBezTo>
                    <a:cubicBezTo>
                      <a:pt x="29" y="10"/>
                      <a:pt x="21" y="1"/>
                      <a:pt x="20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5" name="ïṡľiḍê"/>
              <p:cNvSpPr/>
              <p:nvPr/>
            </p:nvSpPr>
            <p:spPr bwMode="auto">
              <a:xfrm>
                <a:off x="5732463" y="2517775"/>
                <a:ext cx="454025" cy="1128713"/>
              </a:xfrm>
              <a:custGeom>
                <a:avLst/>
                <a:gdLst>
                  <a:gd name="T0" fmla="*/ 59 w 68"/>
                  <a:gd name="T1" fmla="*/ 22 h 169"/>
                  <a:gd name="T2" fmla="*/ 28 w 68"/>
                  <a:gd name="T3" fmla="*/ 56 h 169"/>
                  <a:gd name="T4" fmla="*/ 28 w 68"/>
                  <a:gd name="T5" fmla="*/ 63 h 169"/>
                  <a:gd name="T6" fmla="*/ 46 w 68"/>
                  <a:gd name="T7" fmla="*/ 94 h 169"/>
                  <a:gd name="T8" fmla="*/ 67 w 68"/>
                  <a:gd name="T9" fmla="*/ 136 h 169"/>
                  <a:gd name="T10" fmla="*/ 63 w 68"/>
                  <a:gd name="T11" fmla="*/ 163 h 169"/>
                  <a:gd name="T12" fmla="*/ 50 w 68"/>
                  <a:gd name="T13" fmla="*/ 167 h 169"/>
                  <a:gd name="T14" fmla="*/ 41 w 68"/>
                  <a:gd name="T15" fmla="*/ 163 h 169"/>
                  <a:gd name="T16" fmla="*/ 40 w 68"/>
                  <a:gd name="T17" fmla="*/ 155 h 169"/>
                  <a:gd name="T18" fmla="*/ 43 w 68"/>
                  <a:gd name="T19" fmla="*/ 153 h 169"/>
                  <a:gd name="T20" fmla="*/ 46 w 68"/>
                  <a:gd name="T21" fmla="*/ 145 h 169"/>
                  <a:gd name="T22" fmla="*/ 41 w 68"/>
                  <a:gd name="T23" fmla="*/ 134 h 169"/>
                  <a:gd name="T24" fmla="*/ 46 w 68"/>
                  <a:gd name="T25" fmla="*/ 125 h 169"/>
                  <a:gd name="T26" fmla="*/ 0 w 68"/>
                  <a:gd name="T27" fmla="*/ 65 h 169"/>
                  <a:gd name="T28" fmla="*/ 13 w 68"/>
                  <a:gd name="T29" fmla="*/ 35 h 169"/>
                  <a:gd name="T30" fmla="*/ 38 w 68"/>
                  <a:gd name="T31" fmla="*/ 0 h 169"/>
                  <a:gd name="T32" fmla="*/ 59 w 68"/>
                  <a:gd name="T33" fmla="*/ 2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8" h="169">
                    <a:moveTo>
                      <a:pt x="59" y="22"/>
                    </a:moveTo>
                    <a:cubicBezTo>
                      <a:pt x="59" y="22"/>
                      <a:pt x="38" y="46"/>
                      <a:pt x="28" y="56"/>
                    </a:cubicBezTo>
                    <a:cubicBezTo>
                      <a:pt x="28" y="56"/>
                      <a:pt x="24" y="58"/>
                      <a:pt x="28" y="63"/>
                    </a:cubicBezTo>
                    <a:cubicBezTo>
                      <a:pt x="29" y="65"/>
                      <a:pt x="38" y="79"/>
                      <a:pt x="46" y="94"/>
                    </a:cubicBezTo>
                    <a:cubicBezTo>
                      <a:pt x="56" y="111"/>
                      <a:pt x="66" y="129"/>
                      <a:pt x="67" y="136"/>
                    </a:cubicBezTo>
                    <a:cubicBezTo>
                      <a:pt x="68" y="148"/>
                      <a:pt x="68" y="158"/>
                      <a:pt x="63" y="163"/>
                    </a:cubicBezTo>
                    <a:cubicBezTo>
                      <a:pt x="59" y="167"/>
                      <a:pt x="55" y="169"/>
                      <a:pt x="50" y="167"/>
                    </a:cubicBezTo>
                    <a:cubicBezTo>
                      <a:pt x="44" y="166"/>
                      <a:pt x="42" y="166"/>
                      <a:pt x="41" y="163"/>
                    </a:cubicBezTo>
                    <a:cubicBezTo>
                      <a:pt x="40" y="160"/>
                      <a:pt x="37" y="157"/>
                      <a:pt x="40" y="155"/>
                    </a:cubicBezTo>
                    <a:cubicBezTo>
                      <a:pt x="43" y="153"/>
                      <a:pt x="43" y="153"/>
                      <a:pt x="43" y="153"/>
                    </a:cubicBezTo>
                    <a:cubicBezTo>
                      <a:pt x="43" y="153"/>
                      <a:pt x="48" y="151"/>
                      <a:pt x="46" y="145"/>
                    </a:cubicBezTo>
                    <a:cubicBezTo>
                      <a:pt x="44" y="140"/>
                      <a:pt x="40" y="140"/>
                      <a:pt x="41" y="134"/>
                    </a:cubicBezTo>
                    <a:cubicBezTo>
                      <a:pt x="42" y="129"/>
                      <a:pt x="46" y="125"/>
                      <a:pt x="46" y="125"/>
                    </a:cubicBezTo>
                    <a:cubicBezTo>
                      <a:pt x="46" y="125"/>
                      <a:pt x="0" y="79"/>
                      <a:pt x="0" y="65"/>
                    </a:cubicBezTo>
                    <a:cubicBezTo>
                      <a:pt x="0" y="59"/>
                      <a:pt x="6" y="47"/>
                      <a:pt x="13" y="35"/>
                    </a:cubicBezTo>
                    <a:cubicBezTo>
                      <a:pt x="24" y="18"/>
                      <a:pt x="37" y="1"/>
                      <a:pt x="38" y="0"/>
                    </a:cubicBezTo>
                    <a:cubicBezTo>
                      <a:pt x="59" y="22"/>
                      <a:pt x="59" y="22"/>
                      <a:pt x="59" y="22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6" name="iśļíḋè"/>
              <p:cNvSpPr/>
              <p:nvPr/>
            </p:nvSpPr>
            <p:spPr bwMode="auto">
              <a:xfrm>
                <a:off x="5872163" y="2517775"/>
                <a:ext cx="254000" cy="627063"/>
              </a:xfrm>
              <a:custGeom>
                <a:avLst/>
                <a:gdLst>
                  <a:gd name="T0" fmla="*/ 13 w 38"/>
                  <a:gd name="T1" fmla="*/ 74 h 94"/>
                  <a:gd name="T2" fmla="*/ 6 w 38"/>
                  <a:gd name="T3" fmla="*/ 80 h 94"/>
                  <a:gd name="T4" fmla="*/ 25 w 38"/>
                  <a:gd name="T5" fmla="*/ 94 h 94"/>
                  <a:gd name="T6" fmla="*/ 13 w 38"/>
                  <a:gd name="T7" fmla="*/ 74 h 94"/>
                  <a:gd name="T8" fmla="*/ 17 w 38"/>
                  <a:gd name="T9" fmla="*/ 0 h 94"/>
                  <a:gd name="T10" fmla="*/ 0 w 38"/>
                  <a:gd name="T11" fmla="*/ 23 h 94"/>
                  <a:gd name="T12" fmla="*/ 18 w 38"/>
                  <a:gd name="T13" fmla="*/ 45 h 94"/>
                  <a:gd name="T14" fmla="*/ 38 w 38"/>
                  <a:gd name="T15" fmla="*/ 22 h 94"/>
                  <a:gd name="T16" fmla="*/ 17 w 38"/>
                  <a:gd name="T1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94">
                    <a:moveTo>
                      <a:pt x="13" y="74"/>
                    </a:moveTo>
                    <a:cubicBezTo>
                      <a:pt x="12" y="75"/>
                      <a:pt x="9" y="77"/>
                      <a:pt x="6" y="80"/>
                    </a:cubicBezTo>
                    <a:cubicBezTo>
                      <a:pt x="15" y="87"/>
                      <a:pt x="25" y="94"/>
                      <a:pt x="25" y="94"/>
                    </a:cubicBezTo>
                    <a:cubicBezTo>
                      <a:pt x="21" y="86"/>
                      <a:pt x="17" y="79"/>
                      <a:pt x="13" y="74"/>
                    </a:cubicBezTo>
                    <a:moveTo>
                      <a:pt x="17" y="0"/>
                    </a:moveTo>
                    <a:cubicBezTo>
                      <a:pt x="16" y="1"/>
                      <a:pt x="9" y="11"/>
                      <a:pt x="0" y="23"/>
                    </a:cubicBezTo>
                    <a:cubicBezTo>
                      <a:pt x="7" y="31"/>
                      <a:pt x="14" y="39"/>
                      <a:pt x="18" y="45"/>
                    </a:cubicBezTo>
                    <a:cubicBezTo>
                      <a:pt x="28" y="34"/>
                      <a:pt x="38" y="22"/>
                      <a:pt x="38" y="22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7" name="îšlîḑé"/>
              <p:cNvSpPr/>
              <p:nvPr/>
            </p:nvSpPr>
            <p:spPr bwMode="auto">
              <a:xfrm>
                <a:off x="5938838" y="2263775"/>
                <a:ext cx="1189038" cy="1174750"/>
              </a:xfrm>
              <a:custGeom>
                <a:avLst/>
                <a:gdLst>
                  <a:gd name="T0" fmla="*/ 69 w 178"/>
                  <a:gd name="T1" fmla="*/ 0 h 176"/>
                  <a:gd name="T2" fmla="*/ 36 w 178"/>
                  <a:gd name="T3" fmla="*/ 6 h 176"/>
                  <a:gd name="T4" fmla="*/ 0 w 178"/>
                  <a:gd name="T5" fmla="*/ 44 h 176"/>
                  <a:gd name="T6" fmla="*/ 22 w 178"/>
                  <a:gd name="T7" fmla="*/ 68 h 176"/>
                  <a:gd name="T8" fmla="*/ 26 w 178"/>
                  <a:gd name="T9" fmla="*/ 69 h 176"/>
                  <a:gd name="T10" fmla="*/ 33 w 178"/>
                  <a:gd name="T11" fmla="*/ 57 h 176"/>
                  <a:gd name="T12" fmla="*/ 39 w 178"/>
                  <a:gd name="T13" fmla="*/ 78 h 176"/>
                  <a:gd name="T14" fmla="*/ 26 w 178"/>
                  <a:gd name="T15" fmla="*/ 164 h 176"/>
                  <a:gd name="T16" fmla="*/ 30 w 178"/>
                  <a:gd name="T17" fmla="*/ 171 h 176"/>
                  <a:gd name="T18" fmla="*/ 144 w 178"/>
                  <a:gd name="T19" fmla="*/ 168 h 176"/>
                  <a:gd name="T20" fmla="*/ 150 w 178"/>
                  <a:gd name="T21" fmla="*/ 164 h 176"/>
                  <a:gd name="T22" fmla="*/ 136 w 178"/>
                  <a:gd name="T23" fmla="*/ 86 h 176"/>
                  <a:gd name="T24" fmla="*/ 135 w 178"/>
                  <a:gd name="T25" fmla="*/ 79 h 176"/>
                  <a:gd name="T26" fmla="*/ 141 w 178"/>
                  <a:gd name="T27" fmla="*/ 55 h 176"/>
                  <a:gd name="T28" fmla="*/ 150 w 178"/>
                  <a:gd name="T29" fmla="*/ 66 h 176"/>
                  <a:gd name="T30" fmla="*/ 178 w 178"/>
                  <a:gd name="T31" fmla="*/ 39 h 176"/>
                  <a:gd name="T32" fmla="*/ 176 w 178"/>
                  <a:gd name="T33" fmla="*/ 34 h 176"/>
                  <a:gd name="T34" fmla="*/ 145 w 178"/>
                  <a:gd name="T35" fmla="*/ 4 h 176"/>
                  <a:gd name="T36" fmla="*/ 111 w 178"/>
                  <a:gd name="T37" fmla="*/ 0 h 176"/>
                  <a:gd name="T38" fmla="*/ 91 w 178"/>
                  <a:gd name="T39" fmla="*/ 14 h 176"/>
                  <a:gd name="T40" fmla="*/ 69 w 178"/>
                  <a:gd name="T41" fmla="*/ 0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8" h="176">
                    <a:moveTo>
                      <a:pt x="69" y="0"/>
                    </a:moveTo>
                    <a:cubicBezTo>
                      <a:pt x="69" y="0"/>
                      <a:pt x="52" y="0"/>
                      <a:pt x="36" y="6"/>
                    </a:cubicBezTo>
                    <a:cubicBezTo>
                      <a:pt x="21" y="12"/>
                      <a:pt x="0" y="44"/>
                      <a:pt x="0" y="44"/>
                    </a:cubicBezTo>
                    <a:cubicBezTo>
                      <a:pt x="0" y="44"/>
                      <a:pt x="21" y="64"/>
                      <a:pt x="22" y="68"/>
                    </a:cubicBezTo>
                    <a:cubicBezTo>
                      <a:pt x="22" y="68"/>
                      <a:pt x="23" y="70"/>
                      <a:pt x="26" y="69"/>
                    </a:cubicBezTo>
                    <a:cubicBezTo>
                      <a:pt x="28" y="67"/>
                      <a:pt x="33" y="57"/>
                      <a:pt x="33" y="57"/>
                    </a:cubicBezTo>
                    <a:cubicBezTo>
                      <a:pt x="33" y="57"/>
                      <a:pt x="34" y="72"/>
                      <a:pt x="39" y="78"/>
                    </a:cubicBezTo>
                    <a:cubicBezTo>
                      <a:pt x="44" y="83"/>
                      <a:pt x="26" y="162"/>
                      <a:pt x="26" y="164"/>
                    </a:cubicBezTo>
                    <a:cubicBezTo>
                      <a:pt x="26" y="165"/>
                      <a:pt x="25" y="169"/>
                      <a:pt x="30" y="171"/>
                    </a:cubicBezTo>
                    <a:cubicBezTo>
                      <a:pt x="35" y="172"/>
                      <a:pt x="121" y="176"/>
                      <a:pt x="144" y="168"/>
                    </a:cubicBezTo>
                    <a:cubicBezTo>
                      <a:pt x="144" y="168"/>
                      <a:pt x="150" y="167"/>
                      <a:pt x="150" y="164"/>
                    </a:cubicBezTo>
                    <a:cubicBezTo>
                      <a:pt x="150" y="161"/>
                      <a:pt x="136" y="91"/>
                      <a:pt x="136" y="86"/>
                    </a:cubicBezTo>
                    <a:cubicBezTo>
                      <a:pt x="135" y="82"/>
                      <a:pt x="135" y="79"/>
                      <a:pt x="135" y="79"/>
                    </a:cubicBezTo>
                    <a:cubicBezTo>
                      <a:pt x="135" y="79"/>
                      <a:pt x="140" y="67"/>
                      <a:pt x="141" y="55"/>
                    </a:cubicBezTo>
                    <a:cubicBezTo>
                      <a:pt x="150" y="66"/>
                      <a:pt x="150" y="66"/>
                      <a:pt x="150" y="66"/>
                    </a:cubicBezTo>
                    <a:cubicBezTo>
                      <a:pt x="150" y="66"/>
                      <a:pt x="172" y="57"/>
                      <a:pt x="178" y="39"/>
                    </a:cubicBezTo>
                    <a:cubicBezTo>
                      <a:pt x="178" y="39"/>
                      <a:pt x="177" y="36"/>
                      <a:pt x="176" y="34"/>
                    </a:cubicBezTo>
                    <a:cubicBezTo>
                      <a:pt x="174" y="32"/>
                      <a:pt x="154" y="8"/>
                      <a:pt x="145" y="4"/>
                    </a:cubicBezTo>
                    <a:cubicBezTo>
                      <a:pt x="135" y="1"/>
                      <a:pt x="111" y="0"/>
                      <a:pt x="111" y="0"/>
                    </a:cubicBezTo>
                    <a:cubicBezTo>
                      <a:pt x="111" y="0"/>
                      <a:pt x="112" y="14"/>
                      <a:pt x="91" y="14"/>
                    </a:cubicBezTo>
                    <a:cubicBezTo>
                      <a:pt x="71" y="15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75C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8" name="ï$ļïdé"/>
              <p:cNvSpPr/>
              <p:nvPr/>
            </p:nvSpPr>
            <p:spPr bwMode="auto">
              <a:xfrm>
                <a:off x="6272213" y="2584450"/>
                <a:ext cx="508000" cy="493713"/>
              </a:xfrm>
              <a:custGeom>
                <a:avLst/>
                <a:gdLst>
                  <a:gd name="T0" fmla="*/ 54 w 76"/>
                  <a:gd name="T1" fmla="*/ 74 h 74"/>
                  <a:gd name="T2" fmla="*/ 50 w 76"/>
                  <a:gd name="T3" fmla="*/ 60 h 74"/>
                  <a:gd name="T4" fmla="*/ 26 w 76"/>
                  <a:gd name="T5" fmla="*/ 60 h 74"/>
                  <a:gd name="T6" fmla="*/ 22 w 76"/>
                  <a:gd name="T7" fmla="*/ 74 h 74"/>
                  <a:gd name="T8" fmla="*/ 0 w 76"/>
                  <a:gd name="T9" fmla="*/ 74 h 74"/>
                  <a:gd name="T10" fmla="*/ 24 w 76"/>
                  <a:gd name="T11" fmla="*/ 0 h 74"/>
                  <a:gd name="T12" fmla="*/ 51 w 76"/>
                  <a:gd name="T13" fmla="*/ 0 h 74"/>
                  <a:gd name="T14" fmla="*/ 76 w 76"/>
                  <a:gd name="T15" fmla="*/ 74 h 74"/>
                  <a:gd name="T16" fmla="*/ 54 w 76"/>
                  <a:gd name="T17" fmla="*/ 74 h 74"/>
                  <a:gd name="T18" fmla="*/ 46 w 76"/>
                  <a:gd name="T19" fmla="*/ 44 h 74"/>
                  <a:gd name="T20" fmla="*/ 43 w 76"/>
                  <a:gd name="T21" fmla="*/ 32 h 74"/>
                  <a:gd name="T22" fmla="*/ 40 w 76"/>
                  <a:gd name="T23" fmla="*/ 21 h 74"/>
                  <a:gd name="T24" fmla="*/ 38 w 76"/>
                  <a:gd name="T25" fmla="*/ 12 h 74"/>
                  <a:gd name="T26" fmla="*/ 36 w 76"/>
                  <a:gd name="T27" fmla="*/ 20 h 74"/>
                  <a:gd name="T28" fmla="*/ 30 w 76"/>
                  <a:gd name="T29" fmla="*/ 44 h 74"/>
                  <a:gd name="T30" fmla="*/ 46 w 76"/>
                  <a:gd name="T31" fmla="*/ 4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74">
                    <a:moveTo>
                      <a:pt x="54" y="74"/>
                    </a:moveTo>
                    <a:cubicBezTo>
                      <a:pt x="50" y="60"/>
                      <a:pt x="50" y="60"/>
                      <a:pt x="50" y="60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76" y="74"/>
                      <a:pt x="76" y="74"/>
                      <a:pt x="76" y="74"/>
                    </a:cubicBezTo>
                    <a:lnTo>
                      <a:pt x="54" y="74"/>
                    </a:lnTo>
                    <a:close/>
                    <a:moveTo>
                      <a:pt x="46" y="44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29"/>
                      <a:pt x="41" y="25"/>
                      <a:pt x="40" y="21"/>
                    </a:cubicBezTo>
                    <a:cubicBezTo>
                      <a:pt x="39" y="17"/>
                      <a:pt x="38" y="14"/>
                      <a:pt x="38" y="12"/>
                    </a:cubicBezTo>
                    <a:cubicBezTo>
                      <a:pt x="38" y="14"/>
                      <a:pt x="37" y="16"/>
                      <a:pt x="36" y="20"/>
                    </a:cubicBezTo>
                    <a:cubicBezTo>
                      <a:pt x="35" y="24"/>
                      <a:pt x="33" y="32"/>
                      <a:pt x="30" y="44"/>
                    </a:cubicBezTo>
                    <a:lnTo>
                      <a:pt x="46" y="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9" name="íṣlíde"/>
              <p:cNvSpPr/>
              <p:nvPr/>
            </p:nvSpPr>
            <p:spPr bwMode="auto">
              <a:xfrm>
                <a:off x="6486526" y="1849438"/>
                <a:ext cx="73025" cy="147638"/>
              </a:xfrm>
              <a:custGeom>
                <a:avLst/>
                <a:gdLst>
                  <a:gd name="T0" fmla="*/ 2 w 11"/>
                  <a:gd name="T1" fmla="*/ 2 h 22"/>
                  <a:gd name="T2" fmla="*/ 0 w 11"/>
                  <a:gd name="T3" fmla="*/ 20 h 22"/>
                  <a:gd name="T4" fmla="*/ 9 w 11"/>
                  <a:gd name="T5" fmla="*/ 20 h 22"/>
                  <a:gd name="T6" fmla="*/ 10 w 11"/>
                  <a:gd name="T7" fmla="*/ 18 h 22"/>
                  <a:gd name="T8" fmla="*/ 9 w 11"/>
                  <a:gd name="T9" fmla="*/ 2 h 22"/>
                  <a:gd name="T10" fmla="*/ 2 w 11"/>
                  <a:gd name="T11" fmla="*/ 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" h="22">
                    <a:moveTo>
                      <a:pt x="2" y="2"/>
                    </a:moveTo>
                    <a:cubicBezTo>
                      <a:pt x="2" y="2"/>
                      <a:pt x="0" y="19"/>
                      <a:pt x="0" y="20"/>
                    </a:cubicBezTo>
                    <a:cubicBezTo>
                      <a:pt x="1" y="20"/>
                      <a:pt x="4" y="22"/>
                      <a:pt x="9" y="20"/>
                    </a:cubicBezTo>
                    <a:cubicBezTo>
                      <a:pt x="10" y="20"/>
                      <a:pt x="11" y="19"/>
                      <a:pt x="10" y="18"/>
                    </a:cubicBezTo>
                    <a:cubicBezTo>
                      <a:pt x="10" y="14"/>
                      <a:pt x="10" y="5"/>
                      <a:pt x="9" y="2"/>
                    </a:cubicBezTo>
                    <a:cubicBezTo>
                      <a:pt x="9" y="2"/>
                      <a:pt x="6" y="0"/>
                      <a:pt x="2" y="2"/>
                    </a:cubicBezTo>
                    <a:close/>
                  </a:path>
                </a:pathLst>
              </a:custGeom>
              <a:solidFill>
                <a:srgbClr val="DD9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0" name="íṡ1íďe"/>
              <p:cNvSpPr/>
              <p:nvPr/>
            </p:nvSpPr>
            <p:spPr bwMode="auto">
              <a:xfrm>
                <a:off x="6313488" y="1757363"/>
                <a:ext cx="193675" cy="193675"/>
              </a:xfrm>
              <a:custGeom>
                <a:avLst/>
                <a:gdLst>
                  <a:gd name="T0" fmla="*/ 15 w 29"/>
                  <a:gd name="T1" fmla="*/ 29 h 29"/>
                  <a:gd name="T2" fmla="*/ 0 w 29"/>
                  <a:gd name="T3" fmla="*/ 15 h 29"/>
                  <a:gd name="T4" fmla="*/ 15 w 29"/>
                  <a:gd name="T5" fmla="*/ 0 h 29"/>
                  <a:gd name="T6" fmla="*/ 29 w 29"/>
                  <a:gd name="T7" fmla="*/ 15 h 29"/>
                  <a:gd name="T8" fmla="*/ 15 w 29"/>
                  <a:gd name="T9" fmla="*/ 29 h 29"/>
                  <a:gd name="T10" fmla="*/ 15 w 29"/>
                  <a:gd name="T11" fmla="*/ 4 h 29"/>
                  <a:gd name="T12" fmla="*/ 4 w 29"/>
                  <a:gd name="T13" fmla="*/ 15 h 29"/>
                  <a:gd name="T14" fmla="*/ 15 w 29"/>
                  <a:gd name="T15" fmla="*/ 25 h 29"/>
                  <a:gd name="T16" fmla="*/ 25 w 29"/>
                  <a:gd name="T17" fmla="*/ 15 h 29"/>
                  <a:gd name="T18" fmla="*/ 15 w 29"/>
                  <a:gd name="T19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29">
                    <a:moveTo>
                      <a:pt x="15" y="29"/>
                    </a:moveTo>
                    <a:cubicBezTo>
                      <a:pt x="7" y="29"/>
                      <a:pt x="0" y="23"/>
                      <a:pt x="0" y="15"/>
                    </a:cubicBezTo>
                    <a:cubicBezTo>
                      <a:pt x="0" y="7"/>
                      <a:pt x="7" y="0"/>
                      <a:pt x="15" y="0"/>
                    </a:cubicBezTo>
                    <a:cubicBezTo>
                      <a:pt x="23" y="0"/>
                      <a:pt x="29" y="7"/>
                      <a:pt x="29" y="15"/>
                    </a:cubicBezTo>
                    <a:cubicBezTo>
                      <a:pt x="29" y="23"/>
                      <a:pt x="23" y="29"/>
                      <a:pt x="15" y="29"/>
                    </a:cubicBezTo>
                    <a:close/>
                    <a:moveTo>
                      <a:pt x="15" y="4"/>
                    </a:moveTo>
                    <a:cubicBezTo>
                      <a:pt x="9" y="4"/>
                      <a:pt x="4" y="9"/>
                      <a:pt x="4" y="15"/>
                    </a:cubicBezTo>
                    <a:cubicBezTo>
                      <a:pt x="4" y="21"/>
                      <a:pt x="9" y="25"/>
                      <a:pt x="15" y="25"/>
                    </a:cubicBezTo>
                    <a:cubicBezTo>
                      <a:pt x="21" y="25"/>
                      <a:pt x="25" y="21"/>
                      <a:pt x="25" y="15"/>
                    </a:cubicBezTo>
                    <a:cubicBezTo>
                      <a:pt x="25" y="9"/>
                      <a:pt x="21" y="4"/>
                      <a:pt x="15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1" name="íṧḷíḋé"/>
              <p:cNvSpPr/>
              <p:nvPr/>
            </p:nvSpPr>
            <p:spPr bwMode="auto">
              <a:xfrm>
                <a:off x="6532563" y="1763713"/>
                <a:ext cx="193675" cy="193675"/>
              </a:xfrm>
              <a:custGeom>
                <a:avLst/>
                <a:gdLst>
                  <a:gd name="T0" fmla="*/ 14 w 29"/>
                  <a:gd name="T1" fmla="*/ 29 h 29"/>
                  <a:gd name="T2" fmla="*/ 0 w 29"/>
                  <a:gd name="T3" fmla="*/ 14 h 29"/>
                  <a:gd name="T4" fmla="*/ 14 w 29"/>
                  <a:gd name="T5" fmla="*/ 0 h 29"/>
                  <a:gd name="T6" fmla="*/ 29 w 29"/>
                  <a:gd name="T7" fmla="*/ 14 h 29"/>
                  <a:gd name="T8" fmla="*/ 14 w 29"/>
                  <a:gd name="T9" fmla="*/ 29 h 29"/>
                  <a:gd name="T10" fmla="*/ 14 w 29"/>
                  <a:gd name="T11" fmla="*/ 4 h 29"/>
                  <a:gd name="T12" fmla="*/ 4 w 29"/>
                  <a:gd name="T13" fmla="*/ 14 h 29"/>
                  <a:gd name="T14" fmla="*/ 14 w 29"/>
                  <a:gd name="T15" fmla="*/ 25 h 29"/>
                  <a:gd name="T16" fmla="*/ 25 w 29"/>
                  <a:gd name="T17" fmla="*/ 14 h 29"/>
                  <a:gd name="T18" fmla="*/ 14 w 29"/>
                  <a:gd name="T19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29">
                    <a:moveTo>
                      <a:pt x="14" y="29"/>
                    </a:moveTo>
                    <a:cubicBezTo>
                      <a:pt x="6" y="29"/>
                      <a:pt x="0" y="22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9" y="6"/>
                      <a:pt x="29" y="14"/>
                    </a:cubicBezTo>
                    <a:cubicBezTo>
                      <a:pt x="29" y="22"/>
                      <a:pt x="22" y="29"/>
                      <a:pt x="14" y="29"/>
                    </a:cubicBezTo>
                    <a:close/>
                    <a:moveTo>
                      <a:pt x="14" y="4"/>
                    </a:moveTo>
                    <a:cubicBezTo>
                      <a:pt x="8" y="4"/>
                      <a:pt x="4" y="8"/>
                      <a:pt x="4" y="14"/>
                    </a:cubicBezTo>
                    <a:cubicBezTo>
                      <a:pt x="4" y="20"/>
                      <a:pt x="8" y="25"/>
                      <a:pt x="14" y="25"/>
                    </a:cubicBezTo>
                    <a:cubicBezTo>
                      <a:pt x="20" y="25"/>
                      <a:pt x="25" y="20"/>
                      <a:pt x="25" y="14"/>
                    </a:cubicBezTo>
                    <a:cubicBezTo>
                      <a:pt x="25" y="8"/>
                      <a:pt x="20" y="4"/>
                      <a:pt x="14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2" name="iṡ1ïḍê"/>
              <p:cNvSpPr/>
              <p:nvPr/>
            </p:nvSpPr>
            <p:spPr bwMode="auto">
              <a:xfrm>
                <a:off x="3462338" y="1663700"/>
                <a:ext cx="620713" cy="620713"/>
              </a:xfrm>
              <a:custGeom>
                <a:avLst/>
                <a:gdLst>
                  <a:gd name="T0" fmla="*/ 7 w 93"/>
                  <a:gd name="T1" fmla="*/ 27 h 93"/>
                  <a:gd name="T2" fmla="*/ 5 w 93"/>
                  <a:gd name="T3" fmla="*/ 62 h 93"/>
                  <a:gd name="T4" fmla="*/ 7 w 93"/>
                  <a:gd name="T5" fmla="*/ 85 h 93"/>
                  <a:gd name="T6" fmla="*/ 50 w 93"/>
                  <a:gd name="T7" fmla="*/ 91 h 93"/>
                  <a:gd name="T8" fmla="*/ 91 w 93"/>
                  <a:gd name="T9" fmla="*/ 77 h 93"/>
                  <a:gd name="T10" fmla="*/ 80 w 93"/>
                  <a:gd name="T11" fmla="*/ 21 h 93"/>
                  <a:gd name="T12" fmla="*/ 66 w 93"/>
                  <a:gd name="T13" fmla="*/ 4 h 93"/>
                  <a:gd name="T14" fmla="*/ 39 w 93"/>
                  <a:gd name="T15" fmla="*/ 0 h 93"/>
                  <a:gd name="T16" fmla="*/ 22 w 93"/>
                  <a:gd name="T17" fmla="*/ 6 h 93"/>
                  <a:gd name="T18" fmla="*/ 7 w 93"/>
                  <a:gd name="T19" fmla="*/ 2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93">
                    <a:moveTo>
                      <a:pt x="7" y="27"/>
                    </a:moveTo>
                    <a:cubicBezTo>
                      <a:pt x="7" y="27"/>
                      <a:pt x="5" y="55"/>
                      <a:pt x="5" y="62"/>
                    </a:cubicBezTo>
                    <a:cubicBezTo>
                      <a:pt x="4" y="69"/>
                      <a:pt x="0" y="81"/>
                      <a:pt x="7" y="85"/>
                    </a:cubicBezTo>
                    <a:cubicBezTo>
                      <a:pt x="13" y="89"/>
                      <a:pt x="42" y="92"/>
                      <a:pt x="50" y="91"/>
                    </a:cubicBezTo>
                    <a:cubicBezTo>
                      <a:pt x="57" y="90"/>
                      <a:pt x="93" y="93"/>
                      <a:pt x="91" y="77"/>
                    </a:cubicBezTo>
                    <a:cubicBezTo>
                      <a:pt x="89" y="62"/>
                      <a:pt x="81" y="25"/>
                      <a:pt x="80" y="21"/>
                    </a:cubicBezTo>
                    <a:cubicBezTo>
                      <a:pt x="80" y="16"/>
                      <a:pt x="66" y="4"/>
                      <a:pt x="66" y="4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7" y="27"/>
                      <a:pt x="7" y="27"/>
                      <a:pt x="7" y="27"/>
                    </a:cubicBezTo>
                  </a:path>
                </a:pathLst>
              </a:custGeom>
              <a:solidFill>
                <a:srgbClr val="D8A4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3" name="íṣlíḓè"/>
              <p:cNvSpPr/>
              <p:nvPr/>
            </p:nvSpPr>
            <p:spPr bwMode="auto">
              <a:xfrm>
                <a:off x="3662363" y="2203450"/>
                <a:ext cx="227013" cy="307975"/>
              </a:xfrm>
              <a:custGeom>
                <a:avLst/>
                <a:gdLst>
                  <a:gd name="T0" fmla="*/ 3 w 34"/>
                  <a:gd name="T1" fmla="*/ 23 h 46"/>
                  <a:gd name="T2" fmla="*/ 8 w 34"/>
                  <a:gd name="T3" fmla="*/ 13 h 46"/>
                  <a:gd name="T4" fmla="*/ 8 w 34"/>
                  <a:gd name="T5" fmla="*/ 0 h 46"/>
                  <a:gd name="T6" fmla="*/ 16 w 34"/>
                  <a:gd name="T7" fmla="*/ 2 h 46"/>
                  <a:gd name="T8" fmla="*/ 27 w 34"/>
                  <a:gd name="T9" fmla="*/ 3 h 46"/>
                  <a:gd name="T10" fmla="*/ 29 w 34"/>
                  <a:gd name="T11" fmla="*/ 15 h 46"/>
                  <a:gd name="T12" fmla="*/ 34 w 34"/>
                  <a:gd name="T13" fmla="*/ 24 h 46"/>
                  <a:gd name="T14" fmla="*/ 33 w 34"/>
                  <a:gd name="T15" fmla="*/ 38 h 46"/>
                  <a:gd name="T16" fmla="*/ 12 w 34"/>
                  <a:gd name="T17" fmla="*/ 46 h 46"/>
                  <a:gd name="T18" fmla="*/ 0 w 34"/>
                  <a:gd name="T19" fmla="*/ 31 h 46"/>
                  <a:gd name="T20" fmla="*/ 3 w 34"/>
                  <a:gd name="T21" fmla="*/ 2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" h="46">
                    <a:moveTo>
                      <a:pt x="3" y="23"/>
                    </a:moveTo>
                    <a:cubicBezTo>
                      <a:pt x="3" y="23"/>
                      <a:pt x="6" y="20"/>
                      <a:pt x="8" y="13"/>
                    </a:cubicBezTo>
                    <a:cubicBezTo>
                      <a:pt x="8" y="10"/>
                      <a:pt x="9" y="5"/>
                      <a:pt x="8" y="0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7" y="3"/>
                      <a:pt x="27" y="9"/>
                      <a:pt x="29" y="15"/>
                    </a:cubicBezTo>
                    <a:cubicBezTo>
                      <a:pt x="30" y="19"/>
                      <a:pt x="31" y="22"/>
                      <a:pt x="34" y="24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4" name="íšlîďê"/>
              <p:cNvSpPr/>
              <p:nvPr/>
            </p:nvSpPr>
            <p:spPr bwMode="auto">
              <a:xfrm>
                <a:off x="3716338" y="2203450"/>
                <a:ext cx="139700" cy="107950"/>
              </a:xfrm>
              <a:custGeom>
                <a:avLst/>
                <a:gdLst>
                  <a:gd name="T0" fmla="*/ 0 w 21"/>
                  <a:gd name="T1" fmla="*/ 0 h 16"/>
                  <a:gd name="T2" fmla="*/ 0 w 21"/>
                  <a:gd name="T3" fmla="*/ 5 h 16"/>
                  <a:gd name="T4" fmla="*/ 0 w 21"/>
                  <a:gd name="T5" fmla="*/ 13 h 16"/>
                  <a:gd name="T6" fmla="*/ 12 w 21"/>
                  <a:gd name="T7" fmla="*/ 16 h 16"/>
                  <a:gd name="T8" fmla="*/ 19 w 21"/>
                  <a:gd name="T9" fmla="*/ 15 h 16"/>
                  <a:gd name="T10" fmla="*/ 21 w 21"/>
                  <a:gd name="T11" fmla="*/ 15 h 16"/>
                  <a:gd name="T12" fmla="*/ 19 w 21"/>
                  <a:gd name="T13" fmla="*/ 3 h 16"/>
                  <a:gd name="T14" fmla="*/ 8 w 21"/>
                  <a:gd name="T15" fmla="*/ 2 h 16"/>
                  <a:gd name="T16" fmla="*/ 0 w 21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16">
                    <a:moveTo>
                      <a:pt x="0" y="0"/>
                    </a:moveTo>
                    <a:cubicBezTo>
                      <a:pt x="0" y="2"/>
                      <a:pt x="0" y="3"/>
                      <a:pt x="0" y="5"/>
                    </a:cubicBezTo>
                    <a:cubicBezTo>
                      <a:pt x="0" y="8"/>
                      <a:pt x="0" y="11"/>
                      <a:pt x="0" y="13"/>
                    </a:cubicBezTo>
                    <a:cubicBezTo>
                      <a:pt x="0" y="13"/>
                      <a:pt x="5" y="16"/>
                      <a:pt x="12" y="16"/>
                    </a:cubicBezTo>
                    <a:cubicBezTo>
                      <a:pt x="14" y="16"/>
                      <a:pt x="16" y="16"/>
                      <a:pt x="19" y="15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19" y="9"/>
                      <a:pt x="19" y="3"/>
                      <a:pt x="19" y="3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5" name="îšlíďê"/>
              <p:cNvSpPr/>
              <p:nvPr/>
            </p:nvSpPr>
            <p:spPr bwMode="auto">
              <a:xfrm>
                <a:off x="3516313" y="1724025"/>
                <a:ext cx="520700" cy="539750"/>
              </a:xfrm>
              <a:custGeom>
                <a:avLst/>
                <a:gdLst>
                  <a:gd name="T0" fmla="*/ 9 w 78"/>
                  <a:gd name="T1" fmla="*/ 26 h 81"/>
                  <a:gd name="T2" fmla="*/ 8 w 78"/>
                  <a:gd name="T3" fmla="*/ 38 h 81"/>
                  <a:gd name="T4" fmla="*/ 4 w 78"/>
                  <a:gd name="T5" fmla="*/ 34 h 81"/>
                  <a:gd name="T6" fmla="*/ 1 w 78"/>
                  <a:gd name="T7" fmla="*/ 41 h 81"/>
                  <a:gd name="T8" fmla="*/ 10 w 78"/>
                  <a:gd name="T9" fmla="*/ 48 h 81"/>
                  <a:gd name="T10" fmla="*/ 24 w 78"/>
                  <a:gd name="T11" fmla="*/ 73 h 81"/>
                  <a:gd name="T12" fmla="*/ 39 w 78"/>
                  <a:gd name="T13" fmla="*/ 81 h 81"/>
                  <a:gd name="T14" fmla="*/ 56 w 78"/>
                  <a:gd name="T15" fmla="*/ 73 h 81"/>
                  <a:gd name="T16" fmla="*/ 68 w 78"/>
                  <a:gd name="T17" fmla="*/ 46 h 81"/>
                  <a:gd name="T18" fmla="*/ 74 w 78"/>
                  <a:gd name="T19" fmla="*/ 40 h 81"/>
                  <a:gd name="T20" fmla="*/ 75 w 78"/>
                  <a:gd name="T21" fmla="*/ 34 h 81"/>
                  <a:gd name="T22" fmla="*/ 68 w 78"/>
                  <a:gd name="T23" fmla="*/ 36 h 81"/>
                  <a:gd name="T24" fmla="*/ 67 w 78"/>
                  <a:gd name="T25" fmla="*/ 22 h 81"/>
                  <a:gd name="T26" fmla="*/ 59 w 78"/>
                  <a:gd name="T27" fmla="*/ 7 h 81"/>
                  <a:gd name="T28" fmla="*/ 46 w 78"/>
                  <a:gd name="T29" fmla="*/ 1 h 81"/>
                  <a:gd name="T30" fmla="*/ 25 w 78"/>
                  <a:gd name="T31" fmla="*/ 0 h 81"/>
                  <a:gd name="T32" fmla="*/ 9 w 78"/>
                  <a:gd name="T33" fmla="*/ 2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81">
                    <a:moveTo>
                      <a:pt x="9" y="26"/>
                    </a:move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6" y="33"/>
                      <a:pt x="4" y="34"/>
                    </a:cubicBezTo>
                    <a:cubicBezTo>
                      <a:pt x="1" y="35"/>
                      <a:pt x="0" y="39"/>
                      <a:pt x="1" y="41"/>
                    </a:cubicBezTo>
                    <a:cubicBezTo>
                      <a:pt x="1" y="42"/>
                      <a:pt x="10" y="48"/>
                      <a:pt x="10" y="48"/>
                    </a:cubicBezTo>
                    <a:cubicBezTo>
                      <a:pt x="10" y="48"/>
                      <a:pt x="20" y="70"/>
                      <a:pt x="24" y="73"/>
                    </a:cubicBezTo>
                    <a:cubicBezTo>
                      <a:pt x="27" y="76"/>
                      <a:pt x="32" y="80"/>
                      <a:pt x="39" y="81"/>
                    </a:cubicBezTo>
                    <a:cubicBezTo>
                      <a:pt x="46" y="81"/>
                      <a:pt x="53" y="77"/>
                      <a:pt x="56" y="73"/>
                    </a:cubicBezTo>
                    <a:cubicBezTo>
                      <a:pt x="58" y="69"/>
                      <a:pt x="67" y="50"/>
                      <a:pt x="68" y="46"/>
                    </a:cubicBezTo>
                    <a:cubicBezTo>
                      <a:pt x="68" y="46"/>
                      <a:pt x="72" y="42"/>
                      <a:pt x="74" y="40"/>
                    </a:cubicBezTo>
                    <a:cubicBezTo>
                      <a:pt x="75" y="39"/>
                      <a:pt x="78" y="35"/>
                      <a:pt x="75" y="34"/>
                    </a:cubicBezTo>
                    <a:cubicBezTo>
                      <a:pt x="72" y="33"/>
                      <a:pt x="68" y="36"/>
                      <a:pt x="68" y="36"/>
                    </a:cubicBezTo>
                    <a:cubicBezTo>
                      <a:pt x="68" y="36"/>
                      <a:pt x="67" y="24"/>
                      <a:pt x="67" y="22"/>
                    </a:cubicBezTo>
                    <a:cubicBezTo>
                      <a:pt x="66" y="21"/>
                      <a:pt x="59" y="7"/>
                      <a:pt x="59" y="7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25" y="0"/>
                      <a:pt x="25" y="0"/>
                      <a:pt x="25" y="0"/>
                    </a:cubicBezTo>
                    <a:lnTo>
                      <a:pt x="9" y="26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6" name="íś1iḋê"/>
              <p:cNvSpPr/>
              <p:nvPr/>
            </p:nvSpPr>
            <p:spPr bwMode="auto">
              <a:xfrm>
                <a:off x="3503613" y="1563688"/>
                <a:ext cx="512763" cy="366713"/>
              </a:xfrm>
              <a:custGeom>
                <a:avLst/>
                <a:gdLst>
                  <a:gd name="T0" fmla="*/ 43 w 77"/>
                  <a:gd name="T1" fmla="*/ 8 h 55"/>
                  <a:gd name="T2" fmla="*/ 29 w 77"/>
                  <a:gd name="T3" fmla="*/ 5 h 55"/>
                  <a:gd name="T4" fmla="*/ 4 w 77"/>
                  <a:gd name="T5" fmla="*/ 19 h 55"/>
                  <a:gd name="T6" fmla="*/ 1 w 77"/>
                  <a:gd name="T7" fmla="*/ 48 h 55"/>
                  <a:gd name="T8" fmla="*/ 13 w 77"/>
                  <a:gd name="T9" fmla="*/ 54 h 55"/>
                  <a:gd name="T10" fmla="*/ 25 w 77"/>
                  <a:gd name="T11" fmla="*/ 54 h 55"/>
                  <a:gd name="T12" fmla="*/ 42 w 77"/>
                  <a:gd name="T13" fmla="*/ 42 h 55"/>
                  <a:gd name="T14" fmla="*/ 36 w 77"/>
                  <a:gd name="T15" fmla="*/ 53 h 55"/>
                  <a:gd name="T16" fmla="*/ 50 w 77"/>
                  <a:gd name="T17" fmla="*/ 51 h 55"/>
                  <a:gd name="T18" fmla="*/ 64 w 77"/>
                  <a:gd name="T19" fmla="*/ 50 h 55"/>
                  <a:gd name="T20" fmla="*/ 72 w 77"/>
                  <a:gd name="T21" fmla="*/ 48 h 55"/>
                  <a:gd name="T22" fmla="*/ 77 w 77"/>
                  <a:gd name="T23" fmla="*/ 34 h 55"/>
                  <a:gd name="T24" fmla="*/ 65 w 77"/>
                  <a:gd name="T25" fmla="*/ 10 h 55"/>
                  <a:gd name="T26" fmla="*/ 43 w 77"/>
                  <a:gd name="T27" fmla="*/ 8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55">
                    <a:moveTo>
                      <a:pt x="43" y="8"/>
                    </a:moveTo>
                    <a:cubicBezTo>
                      <a:pt x="43" y="8"/>
                      <a:pt x="37" y="4"/>
                      <a:pt x="29" y="5"/>
                    </a:cubicBezTo>
                    <a:cubicBezTo>
                      <a:pt x="20" y="6"/>
                      <a:pt x="8" y="10"/>
                      <a:pt x="4" y="19"/>
                    </a:cubicBezTo>
                    <a:cubicBezTo>
                      <a:pt x="1" y="28"/>
                      <a:pt x="0" y="47"/>
                      <a:pt x="1" y="48"/>
                    </a:cubicBezTo>
                    <a:cubicBezTo>
                      <a:pt x="2" y="50"/>
                      <a:pt x="9" y="54"/>
                      <a:pt x="13" y="54"/>
                    </a:cubicBezTo>
                    <a:cubicBezTo>
                      <a:pt x="17" y="54"/>
                      <a:pt x="22" y="55"/>
                      <a:pt x="25" y="54"/>
                    </a:cubicBezTo>
                    <a:cubicBezTo>
                      <a:pt x="29" y="53"/>
                      <a:pt x="42" y="42"/>
                      <a:pt x="42" y="42"/>
                    </a:cubicBezTo>
                    <a:cubicBezTo>
                      <a:pt x="42" y="42"/>
                      <a:pt x="33" y="53"/>
                      <a:pt x="36" y="53"/>
                    </a:cubicBezTo>
                    <a:cubicBezTo>
                      <a:pt x="40" y="54"/>
                      <a:pt x="44" y="51"/>
                      <a:pt x="50" y="51"/>
                    </a:cubicBezTo>
                    <a:cubicBezTo>
                      <a:pt x="56" y="51"/>
                      <a:pt x="61" y="51"/>
                      <a:pt x="64" y="50"/>
                    </a:cubicBezTo>
                    <a:cubicBezTo>
                      <a:pt x="67" y="50"/>
                      <a:pt x="70" y="52"/>
                      <a:pt x="72" y="48"/>
                    </a:cubicBezTo>
                    <a:cubicBezTo>
                      <a:pt x="73" y="46"/>
                      <a:pt x="77" y="42"/>
                      <a:pt x="77" y="34"/>
                    </a:cubicBezTo>
                    <a:cubicBezTo>
                      <a:pt x="77" y="30"/>
                      <a:pt x="69" y="13"/>
                      <a:pt x="65" y="10"/>
                    </a:cubicBezTo>
                    <a:cubicBezTo>
                      <a:pt x="61" y="7"/>
                      <a:pt x="48" y="0"/>
                      <a:pt x="43" y="8"/>
                    </a:cubicBezTo>
                    <a:close/>
                  </a:path>
                </a:pathLst>
              </a:custGeom>
              <a:solidFill>
                <a:srgbClr val="D8A4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7" name="îṣḻïḓê"/>
              <p:cNvSpPr/>
              <p:nvPr/>
            </p:nvSpPr>
            <p:spPr bwMode="auto">
              <a:xfrm>
                <a:off x="3116263" y="2711450"/>
                <a:ext cx="420688" cy="827088"/>
              </a:xfrm>
              <a:custGeom>
                <a:avLst/>
                <a:gdLst>
                  <a:gd name="T0" fmla="*/ 23 w 63"/>
                  <a:gd name="T1" fmla="*/ 2 h 124"/>
                  <a:gd name="T2" fmla="*/ 17 w 63"/>
                  <a:gd name="T3" fmla="*/ 13 h 124"/>
                  <a:gd name="T4" fmla="*/ 4 w 63"/>
                  <a:gd name="T5" fmla="*/ 34 h 124"/>
                  <a:gd name="T6" fmla="*/ 5 w 63"/>
                  <a:gd name="T7" fmla="*/ 51 h 124"/>
                  <a:gd name="T8" fmla="*/ 41 w 63"/>
                  <a:gd name="T9" fmla="*/ 98 h 124"/>
                  <a:gd name="T10" fmla="*/ 37 w 63"/>
                  <a:gd name="T11" fmla="*/ 113 h 124"/>
                  <a:gd name="T12" fmla="*/ 49 w 63"/>
                  <a:gd name="T13" fmla="*/ 123 h 124"/>
                  <a:gd name="T14" fmla="*/ 62 w 63"/>
                  <a:gd name="T15" fmla="*/ 108 h 124"/>
                  <a:gd name="T16" fmla="*/ 54 w 63"/>
                  <a:gd name="T17" fmla="*/ 95 h 124"/>
                  <a:gd name="T18" fmla="*/ 39 w 63"/>
                  <a:gd name="T19" fmla="*/ 62 h 124"/>
                  <a:gd name="T20" fmla="*/ 31 w 63"/>
                  <a:gd name="T21" fmla="*/ 46 h 124"/>
                  <a:gd name="T22" fmla="*/ 28 w 63"/>
                  <a:gd name="T23" fmla="*/ 42 h 124"/>
                  <a:gd name="T24" fmla="*/ 48 w 63"/>
                  <a:gd name="T25" fmla="*/ 17 h 124"/>
                  <a:gd name="T26" fmla="*/ 37 w 63"/>
                  <a:gd name="T27" fmla="*/ 9 h 124"/>
                  <a:gd name="T28" fmla="*/ 26 w 63"/>
                  <a:gd name="T29" fmla="*/ 0 h 124"/>
                  <a:gd name="T30" fmla="*/ 23 w 63"/>
                  <a:gd name="T31" fmla="*/ 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3" h="124">
                    <a:moveTo>
                      <a:pt x="23" y="2"/>
                    </a:moveTo>
                    <a:cubicBezTo>
                      <a:pt x="23" y="2"/>
                      <a:pt x="20" y="7"/>
                      <a:pt x="17" y="13"/>
                    </a:cubicBezTo>
                    <a:cubicBezTo>
                      <a:pt x="12" y="21"/>
                      <a:pt x="6" y="31"/>
                      <a:pt x="4" y="34"/>
                    </a:cubicBezTo>
                    <a:cubicBezTo>
                      <a:pt x="0" y="40"/>
                      <a:pt x="1" y="47"/>
                      <a:pt x="5" y="51"/>
                    </a:cubicBezTo>
                    <a:cubicBezTo>
                      <a:pt x="9" y="55"/>
                      <a:pt x="41" y="98"/>
                      <a:pt x="41" y="98"/>
                    </a:cubicBezTo>
                    <a:cubicBezTo>
                      <a:pt x="41" y="98"/>
                      <a:pt x="35" y="109"/>
                      <a:pt x="37" y="113"/>
                    </a:cubicBezTo>
                    <a:cubicBezTo>
                      <a:pt x="38" y="117"/>
                      <a:pt x="43" y="124"/>
                      <a:pt x="49" y="123"/>
                    </a:cubicBezTo>
                    <a:cubicBezTo>
                      <a:pt x="54" y="123"/>
                      <a:pt x="61" y="112"/>
                      <a:pt x="62" y="108"/>
                    </a:cubicBezTo>
                    <a:cubicBezTo>
                      <a:pt x="63" y="105"/>
                      <a:pt x="55" y="98"/>
                      <a:pt x="54" y="95"/>
                    </a:cubicBezTo>
                    <a:cubicBezTo>
                      <a:pt x="54" y="93"/>
                      <a:pt x="46" y="76"/>
                      <a:pt x="39" y="62"/>
                    </a:cubicBezTo>
                    <a:cubicBezTo>
                      <a:pt x="35" y="54"/>
                      <a:pt x="32" y="48"/>
                      <a:pt x="31" y="46"/>
                    </a:cubicBezTo>
                    <a:cubicBezTo>
                      <a:pt x="27" y="40"/>
                      <a:pt x="28" y="42"/>
                      <a:pt x="28" y="42"/>
                    </a:cubicBezTo>
                    <a:cubicBezTo>
                      <a:pt x="48" y="17"/>
                      <a:pt x="48" y="17"/>
                      <a:pt x="48" y="17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2"/>
                      <a:pt x="23" y="2"/>
                      <a:pt x="23" y="2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8" name="îślíďè"/>
              <p:cNvSpPr/>
              <p:nvPr/>
            </p:nvSpPr>
            <p:spPr bwMode="auto">
              <a:xfrm>
                <a:off x="3228976" y="2711450"/>
                <a:ext cx="206375" cy="280988"/>
              </a:xfrm>
              <a:custGeom>
                <a:avLst/>
                <a:gdLst>
                  <a:gd name="T0" fmla="*/ 9 w 31"/>
                  <a:gd name="T1" fmla="*/ 0 h 42"/>
                  <a:gd name="T2" fmla="*/ 6 w 31"/>
                  <a:gd name="T3" fmla="*/ 2 h 42"/>
                  <a:gd name="T4" fmla="*/ 0 w 31"/>
                  <a:gd name="T5" fmla="*/ 13 h 42"/>
                  <a:gd name="T6" fmla="*/ 11 w 31"/>
                  <a:gd name="T7" fmla="*/ 26 h 42"/>
                  <a:gd name="T8" fmla="*/ 11 w 31"/>
                  <a:gd name="T9" fmla="*/ 42 h 42"/>
                  <a:gd name="T10" fmla="*/ 31 w 31"/>
                  <a:gd name="T11" fmla="*/ 17 h 42"/>
                  <a:gd name="T12" fmla="*/ 20 w 31"/>
                  <a:gd name="T13" fmla="*/ 9 h 42"/>
                  <a:gd name="T14" fmla="*/ 9 w 31"/>
                  <a:gd name="T15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42">
                    <a:moveTo>
                      <a:pt x="9" y="0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3" y="7"/>
                      <a:pt x="0" y="13"/>
                    </a:cubicBezTo>
                    <a:cubicBezTo>
                      <a:pt x="0" y="13"/>
                      <a:pt x="10" y="20"/>
                      <a:pt x="11" y="26"/>
                    </a:cubicBezTo>
                    <a:cubicBezTo>
                      <a:pt x="11" y="31"/>
                      <a:pt x="11" y="42"/>
                      <a:pt x="11" y="42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9" name="ïşḷîďê"/>
              <p:cNvSpPr/>
              <p:nvPr/>
            </p:nvSpPr>
            <p:spPr bwMode="auto">
              <a:xfrm>
                <a:off x="4076701" y="2711450"/>
                <a:ext cx="420688" cy="827088"/>
              </a:xfrm>
              <a:custGeom>
                <a:avLst/>
                <a:gdLst>
                  <a:gd name="T0" fmla="*/ 40 w 63"/>
                  <a:gd name="T1" fmla="*/ 2 h 124"/>
                  <a:gd name="T2" fmla="*/ 59 w 63"/>
                  <a:gd name="T3" fmla="*/ 34 h 124"/>
                  <a:gd name="T4" fmla="*/ 58 w 63"/>
                  <a:gd name="T5" fmla="*/ 51 h 124"/>
                  <a:gd name="T6" fmla="*/ 22 w 63"/>
                  <a:gd name="T7" fmla="*/ 98 h 124"/>
                  <a:gd name="T8" fmla="*/ 26 w 63"/>
                  <a:gd name="T9" fmla="*/ 113 h 124"/>
                  <a:gd name="T10" fmla="*/ 14 w 63"/>
                  <a:gd name="T11" fmla="*/ 123 h 124"/>
                  <a:gd name="T12" fmla="*/ 1 w 63"/>
                  <a:gd name="T13" fmla="*/ 108 h 124"/>
                  <a:gd name="T14" fmla="*/ 9 w 63"/>
                  <a:gd name="T15" fmla="*/ 95 h 124"/>
                  <a:gd name="T16" fmla="*/ 24 w 63"/>
                  <a:gd name="T17" fmla="*/ 62 h 124"/>
                  <a:gd name="T18" fmla="*/ 33 w 63"/>
                  <a:gd name="T19" fmla="*/ 46 h 124"/>
                  <a:gd name="T20" fmla="*/ 35 w 63"/>
                  <a:gd name="T21" fmla="*/ 42 h 124"/>
                  <a:gd name="T22" fmla="*/ 15 w 63"/>
                  <a:gd name="T23" fmla="*/ 17 h 124"/>
                  <a:gd name="T24" fmla="*/ 28 w 63"/>
                  <a:gd name="T25" fmla="*/ 7 h 124"/>
                  <a:gd name="T26" fmla="*/ 37 w 63"/>
                  <a:gd name="T27" fmla="*/ 0 h 124"/>
                  <a:gd name="T28" fmla="*/ 40 w 63"/>
                  <a:gd name="T29" fmla="*/ 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3" h="124">
                    <a:moveTo>
                      <a:pt x="40" y="2"/>
                    </a:moveTo>
                    <a:cubicBezTo>
                      <a:pt x="40" y="2"/>
                      <a:pt x="55" y="28"/>
                      <a:pt x="59" y="34"/>
                    </a:cubicBezTo>
                    <a:cubicBezTo>
                      <a:pt x="63" y="40"/>
                      <a:pt x="62" y="47"/>
                      <a:pt x="58" y="51"/>
                    </a:cubicBezTo>
                    <a:cubicBezTo>
                      <a:pt x="54" y="55"/>
                      <a:pt x="22" y="98"/>
                      <a:pt x="22" y="98"/>
                    </a:cubicBezTo>
                    <a:cubicBezTo>
                      <a:pt x="22" y="98"/>
                      <a:pt x="28" y="109"/>
                      <a:pt x="26" y="113"/>
                    </a:cubicBezTo>
                    <a:cubicBezTo>
                      <a:pt x="25" y="117"/>
                      <a:pt x="20" y="124"/>
                      <a:pt x="14" y="123"/>
                    </a:cubicBezTo>
                    <a:cubicBezTo>
                      <a:pt x="9" y="123"/>
                      <a:pt x="2" y="112"/>
                      <a:pt x="1" y="108"/>
                    </a:cubicBezTo>
                    <a:cubicBezTo>
                      <a:pt x="0" y="105"/>
                      <a:pt x="8" y="98"/>
                      <a:pt x="9" y="95"/>
                    </a:cubicBezTo>
                    <a:cubicBezTo>
                      <a:pt x="9" y="93"/>
                      <a:pt x="17" y="75"/>
                      <a:pt x="24" y="62"/>
                    </a:cubicBezTo>
                    <a:cubicBezTo>
                      <a:pt x="28" y="54"/>
                      <a:pt x="31" y="48"/>
                      <a:pt x="33" y="46"/>
                    </a:cubicBezTo>
                    <a:cubicBezTo>
                      <a:pt x="36" y="40"/>
                      <a:pt x="35" y="42"/>
                      <a:pt x="35" y="42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40" y="2"/>
                      <a:pt x="40" y="2"/>
                      <a:pt x="40" y="2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0" name="ïṧḻïḓè"/>
              <p:cNvSpPr/>
              <p:nvPr/>
            </p:nvSpPr>
            <p:spPr bwMode="auto">
              <a:xfrm>
                <a:off x="4176713" y="2757488"/>
                <a:ext cx="173038" cy="487363"/>
              </a:xfrm>
              <a:custGeom>
                <a:avLst/>
                <a:gdLst>
                  <a:gd name="T0" fmla="*/ 16 w 26"/>
                  <a:gd name="T1" fmla="*/ 41 h 73"/>
                  <a:gd name="T2" fmla="*/ 0 w 26"/>
                  <a:gd name="T3" fmla="*/ 73 h 73"/>
                  <a:gd name="T4" fmla="*/ 26 w 26"/>
                  <a:gd name="T5" fmla="*/ 49 h 73"/>
                  <a:gd name="T6" fmla="*/ 16 w 26"/>
                  <a:gd name="T7" fmla="*/ 41 h 73"/>
                  <a:gd name="T8" fmla="*/ 13 w 26"/>
                  <a:gd name="T9" fmla="*/ 0 h 73"/>
                  <a:gd name="T10" fmla="*/ 13 w 26"/>
                  <a:gd name="T11" fmla="*/ 0 h 73"/>
                  <a:gd name="T12" fmla="*/ 0 w 26"/>
                  <a:gd name="T13" fmla="*/ 10 h 73"/>
                  <a:gd name="T14" fmla="*/ 4 w 26"/>
                  <a:gd name="T15" fmla="*/ 15 h 73"/>
                  <a:gd name="T16" fmla="*/ 4 w 26"/>
                  <a:gd name="T17" fmla="*/ 14 h 73"/>
                  <a:gd name="T18" fmla="*/ 14 w 26"/>
                  <a:gd name="T19" fmla="*/ 1 h 73"/>
                  <a:gd name="T20" fmla="*/ 13 w 26"/>
                  <a:gd name="T21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73">
                    <a:moveTo>
                      <a:pt x="16" y="41"/>
                    </a:moveTo>
                    <a:cubicBezTo>
                      <a:pt x="13" y="48"/>
                      <a:pt x="3" y="66"/>
                      <a:pt x="0" y="73"/>
                    </a:cubicBezTo>
                    <a:cubicBezTo>
                      <a:pt x="0" y="73"/>
                      <a:pt x="16" y="59"/>
                      <a:pt x="26" y="49"/>
                    </a:cubicBezTo>
                    <a:cubicBezTo>
                      <a:pt x="22" y="46"/>
                      <a:pt x="19" y="43"/>
                      <a:pt x="16" y="41"/>
                    </a:cubicBezTo>
                    <a:moveTo>
                      <a:pt x="13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6" y="11"/>
                      <a:pt x="9" y="7"/>
                      <a:pt x="14" y="1"/>
                    </a:cubicBezTo>
                    <a:cubicBezTo>
                      <a:pt x="14" y="0"/>
                      <a:pt x="13" y="0"/>
                      <a:pt x="13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1" name="íṣľiḓe"/>
              <p:cNvSpPr/>
              <p:nvPr/>
            </p:nvSpPr>
            <p:spPr bwMode="auto">
              <a:xfrm>
                <a:off x="3222626" y="2330450"/>
                <a:ext cx="1174750" cy="1022350"/>
              </a:xfrm>
              <a:custGeom>
                <a:avLst/>
                <a:gdLst>
                  <a:gd name="T0" fmla="*/ 68 w 176"/>
                  <a:gd name="T1" fmla="*/ 0 h 153"/>
                  <a:gd name="T2" fmla="*/ 39 w 176"/>
                  <a:gd name="T3" fmla="*/ 9 h 153"/>
                  <a:gd name="T4" fmla="*/ 4 w 176"/>
                  <a:gd name="T5" fmla="*/ 52 h 153"/>
                  <a:gd name="T6" fmla="*/ 1 w 176"/>
                  <a:gd name="T7" fmla="*/ 58 h 153"/>
                  <a:gd name="T8" fmla="*/ 2 w 176"/>
                  <a:gd name="T9" fmla="*/ 62 h 153"/>
                  <a:gd name="T10" fmla="*/ 20 w 176"/>
                  <a:gd name="T11" fmla="*/ 73 h 153"/>
                  <a:gd name="T12" fmla="*/ 27 w 176"/>
                  <a:gd name="T13" fmla="*/ 78 h 153"/>
                  <a:gd name="T14" fmla="*/ 31 w 176"/>
                  <a:gd name="T15" fmla="*/ 77 h 153"/>
                  <a:gd name="T16" fmla="*/ 46 w 176"/>
                  <a:gd name="T17" fmla="*/ 54 h 153"/>
                  <a:gd name="T18" fmla="*/ 52 w 176"/>
                  <a:gd name="T19" fmla="*/ 86 h 153"/>
                  <a:gd name="T20" fmla="*/ 58 w 176"/>
                  <a:gd name="T21" fmla="*/ 143 h 153"/>
                  <a:gd name="T22" fmla="*/ 87 w 176"/>
                  <a:gd name="T23" fmla="*/ 153 h 153"/>
                  <a:gd name="T24" fmla="*/ 111 w 176"/>
                  <a:gd name="T25" fmla="*/ 142 h 153"/>
                  <a:gd name="T26" fmla="*/ 118 w 176"/>
                  <a:gd name="T27" fmla="*/ 87 h 153"/>
                  <a:gd name="T28" fmla="*/ 125 w 176"/>
                  <a:gd name="T29" fmla="*/ 58 h 153"/>
                  <a:gd name="T30" fmla="*/ 150 w 176"/>
                  <a:gd name="T31" fmla="*/ 86 h 153"/>
                  <a:gd name="T32" fmla="*/ 176 w 176"/>
                  <a:gd name="T33" fmla="*/ 60 h 153"/>
                  <a:gd name="T34" fmla="*/ 141 w 176"/>
                  <a:gd name="T35" fmla="*/ 16 h 153"/>
                  <a:gd name="T36" fmla="*/ 109 w 176"/>
                  <a:gd name="T37" fmla="*/ 2 h 153"/>
                  <a:gd name="T38" fmla="*/ 98 w 176"/>
                  <a:gd name="T39" fmla="*/ 1 h 153"/>
                  <a:gd name="T40" fmla="*/ 84 w 176"/>
                  <a:gd name="T41" fmla="*/ 16 h 153"/>
                  <a:gd name="T42" fmla="*/ 68 w 176"/>
                  <a:gd name="T43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76" h="153">
                    <a:moveTo>
                      <a:pt x="68" y="0"/>
                    </a:moveTo>
                    <a:cubicBezTo>
                      <a:pt x="68" y="0"/>
                      <a:pt x="48" y="4"/>
                      <a:pt x="39" y="9"/>
                    </a:cubicBezTo>
                    <a:cubicBezTo>
                      <a:pt x="30" y="13"/>
                      <a:pt x="6" y="47"/>
                      <a:pt x="4" y="52"/>
                    </a:cubicBezTo>
                    <a:cubicBezTo>
                      <a:pt x="3" y="54"/>
                      <a:pt x="2" y="56"/>
                      <a:pt x="1" y="58"/>
                    </a:cubicBezTo>
                    <a:cubicBezTo>
                      <a:pt x="0" y="59"/>
                      <a:pt x="1" y="61"/>
                      <a:pt x="2" y="62"/>
                    </a:cubicBezTo>
                    <a:cubicBezTo>
                      <a:pt x="8" y="65"/>
                      <a:pt x="17" y="71"/>
                      <a:pt x="20" y="73"/>
                    </a:cubicBezTo>
                    <a:cubicBezTo>
                      <a:pt x="21" y="74"/>
                      <a:pt x="24" y="76"/>
                      <a:pt x="27" y="78"/>
                    </a:cubicBezTo>
                    <a:cubicBezTo>
                      <a:pt x="28" y="79"/>
                      <a:pt x="30" y="79"/>
                      <a:pt x="31" y="77"/>
                    </a:cubicBezTo>
                    <a:cubicBezTo>
                      <a:pt x="35" y="71"/>
                      <a:pt x="45" y="55"/>
                      <a:pt x="46" y="54"/>
                    </a:cubicBezTo>
                    <a:cubicBezTo>
                      <a:pt x="46" y="54"/>
                      <a:pt x="46" y="72"/>
                      <a:pt x="52" y="86"/>
                    </a:cubicBezTo>
                    <a:cubicBezTo>
                      <a:pt x="58" y="100"/>
                      <a:pt x="58" y="143"/>
                      <a:pt x="58" y="143"/>
                    </a:cubicBezTo>
                    <a:cubicBezTo>
                      <a:pt x="87" y="153"/>
                      <a:pt x="87" y="153"/>
                      <a:pt x="87" y="153"/>
                    </a:cubicBezTo>
                    <a:cubicBezTo>
                      <a:pt x="111" y="142"/>
                      <a:pt x="111" y="142"/>
                      <a:pt x="111" y="142"/>
                    </a:cubicBezTo>
                    <a:cubicBezTo>
                      <a:pt x="111" y="142"/>
                      <a:pt x="116" y="92"/>
                      <a:pt x="118" y="87"/>
                    </a:cubicBezTo>
                    <a:cubicBezTo>
                      <a:pt x="119" y="82"/>
                      <a:pt x="125" y="70"/>
                      <a:pt x="125" y="58"/>
                    </a:cubicBezTo>
                    <a:cubicBezTo>
                      <a:pt x="150" y="86"/>
                      <a:pt x="150" y="86"/>
                      <a:pt x="150" y="86"/>
                    </a:cubicBezTo>
                    <a:cubicBezTo>
                      <a:pt x="176" y="60"/>
                      <a:pt x="176" y="60"/>
                      <a:pt x="176" y="60"/>
                    </a:cubicBezTo>
                    <a:cubicBezTo>
                      <a:pt x="176" y="60"/>
                      <a:pt x="148" y="22"/>
                      <a:pt x="141" y="16"/>
                    </a:cubicBezTo>
                    <a:cubicBezTo>
                      <a:pt x="133" y="9"/>
                      <a:pt x="116" y="3"/>
                      <a:pt x="109" y="2"/>
                    </a:cubicBezTo>
                    <a:cubicBezTo>
                      <a:pt x="101" y="1"/>
                      <a:pt x="98" y="1"/>
                      <a:pt x="98" y="1"/>
                    </a:cubicBezTo>
                    <a:cubicBezTo>
                      <a:pt x="98" y="1"/>
                      <a:pt x="97" y="17"/>
                      <a:pt x="84" y="16"/>
                    </a:cubicBezTo>
                    <a:cubicBezTo>
                      <a:pt x="72" y="16"/>
                      <a:pt x="68" y="0"/>
                      <a:pt x="68" y="0"/>
                    </a:cubicBezTo>
                    <a:close/>
                  </a:path>
                </a:pathLst>
              </a:custGeom>
              <a:solidFill>
                <a:srgbClr val="75C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2" name="ïsľíḑe"/>
              <p:cNvSpPr/>
              <p:nvPr/>
            </p:nvSpPr>
            <p:spPr bwMode="auto">
              <a:xfrm>
                <a:off x="3522663" y="4413250"/>
                <a:ext cx="227013" cy="1095375"/>
              </a:xfrm>
              <a:custGeom>
                <a:avLst/>
                <a:gdLst>
                  <a:gd name="T0" fmla="*/ 3 w 34"/>
                  <a:gd name="T1" fmla="*/ 4 h 164"/>
                  <a:gd name="T2" fmla="*/ 2 w 34"/>
                  <a:gd name="T3" fmla="*/ 23 h 164"/>
                  <a:gd name="T4" fmla="*/ 3 w 34"/>
                  <a:gd name="T5" fmla="*/ 81 h 164"/>
                  <a:gd name="T6" fmla="*/ 7 w 34"/>
                  <a:gd name="T7" fmla="*/ 134 h 164"/>
                  <a:gd name="T8" fmla="*/ 7 w 34"/>
                  <a:gd name="T9" fmla="*/ 154 h 164"/>
                  <a:gd name="T10" fmla="*/ 17 w 34"/>
                  <a:gd name="T11" fmla="*/ 164 h 164"/>
                  <a:gd name="T12" fmla="*/ 24 w 34"/>
                  <a:gd name="T13" fmla="*/ 162 h 164"/>
                  <a:gd name="T14" fmla="*/ 32 w 34"/>
                  <a:gd name="T15" fmla="*/ 148 h 164"/>
                  <a:gd name="T16" fmla="*/ 26 w 34"/>
                  <a:gd name="T17" fmla="*/ 122 h 164"/>
                  <a:gd name="T18" fmla="*/ 33 w 34"/>
                  <a:gd name="T19" fmla="*/ 51 h 164"/>
                  <a:gd name="T20" fmla="*/ 33 w 34"/>
                  <a:gd name="T21" fmla="*/ 0 h 164"/>
                  <a:gd name="T22" fmla="*/ 3 w 34"/>
                  <a:gd name="T23" fmla="*/ 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164">
                    <a:moveTo>
                      <a:pt x="3" y="4"/>
                    </a:moveTo>
                    <a:cubicBezTo>
                      <a:pt x="3" y="4"/>
                      <a:pt x="3" y="12"/>
                      <a:pt x="2" y="23"/>
                    </a:cubicBezTo>
                    <a:cubicBezTo>
                      <a:pt x="1" y="40"/>
                      <a:pt x="0" y="64"/>
                      <a:pt x="3" y="81"/>
                    </a:cubicBezTo>
                    <a:cubicBezTo>
                      <a:pt x="8" y="109"/>
                      <a:pt x="11" y="122"/>
                      <a:pt x="7" y="134"/>
                    </a:cubicBezTo>
                    <a:cubicBezTo>
                      <a:pt x="4" y="146"/>
                      <a:pt x="7" y="154"/>
                      <a:pt x="7" y="154"/>
                    </a:cubicBezTo>
                    <a:cubicBezTo>
                      <a:pt x="17" y="164"/>
                      <a:pt x="17" y="164"/>
                      <a:pt x="17" y="164"/>
                    </a:cubicBezTo>
                    <a:cubicBezTo>
                      <a:pt x="24" y="162"/>
                      <a:pt x="24" y="162"/>
                      <a:pt x="24" y="162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2" y="148"/>
                      <a:pt x="26" y="132"/>
                      <a:pt x="26" y="122"/>
                    </a:cubicBezTo>
                    <a:cubicBezTo>
                      <a:pt x="26" y="112"/>
                      <a:pt x="32" y="81"/>
                      <a:pt x="33" y="51"/>
                    </a:cubicBezTo>
                    <a:cubicBezTo>
                      <a:pt x="34" y="21"/>
                      <a:pt x="33" y="0"/>
                      <a:pt x="33" y="0"/>
                    </a:cubicBezTo>
                    <a:cubicBezTo>
                      <a:pt x="3" y="4"/>
                      <a:pt x="3" y="4"/>
                      <a:pt x="3" y="4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3" name="íś1ídé"/>
              <p:cNvSpPr/>
              <p:nvPr/>
            </p:nvSpPr>
            <p:spPr bwMode="auto">
              <a:xfrm>
                <a:off x="3536951" y="4413250"/>
                <a:ext cx="206375" cy="341313"/>
              </a:xfrm>
              <a:custGeom>
                <a:avLst/>
                <a:gdLst>
                  <a:gd name="T0" fmla="*/ 31 w 31"/>
                  <a:gd name="T1" fmla="*/ 0 h 51"/>
                  <a:gd name="T2" fmla="*/ 1 w 31"/>
                  <a:gd name="T3" fmla="*/ 4 h 51"/>
                  <a:gd name="T4" fmla="*/ 0 w 31"/>
                  <a:gd name="T5" fmla="*/ 23 h 51"/>
                  <a:gd name="T6" fmla="*/ 3 w 31"/>
                  <a:gd name="T7" fmla="*/ 23 h 51"/>
                  <a:gd name="T8" fmla="*/ 26 w 31"/>
                  <a:gd name="T9" fmla="*/ 29 h 51"/>
                  <a:gd name="T10" fmla="*/ 31 w 31"/>
                  <a:gd name="T11" fmla="*/ 51 h 51"/>
                  <a:gd name="T12" fmla="*/ 31 w 31"/>
                  <a:gd name="T13" fmla="*/ 16 h 51"/>
                  <a:gd name="T14" fmla="*/ 31 w 31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51">
                    <a:moveTo>
                      <a:pt x="31" y="0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12"/>
                      <a:pt x="0" y="23"/>
                    </a:cubicBezTo>
                    <a:cubicBezTo>
                      <a:pt x="0" y="23"/>
                      <a:pt x="1" y="23"/>
                      <a:pt x="3" y="23"/>
                    </a:cubicBezTo>
                    <a:cubicBezTo>
                      <a:pt x="10" y="23"/>
                      <a:pt x="24" y="23"/>
                      <a:pt x="26" y="29"/>
                    </a:cubicBezTo>
                    <a:cubicBezTo>
                      <a:pt x="28" y="36"/>
                      <a:pt x="31" y="51"/>
                      <a:pt x="31" y="51"/>
                    </a:cubicBezTo>
                    <a:cubicBezTo>
                      <a:pt x="31" y="37"/>
                      <a:pt x="31" y="24"/>
                      <a:pt x="31" y="16"/>
                    </a:cubicBezTo>
                    <a:cubicBezTo>
                      <a:pt x="31" y="6"/>
                      <a:pt x="31" y="0"/>
                      <a:pt x="31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4" name="î$ḻïḑe"/>
              <p:cNvSpPr/>
              <p:nvPr/>
            </p:nvSpPr>
            <p:spPr bwMode="auto">
              <a:xfrm>
                <a:off x="3529013" y="5321300"/>
                <a:ext cx="234950" cy="247650"/>
              </a:xfrm>
              <a:custGeom>
                <a:avLst/>
                <a:gdLst>
                  <a:gd name="T0" fmla="*/ 5 w 35"/>
                  <a:gd name="T1" fmla="*/ 1 h 37"/>
                  <a:gd name="T2" fmla="*/ 0 w 35"/>
                  <a:gd name="T3" fmla="*/ 15 h 37"/>
                  <a:gd name="T4" fmla="*/ 9 w 35"/>
                  <a:gd name="T5" fmla="*/ 33 h 37"/>
                  <a:gd name="T6" fmla="*/ 23 w 35"/>
                  <a:gd name="T7" fmla="*/ 35 h 37"/>
                  <a:gd name="T8" fmla="*/ 34 w 35"/>
                  <a:gd name="T9" fmla="*/ 15 h 37"/>
                  <a:gd name="T10" fmla="*/ 27 w 35"/>
                  <a:gd name="T11" fmla="*/ 0 h 37"/>
                  <a:gd name="T12" fmla="*/ 18 w 35"/>
                  <a:gd name="T13" fmla="*/ 21 h 37"/>
                  <a:gd name="T14" fmla="*/ 5 w 35"/>
                  <a:gd name="T15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7">
                    <a:moveTo>
                      <a:pt x="5" y="1"/>
                    </a:moveTo>
                    <a:cubicBezTo>
                      <a:pt x="5" y="1"/>
                      <a:pt x="0" y="11"/>
                      <a:pt x="0" y="15"/>
                    </a:cubicBezTo>
                    <a:cubicBezTo>
                      <a:pt x="0" y="22"/>
                      <a:pt x="5" y="30"/>
                      <a:pt x="9" y="33"/>
                    </a:cubicBezTo>
                    <a:cubicBezTo>
                      <a:pt x="14" y="37"/>
                      <a:pt x="20" y="36"/>
                      <a:pt x="23" y="35"/>
                    </a:cubicBezTo>
                    <a:cubicBezTo>
                      <a:pt x="26" y="33"/>
                      <a:pt x="34" y="19"/>
                      <a:pt x="34" y="15"/>
                    </a:cubicBezTo>
                    <a:cubicBezTo>
                      <a:pt x="35" y="11"/>
                      <a:pt x="33" y="4"/>
                      <a:pt x="27" y="0"/>
                    </a:cubicBezTo>
                    <a:cubicBezTo>
                      <a:pt x="27" y="0"/>
                      <a:pt x="31" y="20"/>
                      <a:pt x="18" y="21"/>
                    </a:cubicBezTo>
                    <a:cubicBezTo>
                      <a:pt x="6" y="22"/>
                      <a:pt x="5" y="1"/>
                      <a:pt x="5" y="1"/>
                    </a:cubicBezTo>
                    <a:close/>
                  </a:path>
                </a:pathLst>
              </a:custGeom>
              <a:solidFill>
                <a:srgbClr val="2049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5" name="iṣliḋè"/>
              <p:cNvSpPr/>
              <p:nvPr/>
            </p:nvSpPr>
            <p:spPr bwMode="auto">
              <a:xfrm>
                <a:off x="3830638" y="4413250"/>
                <a:ext cx="219075" cy="1095375"/>
              </a:xfrm>
              <a:custGeom>
                <a:avLst/>
                <a:gdLst>
                  <a:gd name="T0" fmla="*/ 30 w 33"/>
                  <a:gd name="T1" fmla="*/ 4 h 164"/>
                  <a:gd name="T2" fmla="*/ 31 w 33"/>
                  <a:gd name="T3" fmla="*/ 22 h 164"/>
                  <a:gd name="T4" fmla="*/ 30 w 33"/>
                  <a:gd name="T5" fmla="*/ 81 h 164"/>
                  <a:gd name="T6" fmla="*/ 26 w 33"/>
                  <a:gd name="T7" fmla="*/ 134 h 164"/>
                  <a:gd name="T8" fmla="*/ 27 w 33"/>
                  <a:gd name="T9" fmla="*/ 154 h 164"/>
                  <a:gd name="T10" fmla="*/ 16 w 33"/>
                  <a:gd name="T11" fmla="*/ 164 h 164"/>
                  <a:gd name="T12" fmla="*/ 9 w 33"/>
                  <a:gd name="T13" fmla="*/ 162 h 164"/>
                  <a:gd name="T14" fmla="*/ 1 w 33"/>
                  <a:gd name="T15" fmla="*/ 148 h 164"/>
                  <a:gd name="T16" fmla="*/ 8 w 33"/>
                  <a:gd name="T17" fmla="*/ 122 h 164"/>
                  <a:gd name="T18" fmla="*/ 1 w 33"/>
                  <a:gd name="T19" fmla="*/ 51 h 164"/>
                  <a:gd name="T20" fmla="*/ 0 w 33"/>
                  <a:gd name="T21" fmla="*/ 0 h 164"/>
                  <a:gd name="T22" fmla="*/ 30 w 33"/>
                  <a:gd name="T23" fmla="*/ 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164">
                    <a:moveTo>
                      <a:pt x="30" y="4"/>
                    </a:moveTo>
                    <a:cubicBezTo>
                      <a:pt x="30" y="4"/>
                      <a:pt x="31" y="12"/>
                      <a:pt x="31" y="22"/>
                    </a:cubicBezTo>
                    <a:cubicBezTo>
                      <a:pt x="32" y="39"/>
                      <a:pt x="33" y="64"/>
                      <a:pt x="30" y="81"/>
                    </a:cubicBezTo>
                    <a:cubicBezTo>
                      <a:pt x="26" y="109"/>
                      <a:pt x="23" y="122"/>
                      <a:pt x="26" y="134"/>
                    </a:cubicBezTo>
                    <a:cubicBezTo>
                      <a:pt x="30" y="146"/>
                      <a:pt x="27" y="154"/>
                      <a:pt x="27" y="154"/>
                    </a:cubicBezTo>
                    <a:cubicBezTo>
                      <a:pt x="16" y="164"/>
                      <a:pt x="16" y="164"/>
                      <a:pt x="16" y="164"/>
                    </a:cubicBezTo>
                    <a:cubicBezTo>
                      <a:pt x="9" y="162"/>
                      <a:pt x="9" y="162"/>
                      <a:pt x="9" y="162"/>
                    </a:cubicBezTo>
                    <a:cubicBezTo>
                      <a:pt x="1" y="148"/>
                      <a:pt x="1" y="148"/>
                      <a:pt x="1" y="148"/>
                    </a:cubicBezTo>
                    <a:cubicBezTo>
                      <a:pt x="1" y="148"/>
                      <a:pt x="8" y="132"/>
                      <a:pt x="8" y="122"/>
                    </a:cubicBezTo>
                    <a:cubicBezTo>
                      <a:pt x="8" y="112"/>
                      <a:pt x="1" y="81"/>
                      <a:pt x="1" y="51"/>
                    </a:cubicBezTo>
                    <a:cubicBezTo>
                      <a:pt x="0" y="21"/>
                      <a:pt x="0" y="0"/>
                      <a:pt x="0" y="0"/>
                    </a:cubicBezTo>
                    <a:cubicBezTo>
                      <a:pt x="30" y="4"/>
                      <a:pt x="30" y="4"/>
                      <a:pt x="30" y="4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6" name="ïṧḻîḑe"/>
              <p:cNvSpPr/>
              <p:nvPr/>
            </p:nvSpPr>
            <p:spPr bwMode="auto">
              <a:xfrm>
                <a:off x="3830638" y="4413250"/>
                <a:ext cx="206375" cy="341313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16 h 51"/>
                  <a:gd name="T4" fmla="*/ 1 w 31"/>
                  <a:gd name="T5" fmla="*/ 51 h 51"/>
                  <a:gd name="T6" fmla="*/ 4 w 31"/>
                  <a:gd name="T7" fmla="*/ 39 h 51"/>
                  <a:gd name="T8" fmla="*/ 15 w 31"/>
                  <a:gd name="T9" fmla="*/ 27 h 51"/>
                  <a:gd name="T10" fmla="*/ 31 w 31"/>
                  <a:gd name="T11" fmla="*/ 22 h 51"/>
                  <a:gd name="T12" fmla="*/ 30 w 31"/>
                  <a:gd name="T13" fmla="*/ 4 h 51"/>
                  <a:gd name="T14" fmla="*/ 0 w 31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51">
                    <a:moveTo>
                      <a:pt x="0" y="0"/>
                    </a:moveTo>
                    <a:cubicBezTo>
                      <a:pt x="0" y="0"/>
                      <a:pt x="0" y="6"/>
                      <a:pt x="0" y="16"/>
                    </a:cubicBezTo>
                    <a:cubicBezTo>
                      <a:pt x="0" y="24"/>
                      <a:pt x="0" y="37"/>
                      <a:pt x="1" y="51"/>
                    </a:cubicBezTo>
                    <a:cubicBezTo>
                      <a:pt x="1" y="51"/>
                      <a:pt x="3" y="44"/>
                      <a:pt x="4" y="39"/>
                    </a:cubicBezTo>
                    <a:cubicBezTo>
                      <a:pt x="5" y="34"/>
                      <a:pt x="11" y="28"/>
                      <a:pt x="15" y="27"/>
                    </a:cubicBezTo>
                    <a:cubicBezTo>
                      <a:pt x="20" y="27"/>
                      <a:pt x="31" y="22"/>
                      <a:pt x="31" y="22"/>
                    </a:cubicBezTo>
                    <a:cubicBezTo>
                      <a:pt x="31" y="12"/>
                      <a:pt x="30" y="4"/>
                      <a:pt x="30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7" name="íṡļiḑê"/>
              <p:cNvSpPr/>
              <p:nvPr/>
            </p:nvSpPr>
            <p:spPr bwMode="auto">
              <a:xfrm>
                <a:off x="3816351" y="5321300"/>
                <a:ext cx="233363" cy="247650"/>
              </a:xfrm>
              <a:custGeom>
                <a:avLst/>
                <a:gdLst>
                  <a:gd name="T0" fmla="*/ 29 w 35"/>
                  <a:gd name="T1" fmla="*/ 1 h 37"/>
                  <a:gd name="T2" fmla="*/ 35 w 35"/>
                  <a:gd name="T3" fmla="*/ 15 h 37"/>
                  <a:gd name="T4" fmla="*/ 25 w 35"/>
                  <a:gd name="T5" fmla="*/ 33 h 37"/>
                  <a:gd name="T6" fmla="*/ 11 w 35"/>
                  <a:gd name="T7" fmla="*/ 35 h 37"/>
                  <a:gd name="T8" fmla="*/ 0 w 35"/>
                  <a:gd name="T9" fmla="*/ 15 h 37"/>
                  <a:gd name="T10" fmla="*/ 7 w 35"/>
                  <a:gd name="T11" fmla="*/ 0 h 37"/>
                  <a:gd name="T12" fmla="*/ 16 w 35"/>
                  <a:gd name="T13" fmla="*/ 21 h 37"/>
                  <a:gd name="T14" fmla="*/ 29 w 35"/>
                  <a:gd name="T15" fmla="*/ 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37">
                    <a:moveTo>
                      <a:pt x="29" y="1"/>
                    </a:moveTo>
                    <a:cubicBezTo>
                      <a:pt x="29" y="1"/>
                      <a:pt x="35" y="11"/>
                      <a:pt x="35" y="15"/>
                    </a:cubicBezTo>
                    <a:cubicBezTo>
                      <a:pt x="35" y="22"/>
                      <a:pt x="29" y="30"/>
                      <a:pt x="25" y="33"/>
                    </a:cubicBezTo>
                    <a:cubicBezTo>
                      <a:pt x="21" y="37"/>
                      <a:pt x="15" y="36"/>
                      <a:pt x="11" y="35"/>
                    </a:cubicBezTo>
                    <a:cubicBezTo>
                      <a:pt x="8" y="33"/>
                      <a:pt x="1" y="19"/>
                      <a:pt x="0" y="15"/>
                    </a:cubicBezTo>
                    <a:cubicBezTo>
                      <a:pt x="0" y="11"/>
                      <a:pt x="2" y="4"/>
                      <a:pt x="7" y="0"/>
                    </a:cubicBezTo>
                    <a:cubicBezTo>
                      <a:pt x="7" y="0"/>
                      <a:pt x="3" y="20"/>
                      <a:pt x="16" y="21"/>
                    </a:cubicBezTo>
                    <a:cubicBezTo>
                      <a:pt x="29" y="22"/>
                      <a:pt x="29" y="1"/>
                      <a:pt x="29" y="1"/>
                    </a:cubicBezTo>
                    <a:close/>
                  </a:path>
                </a:pathLst>
              </a:custGeom>
              <a:solidFill>
                <a:srgbClr val="2049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8" name="ïṡlîḋé"/>
              <p:cNvSpPr/>
              <p:nvPr/>
            </p:nvSpPr>
            <p:spPr bwMode="auto">
              <a:xfrm>
                <a:off x="3376613" y="3244850"/>
                <a:ext cx="806450" cy="1322388"/>
              </a:xfrm>
              <a:custGeom>
                <a:avLst/>
                <a:gdLst>
                  <a:gd name="T0" fmla="*/ 34 w 121"/>
                  <a:gd name="T1" fmla="*/ 0 h 198"/>
                  <a:gd name="T2" fmla="*/ 2 w 121"/>
                  <a:gd name="T3" fmla="*/ 63 h 198"/>
                  <a:gd name="T4" fmla="*/ 24 w 121"/>
                  <a:gd name="T5" fmla="*/ 189 h 198"/>
                  <a:gd name="T6" fmla="*/ 101 w 121"/>
                  <a:gd name="T7" fmla="*/ 190 h 198"/>
                  <a:gd name="T8" fmla="*/ 120 w 121"/>
                  <a:gd name="T9" fmla="*/ 70 h 198"/>
                  <a:gd name="T10" fmla="*/ 90 w 121"/>
                  <a:gd name="T11" fmla="*/ 1 h 198"/>
                  <a:gd name="T12" fmla="*/ 34 w 121"/>
                  <a:gd name="T13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1" h="198">
                    <a:moveTo>
                      <a:pt x="34" y="0"/>
                    </a:moveTo>
                    <a:cubicBezTo>
                      <a:pt x="34" y="0"/>
                      <a:pt x="3" y="20"/>
                      <a:pt x="2" y="63"/>
                    </a:cubicBezTo>
                    <a:cubicBezTo>
                      <a:pt x="0" y="105"/>
                      <a:pt x="24" y="189"/>
                      <a:pt x="24" y="189"/>
                    </a:cubicBezTo>
                    <a:cubicBezTo>
                      <a:pt x="24" y="189"/>
                      <a:pt x="70" y="198"/>
                      <a:pt x="101" y="190"/>
                    </a:cubicBezTo>
                    <a:cubicBezTo>
                      <a:pt x="101" y="190"/>
                      <a:pt x="121" y="102"/>
                      <a:pt x="120" y="70"/>
                    </a:cubicBezTo>
                    <a:cubicBezTo>
                      <a:pt x="120" y="37"/>
                      <a:pt x="104" y="13"/>
                      <a:pt x="90" y="1"/>
                    </a:cubicBezTo>
                    <a:cubicBezTo>
                      <a:pt x="90" y="1"/>
                      <a:pt x="61" y="8"/>
                      <a:pt x="34" y="0"/>
                    </a:cubicBez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9" name="ïṥļíḋè"/>
              <p:cNvSpPr/>
              <p:nvPr/>
            </p:nvSpPr>
            <p:spPr bwMode="auto">
              <a:xfrm>
                <a:off x="3603626" y="2584450"/>
                <a:ext cx="379413" cy="493713"/>
              </a:xfrm>
              <a:custGeom>
                <a:avLst/>
                <a:gdLst>
                  <a:gd name="T0" fmla="*/ 164 w 239"/>
                  <a:gd name="T1" fmla="*/ 311 h 311"/>
                  <a:gd name="T2" fmla="*/ 75 w 239"/>
                  <a:gd name="T3" fmla="*/ 311 h 311"/>
                  <a:gd name="T4" fmla="*/ 75 w 239"/>
                  <a:gd name="T5" fmla="*/ 67 h 311"/>
                  <a:gd name="T6" fmla="*/ 0 w 239"/>
                  <a:gd name="T7" fmla="*/ 67 h 311"/>
                  <a:gd name="T8" fmla="*/ 0 w 239"/>
                  <a:gd name="T9" fmla="*/ 0 h 311"/>
                  <a:gd name="T10" fmla="*/ 239 w 239"/>
                  <a:gd name="T11" fmla="*/ 0 h 311"/>
                  <a:gd name="T12" fmla="*/ 239 w 239"/>
                  <a:gd name="T13" fmla="*/ 67 h 311"/>
                  <a:gd name="T14" fmla="*/ 164 w 239"/>
                  <a:gd name="T15" fmla="*/ 67 h 311"/>
                  <a:gd name="T16" fmla="*/ 164 w 239"/>
                  <a:gd name="T17" fmla="*/ 311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311">
                    <a:moveTo>
                      <a:pt x="164" y="311"/>
                    </a:moveTo>
                    <a:lnTo>
                      <a:pt x="75" y="311"/>
                    </a:lnTo>
                    <a:lnTo>
                      <a:pt x="75" y="67"/>
                    </a:lnTo>
                    <a:lnTo>
                      <a:pt x="0" y="67"/>
                    </a:lnTo>
                    <a:lnTo>
                      <a:pt x="0" y="0"/>
                    </a:lnTo>
                    <a:lnTo>
                      <a:pt x="239" y="0"/>
                    </a:lnTo>
                    <a:lnTo>
                      <a:pt x="239" y="67"/>
                    </a:lnTo>
                    <a:lnTo>
                      <a:pt x="164" y="67"/>
                    </a:lnTo>
                    <a:lnTo>
                      <a:pt x="164" y="3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0" name="íṣ1íde"/>
              <p:cNvSpPr/>
              <p:nvPr/>
            </p:nvSpPr>
            <p:spPr bwMode="auto">
              <a:xfrm>
                <a:off x="3749676" y="1976438"/>
                <a:ext cx="60325" cy="120650"/>
              </a:xfrm>
              <a:custGeom>
                <a:avLst/>
                <a:gdLst>
                  <a:gd name="T0" fmla="*/ 2 w 9"/>
                  <a:gd name="T1" fmla="*/ 2 h 18"/>
                  <a:gd name="T2" fmla="*/ 1 w 9"/>
                  <a:gd name="T3" fmla="*/ 16 h 18"/>
                  <a:gd name="T4" fmla="*/ 8 w 9"/>
                  <a:gd name="T5" fmla="*/ 17 h 18"/>
                  <a:gd name="T6" fmla="*/ 9 w 9"/>
                  <a:gd name="T7" fmla="*/ 15 h 18"/>
                  <a:gd name="T8" fmla="*/ 8 w 9"/>
                  <a:gd name="T9" fmla="*/ 2 h 18"/>
                  <a:gd name="T10" fmla="*/ 2 w 9"/>
                  <a:gd name="T11" fmla="*/ 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18">
                    <a:moveTo>
                      <a:pt x="2" y="2"/>
                    </a:moveTo>
                    <a:cubicBezTo>
                      <a:pt x="2" y="2"/>
                      <a:pt x="0" y="16"/>
                      <a:pt x="1" y="16"/>
                    </a:cubicBezTo>
                    <a:cubicBezTo>
                      <a:pt x="1" y="16"/>
                      <a:pt x="4" y="18"/>
                      <a:pt x="8" y="17"/>
                    </a:cubicBezTo>
                    <a:cubicBezTo>
                      <a:pt x="9" y="16"/>
                      <a:pt x="9" y="16"/>
                      <a:pt x="9" y="15"/>
                    </a:cubicBezTo>
                    <a:cubicBezTo>
                      <a:pt x="9" y="12"/>
                      <a:pt x="9" y="4"/>
                      <a:pt x="8" y="2"/>
                    </a:cubicBezTo>
                    <a:cubicBezTo>
                      <a:pt x="8" y="2"/>
                      <a:pt x="5" y="0"/>
                      <a:pt x="2" y="2"/>
                    </a:cubicBezTo>
                    <a:close/>
                  </a:path>
                </a:pathLst>
              </a:custGeom>
              <a:solidFill>
                <a:srgbClr val="DD9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1" name="ïṧḻïḑê"/>
              <p:cNvSpPr/>
              <p:nvPr/>
            </p:nvSpPr>
            <p:spPr bwMode="auto">
              <a:xfrm>
                <a:off x="8415338" y="2438400"/>
                <a:ext cx="666750" cy="1100138"/>
              </a:xfrm>
              <a:custGeom>
                <a:avLst/>
                <a:gdLst>
                  <a:gd name="T0" fmla="*/ 57 w 100"/>
                  <a:gd name="T1" fmla="*/ 0 h 165"/>
                  <a:gd name="T2" fmla="*/ 78 w 100"/>
                  <a:gd name="T3" fmla="*/ 28 h 165"/>
                  <a:gd name="T4" fmla="*/ 96 w 100"/>
                  <a:gd name="T5" fmla="*/ 55 h 165"/>
                  <a:gd name="T6" fmla="*/ 91 w 100"/>
                  <a:gd name="T7" fmla="*/ 76 h 165"/>
                  <a:gd name="T8" fmla="*/ 24 w 100"/>
                  <a:gd name="T9" fmla="*/ 135 h 165"/>
                  <a:gd name="T10" fmla="*/ 33 w 100"/>
                  <a:gd name="T11" fmla="*/ 150 h 165"/>
                  <a:gd name="T12" fmla="*/ 20 w 100"/>
                  <a:gd name="T13" fmla="*/ 164 h 165"/>
                  <a:gd name="T14" fmla="*/ 9 w 100"/>
                  <a:gd name="T15" fmla="*/ 161 h 165"/>
                  <a:gd name="T16" fmla="*/ 1 w 100"/>
                  <a:gd name="T17" fmla="*/ 142 h 165"/>
                  <a:gd name="T18" fmla="*/ 14 w 100"/>
                  <a:gd name="T19" fmla="*/ 124 h 165"/>
                  <a:gd name="T20" fmla="*/ 45 w 100"/>
                  <a:gd name="T21" fmla="*/ 74 h 165"/>
                  <a:gd name="T22" fmla="*/ 52 w 100"/>
                  <a:gd name="T23" fmla="*/ 64 h 165"/>
                  <a:gd name="T24" fmla="*/ 53 w 100"/>
                  <a:gd name="T25" fmla="*/ 57 h 165"/>
                  <a:gd name="T26" fmla="*/ 26 w 100"/>
                  <a:gd name="T27" fmla="*/ 27 h 165"/>
                  <a:gd name="T28" fmla="*/ 38 w 100"/>
                  <a:gd name="T29" fmla="*/ 3 h 165"/>
                  <a:gd name="T30" fmla="*/ 57 w 100"/>
                  <a:gd name="T31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0" h="165">
                    <a:moveTo>
                      <a:pt x="57" y="0"/>
                    </a:moveTo>
                    <a:cubicBezTo>
                      <a:pt x="57" y="0"/>
                      <a:pt x="67" y="14"/>
                      <a:pt x="78" y="28"/>
                    </a:cubicBezTo>
                    <a:cubicBezTo>
                      <a:pt x="86" y="39"/>
                      <a:pt x="95" y="51"/>
                      <a:pt x="96" y="55"/>
                    </a:cubicBezTo>
                    <a:cubicBezTo>
                      <a:pt x="100" y="63"/>
                      <a:pt x="97" y="70"/>
                      <a:pt x="91" y="76"/>
                    </a:cubicBezTo>
                    <a:cubicBezTo>
                      <a:pt x="86" y="82"/>
                      <a:pt x="24" y="135"/>
                      <a:pt x="24" y="135"/>
                    </a:cubicBezTo>
                    <a:cubicBezTo>
                      <a:pt x="24" y="135"/>
                      <a:pt x="32" y="146"/>
                      <a:pt x="33" y="150"/>
                    </a:cubicBezTo>
                    <a:cubicBezTo>
                      <a:pt x="33" y="154"/>
                      <a:pt x="23" y="162"/>
                      <a:pt x="20" y="164"/>
                    </a:cubicBezTo>
                    <a:cubicBezTo>
                      <a:pt x="17" y="165"/>
                      <a:pt x="12" y="163"/>
                      <a:pt x="9" y="161"/>
                    </a:cubicBezTo>
                    <a:cubicBezTo>
                      <a:pt x="5" y="159"/>
                      <a:pt x="0" y="148"/>
                      <a:pt x="1" y="142"/>
                    </a:cubicBezTo>
                    <a:cubicBezTo>
                      <a:pt x="2" y="136"/>
                      <a:pt x="12" y="129"/>
                      <a:pt x="14" y="124"/>
                    </a:cubicBezTo>
                    <a:cubicBezTo>
                      <a:pt x="16" y="120"/>
                      <a:pt x="34" y="91"/>
                      <a:pt x="45" y="74"/>
                    </a:cubicBezTo>
                    <a:cubicBezTo>
                      <a:pt x="48" y="69"/>
                      <a:pt x="51" y="65"/>
                      <a:pt x="52" y="64"/>
                    </a:cubicBezTo>
                    <a:cubicBezTo>
                      <a:pt x="52" y="64"/>
                      <a:pt x="56" y="61"/>
                      <a:pt x="53" y="57"/>
                    </a:cubicBezTo>
                    <a:cubicBezTo>
                      <a:pt x="50" y="54"/>
                      <a:pt x="26" y="27"/>
                      <a:pt x="26" y="27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2" name="iṧḷïďê"/>
              <p:cNvSpPr/>
              <p:nvPr/>
            </p:nvSpPr>
            <p:spPr bwMode="auto">
              <a:xfrm>
                <a:off x="8588376" y="2438400"/>
                <a:ext cx="347663" cy="493713"/>
              </a:xfrm>
              <a:custGeom>
                <a:avLst/>
                <a:gdLst>
                  <a:gd name="T0" fmla="*/ 31 w 52"/>
                  <a:gd name="T1" fmla="*/ 0 h 74"/>
                  <a:gd name="T2" fmla="*/ 12 w 52"/>
                  <a:gd name="T3" fmla="*/ 3 h 74"/>
                  <a:gd name="T4" fmla="*/ 0 w 52"/>
                  <a:gd name="T5" fmla="*/ 27 h 74"/>
                  <a:gd name="T6" fmla="*/ 27 w 52"/>
                  <a:gd name="T7" fmla="*/ 57 h 74"/>
                  <a:gd name="T8" fmla="*/ 28 w 52"/>
                  <a:gd name="T9" fmla="*/ 60 h 74"/>
                  <a:gd name="T10" fmla="*/ 26 w 52"/>
                  <a:gd name="T11" fmla="*/ 64 h 74"/>
                  <a:gd name="T12" fmla="*/ 19 w 52"/>
                  <a:gd name="T13" fmla="*/ 74 h 74"/>
                  <a:gd name="T14" fmla="*/ 35 w 52"/>
                  <a:gd name="T15" fmla="*/ 68 h 74"/>
                  <a:gd name="T16" fmla="*/ 37 w 52"/>
                  <a:gd name="T17" fmla="*/ 45 h 74"/>
                  <a:gd name="T18" fmla="*/ 52 w 52"/>
                  <a:gd name="T19" fmla="*/ 28 h 74"/>
                  <a:gd name="T20" fmla="*/ 31 w 52"/>
                  <a:gd name="T2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74">
                    <a:moveTo>
                      <a:pt x="31" y="0"/>
                    </a:moveTo>
                    <a:cubicBezTo>
                      <a:pt x="12" y="3"/>
                      <a:pt x="12" y="3"/>
                      <a:pt x="12" y="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7"/>
                      <a:pt x="24" y="54"/>
                      <a:pt x="27" y="57"/>
                    </a:cubicBezTo>
                    <a:cubicBezTo>
                      <a:pt x="28" y="58"/>
                      <a:pt x="28" y="59"/>
                      <a:pt x="28" y="60"/>
                    </a:cubicBezTo>
                    <a:cubicBezTo>
                      <a:pt x="28" y="62"/>
                      <a:pt x="26" y="64"/>
                      <a:pt x="26" y="64"/>
                    </a:cubicBezTo>
                    <a:cubicBezTo>
                      <a:pt x="25" y="65"/>
                      <a:pt x="22" y="69"/>
                      <a:pt x="19" y="74"/>
                    </a:cubicBezTo>
                    <a:cubicBezTo>
                      <a:pt x="19" y="74"/>
                      <a:pt x="25" y="74"/>
                      <a:pt x="35" y="68"/>
                    </a:cubicBezTo>
                    <a:cubicBezTo>
                      <a:pt x="45" y="62"/>
                      <a:pt x="37" y="45"/>
                      <a:pt x="37" y="45"/>
                    </a:cubicBezTo>
                    <a:cubicBezTo>
                      <a:pt x="44" y="42"/>
                      <a:pt x="52" y="28"/>
                      <a:pt x="52" y="28"/>
                    </a:cubicBezTo>
                    <a:cubicBezTo>
                      <a:pt x="41" y="14"/>
                      <a:pt x="31" y="0"/>
                      <a:pt x="31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3" name="iṥļiḓè"/>
              <p:cNvSpPr/>
              <p:nvPr/>
            </p:nvSpPr>
            <p:spPr bwMode="auto">
              <a:xfrm>
                <a:off x="7046913" y="2438400"/>
                <a:ext cx="660400" cy="1100138"/>
              </a:xfrm>
              <a:custGeom>
                <a:avLst/>
                <a:gdLst>
                  <a:gd name="T0" fmla="*/ 43 w 99"/>
                  <a:gd name="T1" fmla="*/ 0 h 165"/>
                  <a:gd name="T2" fmla="*/ 22 w 99"/>
                  <a:gd name="T3" fmla="*/ 27 h 165"/>
                  <a:gd name="T4" fmla="*/ 3 w 99"/>
                  <a:gd name="T5" fmla="*/ 55 h 165"/>
                  <a:gd name="T6" fmla="*/ 8 w 99"/>
                  <a:gd name="T7" fmla="*/ 76 h 165"/>
                  <a:gd name="T8" fmla="*/ 75 w 99"/>
                  <a:gd name="T9" fmla="*/ 135 h 165"/>
                  <a:gd name="T10" fmla="*/ 67 w 99"/>
                  <a:gd name="T11" fmla="*/ 150 h 165"/>
                  <a:gd name="T12" fmla="*/ 80 w 99"/>
                  <a:gd name="T13" fmla="*/ 164 h 165"/>
                  <a:gd name="T14" fmla="*/ 91 w 99"/>
                  <a:gd name="T15" fmla="*/ 161 h 165"/>
                  <a:gd name="T16" fmla="*/ 99 w 99"/>
                  <a:gd name="T17" fmla="*/ 142 h 165"/>
                  <a:gd name="T18" fmla="*/ 86 w 99"/>
                  <a:gd name="T19" fmla="*/ 124 h 165"/>
                  <a:gd name="T20" fmla="*/ 56 w 99"/>
                  <a:gd name="T21" fmla="*/ 76 h 165"/>
                  <a:gd name="T22" fmla="*/ 48 w 99"/>
                  <a:gd name="T23" fmla="*/ 64 h 165"/>
                  <a:gd name="T24" fmla="*/ 47 w 99"/>
                  <a:gd name="T25" fmla="*/ 57 h 165"/>
                  <a:gd name="T26" fmla="*/ 74 w 99"/>
                  <a:gd name="T27" fmla="*/ 27 h 165"/>
                  <a:gd name="T28" fmla="*/ 61 w 99"/>
                  <a:gd name="T29" fmla="*/ 3 h 165"/>
                  <a:gd name="T30" fmla="*/ 43 w 99"/>
                  <a:gd name="T31" fmla="*/ 0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9" h="165">
                    <a:moveTo>
                      <a:pt x="43" y="0"/>
                    </a:moveTo>
                    <a:cubicBezTo>
                      <a:pt x="43" y="0"/>
                      <a:pt x="32" y="13"/>
                      <a:pt x="22" y="27"/>
                    </a:cubicBezTo>
                    <a:cubicBezTo>
                      <a:pt x="14" y="39"/>
                      <a:pt x="5" y="51"/>
                      <a:pt x="3" y="55"/>
                    </a:cubicBezTo>
                    <a:cubicBezTo>
                      <a:pt x="0" y="63"/>
                      <a:pt x="3" y="70"/>
                      <a:pt x="8" y="76"/>
                    </a:cubicBezTo>
                    <a:cubicBezTo>
                      <a:pt x="14" y="82"/>
                      <a:pt x="75" y="135"/>
                      <a:pt x="75" y="135"/>
                    </a:cubicBezTo>
                    <a:cubicBezTo>
                      <a:pt x="75" y="135"/>
                      <a:pt x="68" y="146"/>
                      <a:pt x="67" y="150"/>
                    </a:cubicBezTo>
                    <a:cubicBezTo>
                      <a:pt x="67" y="154"/>
                      <a:pt x="76" y="162"/>
                      <a:pt x="80" y="164"/>
                    </a:cubicBezTo>
                    <a:cubicBezTo>
                      <a:pt x="83" y="165"/>
                      <a:pt x="88" y="163"/>
                      <a:pt x="91" y="161"/>
                    </a:cubicBezTo>
                    <a:cubicBezTo>
                      <a:pt x="94" y="159"/>
                      <a:pt x="99" y="148"/>
                      <a:pt x="99" y="142"/>
                    </a:cubicBezTo>
                    <a:cubicBezTo>
                      <a:pt x="98" y="136"/>
                      <a:pt x="88" y="129"/>
                      <a:pt x="86" y="124"/>
                    </a:cubicBezTo>
                    <a:cubicBezTo>
                      <a:pt x="84" y="120"/>
                      <a:pt x="67" y="92"/>
                      <a:pt x="56" y="76"/>
                    </a:cubicBezTo>
                    <a:cubicBezTo>
                      <a:pt x="52" y="69"/>
                      <a:pt x="49" y="65"/>
                      <a:pt x="48" y="64"/>
                    </a:cubicBezTo>
                    <a:cubicBezTo>
                      <a:pt x="48" y="64"/>
                      <a:pt x="44" y="61"/>
                      <a:pt x="47" y="57"/>
                    </a:cubicBezTo>
                    <a:cubicBezTo>
                      <a:pt x="49" y="54"/>
                      <a:pt x="74" y="27"/>
                      <a:pt x="74" y="27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4" name="îṥľîḋé"/>
              <p:cNvSpPr/>
              <p:nvPr/>
            </p:nvSpPr>
            <p:spPr bwMode="auto">
              <a:xfrm>
                <a:off x="7194551" y="2438400"/>
                <a:ext cx="346075" cy="506413"/>
              </a:xfrm>
              <a:custGeom>
                <a:avLst/>
                <a:gdLst>
                  <a:gd name="T0" fmla="*/ 21 w 52"/>
                  <a:gd name="T1" fmla="*/ 0 h 76"/>
                  <a:gd name="T2" fmla="*/ 0 w 52"/>
                  <a:gd name="T3" fmla="*/ 27 h 76"/>
                  <a:gd name="T4" fmla="*/ 15 w 52"/>
                  <a:gd name="T5" fmla="*/ 46 h 76"/>
                  <a:gd name="T6" fmla="*/ 17 w 52"/>
                  <a:gd name="T7" fmla="*/ 64 h 76"/>
                  <a:gd name="T8" fmla="*/ 34 w 52"/>
                  <a:gd name="T9" fmla="*/ 76 h 76"/>
                  <a:gd name="T10" fmla="*/ 26 w 52"/>
                  <a:gd name="T11" fmla="*/ 64 h 76"/>
                  <a:gd name="T12" fmla="*/ 24 w 52"/>
                  <a:gd name="T13" fmla="*/ 60 h 76"/>
                  <a:gd name="T14" fmla="*/ 25 w 52"/>
                  <a:gd name="T15" fmla="*/ 57 h 76"/>
                  <a:gd name="T16" fmla="*/ 52 w 52"/>
                  <a:gd name="T17" fmla="*/ 27 h 76"/>
                  <a:gd name="T18" fmla="*/ 39 w 52"/>
                  <a:gd name="T19" fmla="*/ 3 h 76"/>
                  <a:gd name="T20" fmla="*/ 21 w 52"/>
                  <a:gd name="T21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76">
                    <a:moveTo>
                      <a:pt x="21" y="0"/>
                    </a:moveTo>
                    <a:cubicBezTo>
                      <a:pt x="21" y="0"/>
                      <a:pt x="10" y="13"/>
                      <a:pt x="0" y="27"/>
                    </a:cubicBezTo>
                    <a:cubicBezTo>
                      <a:pt x="0" y="27"/>
                      <a:pt x="10" y="43"/>
                      <a:pt x="15" y="46"/>
                    </a:cubicBezTo>
                    <a:cubicBezTo>
                      <a:pt x="15" y="46"/>
                      <a:pt x="11" y="58"/>
                      <a:pt x="17" y="64"/>
                    </a:cubicBezTo>
                    <a:cubicBezTo>
                      <a:pt x="23" y="70"/>
                      <a:pt x="34" y="76"/>
                      <a:pt x="34" y="76"/>
                    </a:cubicBezTo>
                    <a:cubicBezTo>
                      <a:pt x="30" y="69"/>
                      <a:pt x="27" y="65"/>
                      <a:pt x="26" y="64"/>
                    </a:cubicBezTo>
                    <a:cubicBezTo>
                      <a:pt x="26" y="64"/>
                      <a:pt x="24" y="62"/>
                      <a:pt x="24" y="60"/>
                    </a:cubicBezTo>
                    <a:cubicBezTo>
                      <a:pt x="24" y="59"/>
                      <a:pt x="24" y="58"/>
                      <a:pt x="25" y="57"/>
                    </a:cubicBezTo>
                    <a:cubicBezTo>
                      <a:pt x="27" y="54"/>
                      <a:pt x="52" y="27"/>
                      <a:pt x="52" y="27"/>
                    </a:cubicBezTo>
                    <a:cubicBezTo>
                      <a:pt x="39" y="3"/>
                      <a:pt x="39" y="3"/>
                      <a:pt x="39" y="3"/>
                    </a:cubicBezTo>
                    <a:cubicBezTo>
                      <a:pt x="21" y="0"/>
                      <a:pt x="21" y="0"/>
                      <a:pt x="21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5" name="ïṣľídê"/>
              <p:cNvSpPr/>
              <p:nvPr/>
            </p:nvSpPr>
            <p:spPr bwMode="auto">
              <a:xfrm>
                <a:off x="8234363" y="5187950"/>
                <a:ext cx="508000" cy="360363"/>
              </a:xfrm>
              <a:custGeom>
                <a:avLst/>
                <a:gdLst>
                  <a:gd name="T0" fmla="*/ 4 w 76"/>
                  <a:gd name="T1" fmla="*/ 5 h 54"/>
                  <a:gd name="T2" fmla="*/ 3 w 76"/>
                  <a:gd name="T3" fmla="*/ 34 h 54"/>
                  <a:gd name="T4" fmla="*/ 16 w 76"/>
                  <a:gd name="T5" fmla="*/ 42 h 54"/>
                  <a:gd name="T6" fmla="*/ 23 w 76"/>
                  <a:gd name="T7" fmla="*/ 39 h 54"/>
                  <a:gd name="T8" fmla="*/ 43 w 76"/>
                  <a:gd name="T9" fmla="*/ 51 h 54"/>
                  <a:gd name="T10" fmla="*/ 67 w 76"/>
                  <a:gd name="T11" fmla="*/ 50 h 54"/>
                  <a:gd name="T12" fmla="*/ 73 w 76"/>
                  <a:gd name="T13" fmla="*/ 43 h 54"/>
                  <a:gd name="T14" fmla="*/ 72 w 76"/>
                  <a:gd name="T15" fmla="*/ 38 h 54"/>
                  <a:gd name="T16" fmla="*/ 69 w 76"/>
                  <a:gd name="T17" fmla="*/ 25 h 54"/>
                  <a:gd name="T18" fmla="*/ 39 w 76"/>
                  <a:gd name="T19" fmla="*/ 0 h 54"/>
                  <a:gd name="T20" fmla="*/ 4 w 76"/>
                  <a:gd name="T21" fmla="*/ 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54">
                    <a:moveTo>
                      <a:pt x="4" y="5"/>
                    </a:moveTo>
                    <a:cubicBezTo>
                      <a:pt x="4" y="5"/>
                      <a:pt x="0" y="27"/>
                      <a:pt x="3" y="34"/>
                    </a:cubicBezTo>
                    <a:cubicBezTo>
                      <a:pt x="3" y="34"/>
                      <a:pt x="10" y="42"/>
                      <a:pt x="16" y="42"/>
                    </a:cubicBezTo>
                    <a:cubicBezTo>
                      <a:pt x="23" y="42"/>
                      <a:pt x="18" y="36"/>
                      <a:pt x="23" y="39"/>
                    </a:cubicBezTo>
                    <a:cubicBezTo>
                      <a:pt x="28" y="42"/>
                      <a:pt x="30" y="48"/>
                      <a:pt x="43" y="51"/>
                    </a:cubicBezTo>
                    <a:cubicBezTo>
                      <a:pt x="53" y="54"/>
                      <a:pt x="60" y="53"/>
                      <a:pt x="67" y="50"/>
                    </a:cubicBezTo>
                    <a:cubicBezTo>
                      <a:pt x="73" y="48"/>
                      <a:pt x="73" y="47"/>
                      <a:pt x="73" y="43"/>
                    </a:cubicBezTo>
                    <a:cubicBezTo>
                      <a:pt x="73" y="41"/>
                      <a:pt x="72" y="38"/>
                      <a:pt x="72" y="38"/>
                    </a:cubicBezTo>
                    <a:cubicBezTo>
                      <a:pt x="72" y="38"/>
                      <a:pt x="76" y="31"/>
                      <a:pt x="69" y="25"/>
                    </a:cubicBezTo>
                    <a:cubicBezTo>
                      <a:pt x="62" y="19"/>
                      <a:pt x="43" y="7"/>
                      <a:pt x="39" y="0"/>
                    </a:cubicBezTo>
                    <a:cubicBezTo>
                      <a:pt x="39" y="0"/>
                      <a:pt x="7" y="1"/>
                      <a:pt x="4" y="5"/>
                    </a:cubicBezTo>
                    <a:close/>
                  </a:path>
                </a:pathLst>
              </a:custGeom>
              <a:solidFill>
                <a:srgbClr val="2A6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6" name="islíḋê"/>
              <p:cNvSpPr/>
              <p:nvPr/>
            </p:nvSpPr>
            <p:spPr bwMode="auto">
              <a:xfrm>
                <a:off x="7413626" y="5187950"/>
                <a:ext cx="508000" cy="360363"/>
              </a:xfrm>
              <a:custGeom>
                <a:avLst/>
                <a:gdLst>
                  <a:gd name="T0" fmla="*/ 72 w 76"/>
                  <a:gd name="T1" fmla="*/ 5 h 54"/>
                  <a:gd name="T2" fmla="*/ 74 w 76"/>
                  <a:gd name="T3" fmla="*/ 34 h 54"/>
                  <a:gd name="T4" fmla="*/ 60 w 76"/>
                  <a:gd name="T5" fmla="*/ 42 h 54"/>
                  <a:gd name="T6" fmla="*/ 53 w 76"/>
                  <a:gd name="T7" fmla="*/ 39 h 54"/>
                  <a:gd name="T8" fmla="*/ 34 w 76"/>
                  <a:gd name="T9" fmla="*/ 51 h 54"/>
                  <a:gd name="T10" fmla="*/ 10 w 76"/>
                  <a:gd name="T11" fmla="*/ 50 h 54"/>
                  <a:gd name="T12" fmla="*/ 3 w 76"/>
                  <a:gd name="T13" fmla="*/ 43 h 54"/>
                  <a:gd name="T14" fmla="*/ 5 w 76"/>
                  <a:gd name="T15" fmla="*/ 38 h 54"/>
                  <a:gd name="T16" fmla="*/ 7 w 76"/>
                  <a:gd name="T17" fmla="*/ 25 h 54"/>
                  <a:gd name="T18" fmla="*/ 38 w 76"/>
                  <a:gd name="T19" fmla="*/ 0 h 54"/>
                  <a:gd name="T20" fmla="*/ 72 w 76"/>
                  <a:gd name="T21" fmla="*/ 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54">
                    <a:moveTo>
                      <a:pt x="72" y="5"/>
                    </a:moveTo>
                    <a:cubicBezTo>
                      <a:pt x="72" y="5"/>
                      <a:pt x="76" y="27"/>
                      <a:pt x="74" y="34"/>
                    </a:cubicBezTo>
                    <a:cubicBezTo>
                      <a:pt x="74" y="34"/>
                      <a:pt x="67" y="42"/>
                      <a:pt x="60" y="42"/>
                    </a:cubicBezTo>
                    <a:cubicBezTo>
                      <a:pt x="54" y="42"/>
                      <a:pt x="58" y="36"/>
                      <a:pt x="53" y="39"/>
                    </a:cubicBezTo>
                    <a:cubicBezTo>
                      <a:pt x="48" y="42"/>
                      <a:pt x="46" y="48"/>
                      <a:pt x="34" y="51"/>
                    </a:cubicBezTo>
                    <a:cubicBezTo>
                      <a:pt x="24" y="54"/>
                      <a:pt x="16" y="53"/>
                      <a:pt x="10" y="50"/>
                    </a:cubicBezTo>
                    <a:cubicBezTo>
                      <a:pt x="3" y="48"/>
                      <a:pt x="4" y="47"/>
                      <a:pt x="3" y="43"/>
                    </a:cubicBezTo>
                    <a:cubicBezTo>
                      <a:pt x="3" y="41"/>
                      <a:pt x="5" y="38"/>
                      <a:pt x="5" y="38"/>
                    </a:cubicBezTo>
                    <a:cubicBezTo>
                      <a:pt x="5" y="38"/>
                      <a:pt x="0" y="31"/>
                      <a:pt x="7" y="25"/>
                    </a:cubicBezTo>
                    <a:cubicBezTo>
                      <a:pt x="15" y="19"/>
                      <a:pt x="34" y="7"/>
                      <a:pt x="38" y="0"/>
                    </a:cubicBezTo>
                    <a:cubicBezTo>
                      <a:pt x="38" y="0"/>
                      <a:pt x="69" y="1"/>
                      <a:pt x="72" y="5"/>
                    </a:cubicBezTo>
                    <a:close/>
                  </a:path>
                </a:pathLst>
              </a:custGeom>
              <a:solidFill>
                <a:srgbClr val="2A6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7" name="ïSḷíḍè"/>
              <p:cNvSpPr/>
              <p:nvPr/>
            </p:nvSpPr>
            <p:spPr bwMode="auto">
              <a:xfrm>
                <a:off x="7588251" y="3311525"/>
                <a:ext cx="993775" cy="2024063"/>
              </a:xfrm>
              <a:custGeom>
                <a:avLst/>
                <a:gdLst>
                  <a:gd name="T0" fmla="*/ 127 w 149"/>
                  <a:gd name="T1" fmla="*/ 0 h 303"/>
                  <a:gd name="T2" fmla="*/ 144 w 149"/>
                  <a:gd name="T3" fmla="*/ 86 h 303"/>
                  <a:gd name="T4" fmla="*/ 146 w 149"/>
                  <a:gd name="T5" fmla="*/ 132 h 303"/>
                  <a:gd name="T6" fmla="*/ 139 w 149"/>
                  <a:gd name="T7" fmla="*/ 281 h 303"/>
                  <a:gd name="T8" fmla="*/ 95 w 149"/>
                  <a:gd name="T9" fmla="*/ 285 h 303"/>
                  <a:gd name="T10" fmla="*/ 95 w 149"/>
                  <a:gd name="T11" fmla="*/ 266 h 303"/>
                  <a:gd name="T12" fmla="*/ 88 w 149"/>
                  <a:gd name="T13" fmla="*/ 175 h 303"/>
                  <a:gd name="T14" fmla="*/ 73 w 149"/>
                  <a:gd name="T15" fmla="*/ 79 h 303"/>
                  <a:gd name="T16" fmla="*/ 56 w 149"/>
                  <a:gd name="T17" fmla="*/ 154 h 303"/>
                  <a:gd name="T18" fmla="*/ 54 w 149"/>
                  <a:gd name="T19" fmla="*/ 180 h 303"/>
                  <a:gd name="T20" fmla="*/ 52 w 149"/>
                  <a:gd name="T21" fmla="*/ 287 h 303"/>
                  <a:gd name="T22" fmla="*/ 7 w 149"/>
                  <a:gd name="T23" fmla="*/ 281 h 303"/>
                  <a:gd name="T24" fmla="*/ 0 w 149"/>
                  <a:gd name="T25" fmla="*/ 139 h 303"/>
                  <a:gd name="T26" fmla="*/ 2 w 149"/>
                  <a:gd name="T27" fmla="*/ 93 h 303"/>
                  <a:gd name="T28" fmla="*/ 15 w 149"/>
                  <a:gd name="T29" fmla="*/ 2 h 303"/>
                  <a:gd name="T30" fmla="*/ 127 w 149"/>
                  <a:gd name="T31" fmla="*/ 0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9" h="303">
                    <a:moveTo>
                      <a:pt x="127" y="0"/>
                    </a:moveTo>
                    <a:cubicBezTo>
                      <a:pt x="127" y="0"/>
                      <a:pt x="142" y="71"/>
                      <a:pt x="144" y="86"/>
                    </a:cubicBezTo>
                    <a:cubicBezTo>
                      <a:pt x="146" y="100"/>
                      <a:pt x="149" y="114"/>
                      <a:pt x="146" y="132"/>
                    </a:cubicBezTo>
                    <a:cubicBezTo>
                      <a:pt x="143" y="150"/>
                      <a:pt x="139" y="281"/>
                      <a:pt x="139" y="281"/>
                    </a:cubicBezTo>
                    <a:cubicBezTo>
                      <a:pt x="139" y="281"/>
                      <a:pt x="115" y="303"/>
                      <a:pt x="95" y="285"/>
                    </a:cubicBezTo>
                    <a:cubicBezTo>
                      <a:pt x="95" y="285"/>
                      <a:pt x="96" y="273"/>
                      <a:pt x="95" y="266"/>
                    </a:cubicBezTo>
                    <a:cubicBezTo>
                      <a:pt x="94" y="258"/>
                      <a:pt x="88" y="197"/>
                      <a:pt x="88" y="175"/>
                    </a:cubicBezTo>
                    <a:cubicBezTo>
                      <a:pt x="88" y="153"/>
                      <a:pt x="73" y="79"/>
                      <a:pt x="73" y="79"/>
                    </a:cubicBezTo>
                    <a:cubicBezTo>
                      <a:pt x="73" y="79"/>
                      <a:pt x="61" y="142"/>
                      <a:pt x="56" y="154"/>
                    </a:cubicBezTo>
                    <a:cubicBezTo>
                      <a:pt x="51" y="166"/>
                      <a:pt x="54" y="174"/>
                      <a:pt x="54" y="180"/>
                    </a:cubicBezTo>
                    <a:cubicBezTo>
                      <a:pt x="54" y="186"/>
                      <a:pt x="58" y="263"/>
                      <a:pt x="52" y="287"/>
                    </a:cubicBezTo>
                    <a:cubicBezTo>
                      <a:pt x="52" y="287"/>
                      <a:pt x="19" y="302"/>
                      <a:pt x="7" y="281"/>
                    </a:cubicBezTo>
                    <a:cubicBezTo>
                      <a:pt x="7" y="281"/>
                      <a:pt x="0" y="146"/>
                      <a:pt x="0" y="139"/>
                    </a:cubicBezTo>
                    <a:cubicBezTo>
                      <a:pt x="0" y="133"/>
                      <a:pt x="0" y="108"/>
                      <a:pt x="2" y="93"/>
                    </a:cubicBezTo>
                    <a:cubicBezTo>
                      <a:pt x="4" y="78"/>
                      <a:pt x="15" y="2"/>
                      <a:pt x="15" y="2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8" name="ïSļïḋê"/>
              <p:cNvSpPr/>
              <p:nvPr/>
            </p:nvSpPr>
            <p:spPr bwMode="auto">
              <a:xfrm>
                <a:off x="7940676" y="2003425"/>
                <a:ext cx="293688" cy="280988"/>
              </a:xfrm>
              <a:custGeom>
                <a:avLst/>
                <a:gdLst>
                  <a:gd name="T0" fmla="*/ 0 w 185"/>
                  <a:gd name="T1" fmla="*/ 80 h 177"/>
                  <a:gd name="T2" fmla="*/ 5 w 185"/>
                  <a:gd name="T3" fmla="*/ 51 h 177"/>
                  <a:gd name="T4" fmla="*/ 9 w 185"/>
                  <a:gd name="T5" fmla="*/ 4 h 177"/>
                  <a:gd name="T6" fmla="*/ 169 w 185"/>
                  <a:gd name="T7" fmla="*/ 0 h 177"/>
                  <a:gd name="T8" fmla="*/ 177 w 185"/>
                  <a:gd name="T9" fmla="*/ 46 h 177"/>
                  <a:gd name="T10" fmla="*/ 185 w 185"/>
                  <a:gd name="T11" fmla="*/ 97 h 177"/>
                  <a:gd name="T12" fmla="*/ 122 w 185"/>
                  <a:gd name="T13" fmla="*/ 177 h 177"/>
                  <a:gd name="T14" fmla="*/ 55 w 185"/>
                  <a:gd name="T15" fmla="*/ 173 h 177"/>
                  <a:gd name="T16" fmla="*/ 0 w 185"/>
                  <a:gd name="T17" fmla="*/ 8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5" h="177">
                    <a:moveTo>
                      <a:pt x="0" y="80"/>
                    </a:moveTo>
                    <a:lnTo>
                      <a:pt x="5" y="51"/>
                    </a:lnTo>
                    <a:lnTo>
                      <a:pt x="9" y="4"/>
                    </a:lnTo>
                    <a:lnTo>
                      <a:pt x="169" y="0"/>
                    </a:lnTo>
                    <a:lnTo>
                      <a:pt x="177" y="46"/>
                    </a:lnTo>
                    <a:lnTo>
                      <a:pt x="185" y="97"/>
                    </a:lnTo>
                    <a:lnTo>
                      <a:pt x="122" y="177"/>
                    </a:lnTo>
                    <a:lnTo>
                      <a:pt x="55" y="173"/>
                    </a:ln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9" name="ïṩḷîḑé"/>
              <p:cNvSpPr/>
              <p:nvPr/>
            </p:nvSpPr>
            <p:spPr bwMode="auto">
              <a:xfrm>
                <a:off x="7940676" y="2003425"/>
                <a:ext cx="293688" cy="280988"/>
              </a:xfrm>
              <a:custGeom>
                <a:avLst/>
                <a:gdLst>
                  <a:gd name="T0" fmla="*/ 0 w 185"/>
                  <a:gd name="T1" fmla="*/ 80 h 177"/>
                  <a:gd name="T2" fmla="*/ 5 w 185"/>
                  <a:gd name="T3" fmla="*/ 51 h 177"/>
                  <a:gd name="T4" fmla="*/ 9 w 185"/>
                  <a:gd name="T5" fmla="*/ 4 h 177"/>
                  <a:gd name="T6" fmla="*/ 169 w 185"/>
                  <a:gd name="T7" fmla="*/ 0 h 177"/>
                  <a:gd name="T8" fmla="*/ 177 w 185"/>
                  <a:gd name="T9" fmla="*/ 46 h 177"/>
                  <a:gd name="T10" fmla="*/ 185 w 185"/>
                  <a:gd name="T11" fmla="*/ 97 h 177"/>
                  <a:gd name="T12" fmla="*/ 122 w 185"/>
                  <a:gd name="T13" fmla="*/ 177 h 177"/>
                  <a:gd name="T14" fmla="*/ 55 w 185"/>
                  <a:gd name="T15" fmla="*/ 173 h 177"/>
                  <a:gd name="T16" fmla="*/ 0 w 185"/>
                  <a:gd name="T17" fmla="*/ 8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5" h="177">
                    <a:moveTo>
                      <a:pt x="0" y="80"/>
                    </a:moveTo>
                    <a:lnTo>
                      <a:pt x="5" y="51"/>
                    </a:lnTo>
                    <a:lnTo>
                      <a:pt x="9" y="4"/>
                    </a:lnTo>
                    <a:lnTo>
                      <a:pt x="169" y="0"/>
                    </a:lnTo>
                    <a:lnTo>
                      <a:pt x="177" y="46"/>
                    </a:lnTo>
                    <a:lnTo>
                      <a:pt x="185" y="97"/>
                    </a:lnTo>
                    <a:lnTo>
                      <a:pt x="122" y="177"/>
                    </a:lnTo>
                    <a:lnTo>
                      <a:pt x="55" y="173"/>
                    </a:lnTo>
                    <a:lnTo>
                      <a:pt x="0" y="8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0" name="î$ļídê"/>
              <p:cNvSpPr/>
              <p:nvPr/>
            </p:nvSpPr>
            <p:spPr bwMode="auto">
              <a:xfrm>
                <a:off x="7948613" y="2003425"/>
                <a:ext cx="273050" cy="114300"/>
              </a:xfrm>
              <a:custGeom>
                <a:avLst/>
                <a:gdLst>
                  <a:gd name="T0" fmla="*/ 39 w 41"/>
                  <a:gd name="T1" fmla="*/ 0 h 17"/>
                  <a:gd name="T2" fmla="*/ 1 w 41"/>
                  <a:gd name="T3" fmla="*/ 1 h 17"/>
                  <a:gd name="T4" fmla="*/ 0 w 41"/>
                  <a:gd name="T5" fmla="*/ 12 h 17"/>
                  <a:gd name="T6" fmla="*/ 21 w 41"/>
                  <a:gd name="T7" fmla="*/ 17 h 17"/>
                  <a:gd name="T8" fmla="*/ 38 w 41"/>
                  <a:gd name="T9" fmla="*/ 14 h 17"/>
                  <a:gd name="T10" fmla="*/ 41 w 41"/>
                  <a:gd name="T11" fmla="*/ 11 h 17"/>
                  <a:gd name="T12" fmla="*/ 39 w 41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" h="17">
                    <a:moveTo>
                      <a:pt x="39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17"/>
                      <a:pt x="21" y="17"/>
                    </a:cubicBezTo>
                    <a:cubicBezTo>
                      <a:pt x="26" y="17"/>
                      <a:pt x="32" y="16"/>
                      <a:pt x="38" y="14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39" y="0"/>
                      <a:pt x="39" y="0"/>
                      <a:pt x="39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1" name="íṣḷïḓê"/>
              <p:cNvSpPr/>
              <p:nvPr/>
            </p:nvSpPr>
            <p:spPr bwMode="auto">
              <a:xfrm>
                <a:off x="7794626" y="1382713"/>
                <a:ext cx="547688" cy="366713"/>
              </a:xfrm>
              <a:custGeom>
                <a:avLst/>
                <a:gdLst>
                  <a:gd name="T0" fmla="*/ 1 w 82"/>
                  <a:gd name="T1" fmla="*/ 44 h 55"/>
                  <a:gd name="T2" fmla="*/ 3 w 82"/>
                  <a:gd name="T3" fmla="*/ 24 h 55"/>
                  <a:gd name="T4" fmla="*/ 19 w 82"/>
                  <a:gd name="T5" fmla="*/ 5 h 55"/>
                  <a:gd name="T6" fmla="*/ 43 w 82"/>
                  <a:gd name="T7" fmla="*/ 0 h 55"/>
                  <a:gd name="T8" fmla="*/ 68 w 82"/>
                  <a:gd name="T9" fmla="*/ 5 h 55"/>
                  <a:gd name="T10" fmla="*/ 82 w 82"/>
                  <a:gd name="T11" fmla="*/ 30 h 55"/>
                  <a:gd name="T12" fmla="*/ 79 w 82"/>
                  <a:gd name="T13" fmla="*/ 45 h 55"/>
                  <a:gd name="T14" fmla="*/ 76 w 82"/>
                  <a:gd name="T15" fmla="*/ 53 h 55"/>
                  <a:gd name="T16" fmla="*/ 14 w 82"/>
                  <a:gd name="T17" fmla="*/ 55 h 55"/>
                  <a:gd name="T18" fmla="*/ 1 w 82"/>
                  <a:gd name="T19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2" h="55">
                    <a:moveTo>
                      <a:pt x="1" y="44"/>
                    </a:moveTo>
                    <a:cubicBezTo>
                      <a:pt x="1" y="44"/>
                      <a:pt x="0" y="32"/>
                      <a:pt x="3" y="24"/>
                    </a:cubicBezTo>
                    <a:cubicBezTo>
                      <a:pt x="7" y="16"/>
                      <a:pt x="12" y="8"/>
                      <a:pt x="19" y="5"/>
                    </a:cubicBezTo>
                    <a:cubicBezTo>
                      <a:pt x="26" y="2"/>
                      <a:pt x="36" y="1"/>
                      <a:pt x="43" y="0"/>
                    </a:cubicBezTo>
                    <a:cubicBezTo>
                      <a:pt x="51" y="0"/>
                      <a:pt x="62" y="1"/>
                      <a:pt x="68" y="5"/>
                    </a:cubicBezTo>
                    <a:cubicBezTo>
                      <a:pt x="73" y="10"/>
                      <a:pt x="82" y="25"/>
                      <a:pt x="82" y="30"/>
                    </a:cubicBezTo>
                    <a:cubicBezTo>
                      <a:pt x="82" y="35"/>
                      <a:pt x="79" y="45"/>
                      <a:pt x="79" y="45"/>
                    </a:cubicBezTo>
                    <a:cubicBezTo>
                      <a:pt x="76" y="53"/>
                      <a:pt x="76" y="53"/>
                      <a:pt x="76" y="53"/>
                    </a:cubicBezTo>
                    <a:cubicBezTo>
                      <a:pt x="14" y="55"/>
                      <a:pt x="14" y="55"/>
                      <a:pt x="14" y="55"/>
                    </a:cubicBezTo>
                    <a:lnTo>
                      <a:pt x="1" y="44"/>
                    </a:lnTo>
                    <a:close/>
                  </a:path>
                </a:pathLst>
              </a:custGeom>
              <a:solidFill>
                <a:srgbClr val="2A6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2" name="íṣlïḋê"/>
              <p:cNvSpPr/>
              <p:nvPr/>
            </p:nvSpPr>
            <p:spPr bwMode="auto">
              <a:xfrm>
                <a:off x="7807326" y="1622425"/>
                <a:ext cx="520700" cy="487363"/>
              </a:xfrm>
              <a:custGeom>
                <a:avLst/>
                <a:gdLst>
                  <a:gd name="T0" fmla="*/ 0 w 78"/>
                  <a:gd name="T1" fmla="*/ 15 h 73"/>
                  <a:gd name="T2" fmla="*/ 2 w 78"/>
                  <a:gd name="T3" fmla="*/ 30 h 73"/>
                  <a:gd name="T4" fmla="*/ 27 w 78"/>
                  <a:gd name="T5" fmla="*/ 64 h 73"/>
                  <a:gd name="T6" fmla="*/ 69 w 78"/>
                  <a:gd name="T7" fmla="*/ 54 h 73"/>
                  <a:gd name="T8" fmla="*/ 77 w 78"/>
                  <a:gd name="T9" fmla="*/ 38 h 73"/>
                  <a:gd name="T10" fmla="*/ 75 w 78"/>
                  <a:gd name="T11" fmla="*/ 23 h 73"/>
                  <a:gd name="T12" fmla="*/ 78 w 78"/>
                  <a:gd name="T13" fmla="*/ 8 h 73"/>
                  <a:gd name="T14" fmla="*/ 78 w 78"/>
                  <a:gd name="T15" fmla="*/ 4 h 73"/>
                  <a:gd name="T16" fmla="*/ 72 w 78"/>
                  <a:gd name="T17" fmla="*/ 1 h 73"/>
                  <a:gd name="T18" fmla="*/ 4 w 78"/>
                  <a:gd name="T19" fmla="*/ 0 h 73"/>
                  <a:gd name="T20" fmla="*/ 0 w 78"/>
                  <a:gd name="T21" fmla="*/ 1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" h="73">
                    <a:moveTo>
                      <a:pt x="0" y="15"/>
                    </a:moveTo>
                    <a:cubicBezTo>
                      <a:pt x="0" y="15"/>
                      <a:pt x="3" y="27"/>
                      <a:pt x="2" y="30"/>
                    </a:cubicBezTo>
                    <a:cubicBezTo>
                      <a:pt x="1" y="34"/>
                      <a:pt x="1" y="55"/>
                      <a:pt x="27" y="64"/>
                    </a:cubicBezTo>
                    <a:cubicBezTo>
                      <a:pt x="53" y="73"/>
                      <a:pt x="66" y="58"/>
                      <a:pt x="69" y="54"/>
                    </a:cubicBezTo>
                    <a:cubicBezTo>
                      <a:pt x="71" y="51"/>
                      <a:pt x="77" y="46"/>
                      <a:pt x="77" y="38"/>
                    </a:cubicBezTo>
                    <a:cubicBezTo>
                      <a:pt x="77" y="30"/>
                      <a:pt x="75" y="26"/>
                      <a:pt x="75" y="23"/>
                    </a:cubicBezTo>
                    <a:cubicBezTo>
                      <a:pt x="75" y="20"/>
                      <a:pt x="78" y="8"/>
                      <a:pt x="78" y="8"/>
                    </a:cubicBezTo>
                    <a:cubicBezTo>
                      <a:pt x="78" y="4"/>
                      <a:pt x="78" y="4"/>
                      <a:pt x="78" y="4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2A6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3" name="íś1ïḑe"/>
              <p:cNvSpPr/>
              <p:nvPr/>
            </p:nvSpPr>
            <p:spPr bwMode="auto">
              <a:xfrm>
                <a:off x="7734301" y="1630363"/>
                <a:ext cx="114300" cy="127000"/>
              </a:xfrm>
              <a:custGeom>
                <a:avLst/>
                <a:gdLst>
                  <a:gd name="T0" fmla="*/ 16 w 17"/>
                  <a:gd name="T1" fmla="*/ 6 h 19"/>
                  <a:gd name="T2" fmla="*/ 7 w 17"/>
                  <a:gd name="T3" fmla="*/ 0 h 19"/>
                  <a:gd name="T4" fmla="*/ 2 w 17"/>
                  <a:gd name="T5" fmla="*/ 11 h 19"/>
                  <a:gd name="T6" fmla="*/ 12 w 17"/>
                  <a:gd name="T7" fmla="*/ 17 h 19"/>
                  <a:gd name="T8" fmla="*/ 15 w 17"/>
                  <a:gd name="T9" fmla="*/ 19 h 19"/>
                  <a:gd name="T10" fmla="*/ 16 w 17"/>
                  <a:gd name="T11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9">
                    <a:moveTo>
                      <a:pt x="16" y="6"/>
                    </a:moveTo>
                    <a:cubicBezTo>
                      <a:pt x="16" y="6"/>
                      <a:pt x="12" y="0"/>
                      <a:pt x="7" y="0"/>
                    </a:cubicBezTo>
                    <a:cubicBezTo>
                      <a:pt x="2" y="0"/>
                      <a:pt x="0" y="8"/>
                      <a:pt x="2" y="11"/>
                    </a:cubicBezTo>
                    <a:cubicBezTo>
                      <a:pt x="3" y="13"/>
                      <a:pt x="10" y="16"/>
                      <a:pt x="12" y="17"/>
                    </a:cubicBezTo>
                    <a:cubicBezTo>
                      <a:pt x="14" y="18"/>
                      <a:pt x="15" y="19"/>
                      <a:pt x="15" y="19"/>
                    </a:cubicBezTo>
                    <a:cubicBezTo>
                      <a:pt x="15" y="19"/>
                      <a:pt x="17" y="12"/>
                      <a:pt x="16" y="6"/>
                    </a:cubicBez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4" name="işľîḓé"/>
              <p:cNvSpPr/>
              <p:nvPr/>
            </p:nvSpPr>
            <p:spPr bwMode="auto">
              <a:xfrm>
                <a:off x="8281988" y="1630363"/>
                <a:ext cx="120650" cy="127000"/>
              </a:xfrm>
              <a:custGeom>
                <a:avLst/>
                <a:gdLst>
                  <a:gd name="T0" fmla="*/ 2 w 18"/>
                  <a:gd name="T1" fmla="*/ 5 h 19"/>
                  <a:gd name="T2" fmla="*/ 10 w 18"/>
                  <a:gd name="T3" fmla="*/ 0 h 19"/>
                  <a:gd name="T4" fmla="*/ 16 w 18"/>
                  <a:gd name="T5" fmla="*/ 10 h 19"/>
                  <a:gd name="T6" fmla="*/ 6 w 18"/>
                  <a:gd name="T7" fmla="*/ 16 h 19"/>
                  <a:gd name="T8" fmla="*/ 2 w 18"/>
                  <a:gd name="T9" fmla="*/ 19 h 19"/>
                  <a:gd name="T10" fmla="*/ 2 w 18"/>
                  <a:gd name="T11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9">
                    <a:moveTo>
                      <a:pt x="2" y="5"/>
                    </a:moveTo>
                    <a:cubicBezTo>
                      <a:pt x="2" y="5"/>
                      <a:pt x="6" y="0"/>
                      <a:pt x="10" y="0"/>
                    </a:cubicBezTo>
                    <a:cubicBezTo>
                      <a:pt x="15" y="0"/>
                      <a:pt x="18" y="7"/>
                      <a:pt x="16" y="10"/>
                    </a:cubicBezTo>
                    <a:cubicBezTo>
                      <a:pt x="14" y="13"/>
                      <a:pt x="8" y="15"/>
                      <a:pt x="6" y="16"/>
                    </a:cubicBezTo>
                    <a:cubicBezTo>
                      <a:pt x="4" y="17"/>
                      <a:pt x="2" y="19"/>
                      <a:pt x="2" y="19"/>
                    </a:cubicBezTo>
                    <a:cubicBezTo>
                      <a:pt x="2" y="19"/>
                      <a:pt x="0" y="12"/>
                      <a:pt x="2" y="5"/>
                    </a:cubicBez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5" name="iṩľïḓe"/>
              <p:cNvSpPr/>
              <p:nvPr/>
            </p:nvSpPr>
            <p:spPr bwMode="auto">
              <a:xfrm>
                <a:off x="7867651" y="1516063"/>
                <a:ext cx="407988" cy="354013"/>
              </a:xfrm>
              <a:custGeom>
                <a:avLst/>
                <a:gdLst>
                  <a:gd name="T0" fmla="*/ 6 w 61"/>
                  <a:gd name="T1" fmla="*/ 5 h 53"/>
                  <a:gd name="T2" fmla="*/ 1 w 61"/>
                  <a:gd name="T3" fmla="*/ 18 h 53"/>
                  <a:gd name="T4" fmla="*/ 1 w 61"/>
                  <a:gd name="T5" fmla="*/ 34 h 53"/>
                  <a:gd name="T6" fmla="*/ 17 w 61"/>
                  <a:gd name="T7" fmla="*/ 51 h 53"/>
                  <a:gd name="T8" fmla="*/ 46 w 61"/>
                  <a:gd name="T9" fmla="*/ 50 h 53"/>
                  <a:gd name="T10" fmla="*/ 59 w 61"/>
                  <a:gd name="T11" fmla="*/ 33 h 53"/>
                  <a:gd name="T12" fmla="*/ 59 w 61"/>
                  <a:gd name="T13" fmla="*/ 16 h 53"/>
                  <a:gd name="T14" fmla="*/ 51 w 61"/>
                  <a:gd name="T15" fmla="*/ 2 h 53"/>
                  <a:gd name="T16" fmla="*/ 31 w 61"/>
                  <a:gd name="T17" fmla="*/ 7 h 53"/>
                  <a:gd name="T18" fmla="*/ 11 w 61"/>
                  <a:gd name="T19" fmla="*/ 1 h 53"/>
                  <a:gd name="T20" fmla="*/ 6 w 61"/>
                  <a:gd name="T21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53">
                    <a:moveTo>
                      <a:pt x="6" y="5"/>
                    </a:moveTo>
                    <a:cubicBezTo>
                      <a:pt x="6" y="5"/>
                      <a:pt x="2" y="12"/>
                      <a:pt x="1" y="18"/>
                    </a:cubicBezTo>
                    <a:cubicBezTo>
                      <a:pt x="0" y="24"/>
                      <a:pt x="2" y="32"/>
                      <a:pt x="1" y="34"/>
                    </a:cubicBezTo>
                    <a:cubicBezTo>
                      <a:pt x="0" y="37"/>
                      <a:pt x="9" y="48"/>
                      <a:pt x="17" y="51"/>
                    </a:cubicBezTo>
                    <a:cubicBezTo>
                      <a:pt x="25" y="53"/>
                      <a:pt x="43" y="52"/>
                      <a:pt x="46" y="50"/>
                    </a:cubicBezTo>
                    <a:cubicBezTo>
                      <a:pt x="50" y="49"/>
                      <a:pt x="58" y="38"/>
                      <a:pt x="59" y="33"/>
                    </a:cubicBezTo>
                    <a:cubicBezTo>
                      <a:pt x="60" y="28"/>
                      <a:pt x="61" y="19"/>
                      <a:pt x="59" y="16"/>
                    </a:cubicBezTo>
                    <a:cubicBezTo>
                      <a:pt x="58" y="13"/>
                      <a:pt x="54" y="4"/>
                      <a:pt x="51" y="2"/>
                    </a:cubicBezTo>
                    <a:cubicBezTo>
                      <a:pt x="48" y="0"/>
                      <a:pt x="41" y="6"/>
                      <a:pt x="31" y="7"/>
                    </a:cubicBezTo>
                    <a:cubicBezTo>
                      <a:pt x="21" y="7"/>
                      <a:pt x="15" y="0"/>
                      <a:pt x="11" y="1"/>
                    </a:cubicBezTo>
                    <a:cubicBezTo>
                      <a:pt x="7" y="2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6" name="iṥḻïdê"/>
              <p:cNvSpPr/>
              <p:nvPr/>
            </p:nvSpPr>
            <p:spPr bwMode="auto">
              <a:xfrm>
                <a:off x="7213601" y="2103438"/>
                <a:ext cx="1695450" cy="1501775"/>
              </a:xfrm>
              <a:custGeom>
                <a:avLst/>
                <a:gdLst>
                  <a:gd name="T0" fmla="*/ 152 w 254"/>
                  <a:gd name="T1" fmla="*/ 0 h 225"/>
                  <a:gd name="T2" fmla="*/ 198 w 254"/>
                  <a:gd name="T3" fmla="*/ 11 h 225"/>
                  <a:gd name="T4" fmla="*/ 248 w 254"/>
                  <a:gd name="T5" fmla="*/ 62 h 225"/>
                  <a:gd name="T6" fmla="*/ 215 w 254"/>
                  <a:gd name="T7" fmla="*/ 98 h 225"/>
                  <a:gd name="T8" fmla="*/ 189 w 254"/>
                  <a:gd name="T9" fmla="*/ 66 h 225"/>
                  <a:gd name="T10" fmla="*/ 189 w 254"/>
                  <a:gd name="T11" fmla="*/ 107 h 225"/>
                  <a:gd name="T12" fmla="*/ 187 w 254"/>
                  <a:gd name="T13" fmla="*/ 184 h 225"/>
                  <a:gd name="T14" fmla="*/ 66 w 254"/>
                  <a:gd name="T15" fmla="*/ 188 h 225"/>
                  <a:gd name="T16" fmla="*/ 63 w 254"/>
                  <a:gd name="T17" fmla="*/ 94 h 225"/>
                  <a:gd name="T18" fmla="*/ 63 w 254"/>
                  <a:gd name="T19" fmla="*/ 64 h 225"/>
                  <a:gd name="T20" fmla="*/ 37 w 254"/>
                  <a:gd name="T21" fmla="*/ 100 h 225"/>
                  <a:gd name="T22" fmla="*/ 1 w 254"/>
                  <a:gd name="T23" fmla="*/ 64 h 225"/>
                  <a:gd name="T24" fmla="*/ 61 w 254"/>
                  <a:gd name="T25" fmla="*/ 13 h 225"/>
                  <a:gd name="T26" fmla="*/ 109 w 254"/>
                  <a:gd name="T27" fmla="*/ 0 h 225"/>
                  <a:gd name="T28" fmla="*/ 130 w 254"/>
                  <a:gd name="T29" fmla="*/ 15 h 225"/>
                  <a:gd name="T30" fmla="*/ 152 w 254"/>
                  <a:gd name="T31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4" h="225">
                    <a:moveTo>
                      <a:pt x="152" y="0"/>
                    </a:moveTo>
                    <a:cubicBezTo>
                      <a:pt x="152" y="0"/>
                      <a:pt x="186" y="2"/>
                      <a:pt x="198" y="11"/>
                    </a:cubicBezTo>
                    <a:cubicBezTo>
                      <a:pt x="211" y="20"/>
                      <a:pt x="248" y="62"/>
                      <a:pt x="248" y="62"/>
                    </a:cubicBezTo>
                    <a:cubicBezTo>
                      <a:pt x="248" y="62"/>
                      <a:pt x="254" y="81"/>
                      <a:pt x="215" y="98"/>
                    </a:cubicBezTo>
                    <a:cubicBezTo>
                      <a:pt x="215" y="98"/>
                      <a:pt x="190" y="63"/>
                      <a:pt x="189" y="66"/>
                    </a:cubicBezTo>
                    <a:cubicBezTo>
                      <a:pt x="187" y="69"/>
                      <a:pt x="190" y="100"/>
                      <a:pt x="189" y="107"/>
                    </a:cubicBezTo>
                    <a:cubicBezTo>
                      <a:pt x="188" y="114"/>
                      <a:pt x="187" y="184"/>
                      <a:pt x="187" y="184"/>
                    </a:cubicBezTo>
                    <a:cubicBezTo>
                      <a:pt x="187" y="184"/>
                      <a:pt x="144" y="225"/>
                      <a:pt x="66" y="188"/>
                    </a:cubicBezTo>
                    <a:cubicBezTo>
                      <a:pt x="66" y="188"/>
                      <a:pt x="64" y="100"/>
                      <a:pt x="63" y="94"/>
                    </a:cubicBezTo>
                    <a:cubicBezTo>
                      <a:pt x="63" y="87"/>
                      <a:pt x="63" y="64"/>
                      <a:pt x="63" y="64"/>
                    </a:cubicBezTo>
                    <a:cubicBezTo>
                      <a:pt x="37" y="100"/>
                      <a:pt x="37" y="100"/>
                      <a:pt x="37" y="100"/>
                    </a:cubicBezTo>
                    <a:cubicBezTo>
                      <a:pt x="37" y="100"/>
                      <a:pt x="0" y="77"/>
                      <a:pt x="1" y="64"/>
                    </a:cubicBezTo>
                    <a:cubicBezTo>
                      <a:pt x="1" y="64"/>
                      <a:pt x="45" y="21"/>
                      <a:pt x="61" y="13"/>
                    </a:cubicBezTo>
                    <a:cubicBezTo>
                      <a:pt x="76" y="6"/>
                      <a:pt x="88" y="1"/>
                      <a:pt x="109" y="0"/>
                    </a:cubicBezTo>
                    <a:cubicBezTo>
                      <a:pt x="109" y="0"/>
                      <a:pt x="111" y="15"/>
                      <a:pt x="130" y="15"/>
                    </a:cubicBezTo>
                    <a:cubicBezTo>
                      <a:pt x="148" y="15"/>
                      <a:pt x="152" y="0"/>
                      <a:pt x="152" y="0"/>
                    </a:cubicBezTo>
                    <a:close/>
                  </a:path>
                </a:pathLst>
              </a:custGeom>
              <a:solidFill>
                <a:srgbClr val="75C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7" name="î$ľîḍé"/>
              <p:cNvSpPr/>
              <p:nvPr/>
            </p:nvSpPr>
            <p:spPr bwMode="auto">
              <a:xfrm>
                <a:off x="7773988" y="2584450"/>
                <a:ext cx="568325" cy="493713"/>
              </a:xfrm>
              <a:custGeom>
                <a:avLst/>
                <a:gdLst>
                  <a:gd name="T0" fmla="*/ 33 w 85"/>
                  <a:gd name="T1" fmla="*/ 74 h 74"/>
                  <a:gd name="T2" fmla="*/ 18 w 85"/>
                  <a:gd name="T3" fmla="*/ 21 h 74"/>
                  <a:gd name="T4" fmla="*/ 17 w 85"/>
                  <a:gd name="T5" fmla="*/ 21 h 74"/>
                  <a:gd name="T6" fmla="*/ 18 w 85"/>
                  <a:gd name="T7" fmla="*/ 42 h 74"/>
                  <a:gd name="T8" fmla="*/ 18 w 85"/>
                  <a:gd name="T9" fmla="*/ 74 h 74"/>
                  <a:gd name="T10" fmla="*/ 0 w 85"/>
                  <a:gd name="T11" fmla="*/ 74 h 74"/>
                  <a:gd name="T12" fmla="*/ 0 w 85"/>
                  <a:gd name="T13" fmla="*/ 0 h 74"/>
                  <a:gd name="T14" fmla="*/ 27 w 85"/>
                  <a:gd name="T15" fmla="*/ 0 h 74"/>
                  <a:gd name="T16" fmla="*/ 43 w 85"/>
                  <a:gd name="T17" fmla="*/ 53 h 74"/>
                  <a:gd name="T18" fmla="*/ 43 w 85"/>
                  <a:gd name="T19" fmla="*/ 53 h 74"/>
                  <a:gd name="T20" fmla="*/ 58 w 85"/>
                  <a:gd name="T21" fmla="*/ 0 h 74"/>
                  <a:gd name="T22" fmla="*/ 85 w 85"/>
                  <a:gd name="T23" fmla="*/ 0 h 74"/>
                  <a:gd name="T24" fmla="*/ 85 w 85"/>
                  <a:gd name="T25" fmla="*/ 74 h 74"/>
                  <a:gd name="T26" fmla="*/ 67 w 85"/>
                  <a:gd name="T27" fmla="*/ 74 h 74"/>
                  <a:gd name="T28" fmla="*/ 67 w 85"/>
                  <a:gd name="T29" fmla="*/ 42 h 74"/>
                  <a:gd name="T30" fmla="*/ 67 w 85"/>
                  <a:gd name="T31" fmla="*/ 36 h 74"/>
                  <a:gd name="T32" fmla="*/ 68 w 85"/>
                  <a:gd name="T33" fmla="*/ 21 h 74"/>
                  <a:gd name="T34" fmla="*/ 67 w 85"/>
                  <a:gd name="T35" fmla="*/ 21 h 74"/>
                  <a:gd name="T36" fmla="*/ 52 w 85"/>
                  <a:gd name="T37" fmla="*/ 74 h 74"/>
                  <a:gd name="T38" fmla="*/ 33 w 85"/>
                  <a:gd name="T3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74">
                    <a:moveTo>
                      <a:pt x="33" y="74"/>
                    </a:moveTo>
                    <a:cubicBezTo>
                      <a:pt x="18" y="21"/>
                      <a:pt x="18" y="21"/>
                      <a:pt x="18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8" y="30"/>
                      <a:pt x="18" y="37"/>
                      <a:pt x="18" y="42"/>
                    </a:cubicBezTo>
                    <a:cubicBezTo>
                      <a:pt x="18" y="74"/>
                      <a:pt x="18" y="74"/>
                      <a:pt x="18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5" y="74"/>
                      <a:pt x="85" y="74"/>
                      <a:pt x="85" y="74"/>
                    </a:cubicBezTo>
                    <a:cubicBezTo>
                      <a:pt x="67" y="74"/>
                      <a:pt x="67" y="74"/>
                      <a:pt x="67" y="74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40"/>
                      <a:pt x="67" y="38"/>
                      <a:pt x="67" y="36"/>
                    </a:cubicBezTo>
                    <a:cubicBezTo>
                      <a:pt x="67" y="34"/>
                      <a:pt x="67" y="29"/>
                      <a:pt x="68" y="21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52" y="74"/>
                      <a:pt x="52" y="74"/>
                      <a:pt x="52" y="74"/>
                    </a:cubicBezTo>
                    <a:lnTo>
                      <a:pt x="33" y="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8" name="îşlïḋè"/>
              <p:cNvSpPr/>
              <p:nvPr/>
            </p:nvSpPr>
            <p:spPr bwMode="auto">
              <a:xfrm>
                <a:off x="8027988" y="1616075"/>
                <a:ext cx="93663" cy="200025"/>
              </a:xfrm>
              <a:custGeom>
                <a:avLst/>
                <a:gdLst>
                  <a:gd name="T0" fmla="*/ 4 w 14"/>
                  <a:gd name="T1" fmla="*/ 3 h 30"/>
                  <a:gd name="T2" fmla="*/ 2 w 14"/>
                  <a:gd name="T3" fmla="*/ 28 h 30"/>
                  <a:gd name="T4" fmla="*/ 14 w 14"/>
                  <a:gd name="T5" fmla="*/ 27 h 30"/>
                  <a:gd name="T6" fmla="*/ 12 w 14"/>
                  <a:gd name="T7" fmla="*/ 3 h 30"/>
                  <a:gd name="T8" fmla="*/ 4 w 14"/>
                  <a:gd name="T9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30">
                    <a:moveTo>
                      <a:pt x="4" y="3"/>
                    </a:moveTo>
                    <a:cubicBezTo>
                      <a:pt x="4" y="3"/>
                      <a:pt x="0" y="27"/>
                      <a:pt x="2" y="28"/>
                    </a:cubicBezTo>
                    <a:cubicBezTo>
                      <a:pt x="3" y="29"/>
                      <a:pt x="10" y="30"/>
                      <a:pt x="14" y="27"/>
                    </a:cubicBezTo>
                    <a:cubicBezTo>
                      <a:pt x="14" y="27"/>
                      <a:pt x="14" y="9"/>
                      <a:pt x="12" y="3"/>
                    </a:cubicBezTo>
                    <a:cubicBezTo>
                      <a:pt x="12" y="3"/>
                      <a:pt x="8" y="0"/>
                      <a:pt x="4" y="3"/>
                    </a:cubicBezTo>
                    <a:close/>
                  </a:path>
                </a:pathLst>
              </a:custGeom>
              <a:solidFill>
                <a:srgbClr val="DD9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9" name="íṧļíḋe"/>
              <p:cNvSpPr/>
              <p:nvPr/>
            </p:nvSpPr>
            <p:spPr bwMode="auto">
              <a:xfrm>
                <a:off x="4510088" y="5175250"/>
                <a:ext cx="427038" cy="412750"/>
              </a:xfrm>
              <a:custGeom>
                <a:avLst/>
                <a:gdLst>
                  <a:gd name="T0" fmla="*/ 34 w 64"/>
                  <a:gd name="T1" fmla="*/ 2 h 62"/>
                  <a:gd name="T2" fmla="*/ 23 w 64"/>
                  <a:gd name="T3" fmla="*/ 23 h 62"/>
                  <a:gd name="T4" fmla="*/ 1 w 64"/>
                  <a:gd name="T5" fmla="*/ 53 h 62"/>
                  <a:gd name="T6" fmla="*/ 13 w 64"/>
                  <a:gd name="T7" fmla="*/ 61 h 62"/>
                  <a:gd name="T8" fmla="*/ 35 w 64"/>
                  <a:gd name="T9" fmla="*/ 46 h 62"/>
                  <a:gd name="T10" fmla="*/ 49 w 64"/>
                  <a:gd name="T11" fmla="*/ 32 h 62"/>
                  <a:gd name="T12" fmla="*/ 51 w 64"/>
                  <a:gd name="T13" fmla="*/ 36 h 62"/>
                  <a:gd name="T14" fmla="*/ 63 w 64"/>
                  <a:gd name="T15" fmla="*/ 31 h 62"/>
                  <a:gd name="T16" fmla="*/ 64 w 64"/>
                  <a:gd name="T17" fmla="*/ 15 h 62"/>
                  <a:gd name="T18" fmla="*/ 55 w 64"/>
                  <a:gd name="T19" fmla="*/ 0 h 62"/>
                  <a:gd name="T20" fmla="*/ 34 w 64"/>
                  <a:gd name="T21" fmla="*/ 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62">
                    <a:moveTo>
                      <a:pt x="34" y="2"/>
                    </a:moveTo>
                    <a:cubicBezTo>
                      <a:pt x="34" y="2"/>
                      <a:pt x="26" y="20"/>
                      <a:pt x="23" y="23"/>
                    </a:cubicBezTo>
                    <a:cubicBezTo>
                      <a:pt x="20" y="26"/>
                      <a:pt x="2" y="50"/>
                      <a:pt x="1" y="53"/>
                    </a:cubicBezTo>
                    <a:cubicBezTo>
                      <a:pt x="0" y="56"/>
                      <a:pt x="4" y="61"/>
                      <a:pt x="13" y="61"/>
                    </a:cubicBezTo>
                    <a:cubicBezTo>
                      <a:pt x="21" y="62"/>
                      <a:pt x="31" y="50"/>
                      <a:pt x="35" y="46"/>
                    </a:cubicBezTo>
                    <a:cubicBezTo>
                      <a:pt x="40" y="42"/>
                      <a:pt x="49" y="32"/>
                      <a:pt x="49" y="32"/>
                    </a:cubicBezTo>
                    <a:cubicBezTo>
                      <a:pt x="49" y="32"/>
                      <a:pt x="50" y="36"/>
                      <a:pt x="51" y="36"/>
                    </a:cubicBezTo>
                    <a:cubicBezTo>
                      <a:pt x="53" y="36"/>
                      <a:pt x="63" y="33"/>
                      <a:pt x="63" y="31"/>
                    </a:cubicBezTo>
                    <a:cubicBezTo>
                      <a:pt x="63" y="28"/>
                      <a:pt x="64" y="19"/>
                      <a:pt x="64" y="15"/>
                    </a:cubicBezTo>
                    <a:cubicBezTo>
                      <a:pt x="64" y="12"/>
                      <a:pt x="59" y="2"/>
                      <a:pt x="55" y="0"/>
                    </a:cubicBezTo>
                    <a:lnTo>
                      <a:pt x="34" y="2"/>
                    </a:ln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0" name="îṣḻiḑe"/>
              <p:cNvSpPr/>
              <p:nvPr/>
            </p:nvSpPr>
            <p:spPr bwMode="auto">
              <a:xfrm>
                <a:off x="5332413" y="5175250"/>
                <a:ext cx="427038" cy="412750"/>
              </a:xfrm>
              <a:custGeom>
                <a:avLst/>
                <a:gdLst>
                  <a:gd name="T0" fmla="*/ 30 w 64"/>
                  <a:gd name="T1" fmla="*/ 2 h 62"/>
                  <a:gd name="T2" fmla="*/ 41 w 64"/>
                  <a:gd name="T3" fmla="*/ 23 h 62"/>
                  <a:gd name="T4" fmla="*/ 63 w 64"/>
                  <a:gd name="T5" fmla="*/ 53 h 62"/>
                  <a:gd name="T6" fmla="*/ 51 w 64"/>
                  <a:gd name="T7" fmla="*/ 61 h 62"/>
                  <a:gd name="T8" fmla="*/ 29 w 64"/>
                  <a:gd name="T9" fmla="*/ 46 h 62"/>
                  <a:gd name="T10" fmla="*/ 15 w 64"/>
                  <a:gd name="T11" fmla="*/ 32 h 62"/>
                  <a:gd name="T12" fmla="*/ 13 w 64"/>
                  <a:gd name="T13" fmla="*/ 36 h 62"/>
                  <a:gd name="T14" fmla="*/ 1 w 64"/>
                  <a:gd name="T15" fmla="*/ 31 h 62"/>
                  <a:gd name="T16" fmla="*/ 0 w 64"/>
                  <a:gd name="T17" fmla="*/ 15 h 62"/>
                  <a:gd name="T18" fmla="*/ 9 w 64"/>
                  <a:gd name="T19" fmla="*/ 0 h 62"/>
                  <a:gd name="T20" fmla="*/ 30 w 64"/>
                  <a:gd name="T21" fmla="*/ 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62">
                    <a:moveTo>
                      <a:pt x="30" y="2"/>
                    </a:moveTo>
                    <a:cubicBezTo>
                      <a:pt x="30" y="2"/>
                      <a:pt x="38" y="20"/>
                      <a:pt x="41" y="23"/>
                    </a:cubicBezTo>
                    <a:cubicBezTo>
                      <a:pt x="44" y="26"/>
                      <a:pt x="62" y="50"/>
                      <a:pt x="63" y="53"/>
                    </a:cubicBezTo>
                    <a:cubicBezTo>
                      <a:pt x="64" y="56"/>
                      <a:pt x="59" y="61"/>
                      <a:pt x="51" y="61"/>
                    </a:cubicBezTo>
                    <a:cubicBezTo>
                      <a:pt x="43" y="62"/>
                      <a:pt x="33" y="50"/>
                      <a:pt x="29" y="46"/>
                    </a:cubicBezTo>
                    <a:cubicBezTo>
                      <a:pt x="24" y="42"/>
                      <a:pt x="15" y="32"/>
                      <a:pt x="15" y="32"/>
                    </a:cubicBezTo>
                    <a:cubicBezTo>
                      <a:pt x="15" y="32"/>
                      <a:pt x="14" y="36"/>
                      <a:pt x="13" y="36"/>
                    </a:cubicBezTo>
                    <a:cubicBezTo>
                      <a:pt x="11" y="36"/>
                      <a:pt x="1" y="33"/>
                      <a:pt x="1" y="31"/>
                    </a:cubicBezTo>
                    <a:cubicBezTo>
                      <a:pt x="1" y="28"/>
                      <a:pt x="0" y="19"/>
                      <a:pt x="0" y="15"/>
                    </a:cubicBezTo>
                    <a:cubicBezTo>
                      <a:pt x="0" y="12"/>
                      <a:pt x="5" y="2"/>
                      <a:pt x="9" y="0"/>
                    </a:cubicBezTo>
                    <a:lnTo>
                      <a:pt x="30" y="2"/>
                    </a:ln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1" name="íṣḻiḑé"/>
              <p:cNvSpPr/>
              <p:nvPr/>
            </p:nvSpPr>
            <p:spPr bwMode="auto">
              <a:xfrm>
                <a:off x="4711701" y="3319463"/>
                <a:ext cx="820738" cy="1914525"/>
              </a:xfrm>
              <a:custGeom>
                <a:avLst/>
                <a:gdLst>
                  <a:gd name="T0" fmla="*/ 23 w 123"/>
                  <a:gd name="T1" fmla="*/ 2 h 287"/>
                  <a:gd name="T2" fmla="*/ 17 w 123"/>
                  <a:gd name="T3" fmla="*/ 17 h 287"/>
                  <a:gd name="T4" fmla="*/ 9 w 123"/>
                  <a:gd name="T5" fmla="*/ 39 h 287"/>
                  <a:gd name="T6" fmla="*/ 1 w 123"/>
                  <a:gd name="T7" fmla="*/ 159 h 287"/>
                  <a:gd name="T8" fmla="*/ 3 w 123"/>
                  <a:gd name="T9" fmla="*/ 201 h 287"/>
                  <a:gd name="T10" fmla="*/ 4 w 123"/>
                  <a:gd name="T11" fmla="*/ 280 h 287"/>
                  <a:gd name="T12" fmla="*/ 28 w 123"/>
                  <a:gd name="T13" fmla="*/ 281 h 287"/>
                  <a:gd name="T14" fmla="*/ 37 w 123"/>
                  <a:gd name="T15" fmla="*/ 223 h 287"/>
                  <a:gd name="T16" fmla="*/ 46 w 123"/>
                  <a:gd name="T17" fmla="*/ 161 h 287"/>
                  <a:gd name="T18" fmla="*/ 60 w 123"/>
                  <a:gd name="T19" fmla="*/ 85 h 287"/>
                  <a:gd name="T20" fmla="*/ 78 w 123"/>
                  <a:gd name="T21" fmla="*/ 161 h 287"/>
                  <a:gd name="T22" fmla="*/ 86 w 123"/>
                  <a:gd name="T23" fmla="*/ 228 h 287"/>
                  <a:gd name="T24" fmla="*/ 99 w 123"/>
                  <a:gd name="T25" fmla="*/ 281 h 287"/>
                  <a:gd name="T26" fmla="*/ 123 w 123"/>
                  <a:gd name="T27" fmla="*/ 280 h 287"/>
                  <a:gd name="T28" fmla="*/ 118 w 123"/>
                  <a:gd name="T29" fmla="*/ 196 h 287"/>
                  <a:gd name="T30" fmla="*/ 121 w 123"/>
                  <a:gd name="T31" fmla="*/ 157 h 287"/>
                  <a:gd name="T32" fmla="*/ 110 w 123"/>
                  <a:gd name="T33" fmla="*/ 37 h 287"/>
                  <a:gd name="T34" fmla="*/ 94 w 123"/>
                  <a:gd name="T35" fmla="*/ 0 h 287"/>
                  <a:gd name="T36" fmla="*/ 23 w 123"/>
                  <a:gd name="T37" fmla="*/ 2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" h="287">
                    <a:moveTo>
                      <a:pt x="23" y="2"/>
                    </a:moveTo>
                    <a:cubicBezTo>
                      <a:pt x="23" y="2"/>
                      <a:pt x="20" y="9"/>
                      <a:pt x="17" y="17"/>
                    </a:cubicBezTo>
                    <a:cubicBezTo>
                      <a:pt x="13" y="25"/>
                      <a:pt x="10" y="35"/>
                      <a:pt x="9" y="39"/>
                    </a:cubicBezTo>
                    <a:cubicBezTo>
                      <a:pt x="7" y="47"/>
                      <a:pt x="2" y="148"/>
                      <a:pt x="1" y="159"/>
                    </a:cubicBezTo>
                    <a:cubicBezTo>
                      <a:pt x="0" y="171"/>
                      <a:pt x="4" y="191"/>
                      <a:pt x="3" y="201"/>
                    </a:cubicBezTo>
                    <a:cubicBezTo>
                      <a:pt x="2" y="211"/>
                      <a:pt x="3" y="261"/>
                      <a:pt x="4" y="280"/>
                    </a:cubicBezTo>
                    <a:cubicBezTo>
                      <a:pt x="4" y="280"/>
                      <a:pt x="15" y="287"/>
                      <a:pt x="28" y="281"/>
                    </a:cubicBezTo>
                    <a:cubicBezTo>
                      <a:pt x="28" y="281"/>
                      <a:pt x="35" y="239"/>
                      <a:pt x="37" y="223"/>
                    </a:cubicBezTo>
                    <a:cubicBezTo>
                      <a:pt x="40" y="208"/>
                      <a:pt x="46" y="176"/>
                      <a:pt x="46" y="161"/>
                    </a:cubicBezTo>
                    <a:cubicBezTo>
                      <a:pt x="47" y="147"/>
                      <a:pt x="60" y="85"/>
                      <a:pt x="60" y="85"/>
                    </a:cubicBezTo>
                    <a:cubicBezTo>
                      <a:pt x="60" y="85"/>
                      <a:pt x="77" y="153"/>
                      <a:pt x="78" y="161"/>
                    </a:cubicBezTo>
                    <a:cubicBezTo>
                      <a:pt x="79" y="169"/>
                      <a:pt x="80" y="199"/>
                      <a:pt x="86" y="228"/>
                    </a:cubicBezTo>
                    <a:cubicBezTo>
                      <a:pt x="93" y="258"/>
                      <a:pt x="99" y="281"/>
                      <a:pt x="99" y="281"/>
                    </a:cubicBezTo>
                    <a:cubicBezTo>
                      <a:pt x="99" y="281"/>
                      <a:pt x="109" y="287"/>
                      <a:pt x="123" y="280"/>
                    </a:cubicBezTo>
                    <a:cubicBezTo>
                      <a:pt x="123" y="280"/>
                      <a:pt x="118" y="202"/>
                      <a:pt x="118" y="196"/>
                    </a:cubicBezTo>
                    <a:cubicBezTo>
                      <a:pt x="118" y="191"/>
                      <a:pt x="121" y="168"/>
                      <a:pt x="121" y="157"/>
                    </a:cubicBezTo>
                    <a:cubicBezTo>
                      <a:pt x="121" y="146"/>
                      <a:pt x="111" y="47"/>
                      <a:pt x="110" y="37"/>
                    </a:cubicBezTo>
                    <a:cubicBezTo>
                      <a:pt x="109" y="27"/>
                      <a:pt x="94" y="0"/>
                      <a:pt x="94" y="0"/>
                    </a:cubicBezTo>
                    <a:cubicBezTo>
                      <a:pt x="23" y="2"/>
                      <a:pt x="23" y="2"/>
                      <a:pt x="23" y="2"/>
                    </a:cubicBezTo>
                  </a:path>
                </a:pathLst>
              </a:custGeom>
              <a:solidFill>
                <a:srgbClr val="2A6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2" name="ïṣ1iḋè"/>
              <p:cNvSpPr/>
              <p:nvPr/>
            </p:nvSpPr>
            <p:spPr bwMode="auto">
              <a:xfrm>
                <a:off x="5111751" y="3886200"/>
                <a:ext cx="187325" cy="954088"/>
              </a:xfrm>
              <a:custGeom>
                <a:avLst/>
                <a:gdLst>
                  <a:gd name="T0" fmla="*/ 0 w 28"/>
                  <a:gd name="T1" fmla="*/ 0 h 143"/>
                  <a:gd name="T2" fmla="*/ 0 w 28"/>
                  <a:gd name="T3" fmla="*/ 0 h 143"/>
                  <a:gd name="T4" fmla="*/ 18 w 28"/>
                  <a:gd name="T5" fmla="*/ 76 h 143"/>
                  <a:gd name="T6" fmla="*/ 26 w 28"/>
                  <a:gd name="T7" fmla="*/ 143 h 143"/>
                  <a:gd name="T8" fmla="*/ 28 w 28"/>
                  <a:gd name="T9" fmla="*/ 76 h 143"/>
                  <a:gd name="T10" fmla="*/ 8 w 28"/>
                  <a:gd name="T11" fmla="*/ 9 h 143"/>
                  <a:gd name="T12" fmla="*/ 0 w 28"/>
                  <a:gd name="T13" fmla="*/ 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14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7" y="68"/>
                      <a:pt x="18" y="76"/>
                    </a:cubicBezTo>
                    <a:cubicBezTo>
                      <a:pt x="19" y="84"/>
                      <a:pt x="20" y="114"/>
                      <a:pt x="26" y="143"/>
                    </a:cubicBezTo>
                    <a:cubicBezTo>
                      <a:pt x="26" y="143"/>
                      <a:pt x="28" y="84"/>
                      <a:pt x="28" y="76"/>
                    </a:cubicBezTo>
                    <a:cubicBezTo>
                      <a:pt x="28" y="67"/>
                      <a:pt x="11" y="18"/>
                      <a:pt x="8" y="9"/>
                    </a:cubicBezTo>
                    <a:cubicBezTo>
                      <a:pt x="5" y="0"/>
                      <a:pt x="1" y="0"/>
                      <a:pt x="0" y="0"/>
                    </a:cubicBezTo>
                  </a:path>
                </a:pathLst>
              </a:custGeom>
              <a:solidFill>
                <a:srgbClr val="2651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3" name="ïṩļîdé"/>
              <p:cNvSpPr/>
              <p:nvPr/>
            </p:nvSpPr>
            <p:spPr bwMode="auto">
              <a:xfrm>
                <a:off x="4845051" y="3319463"/>
                <a:ext cx="527050" cy="219075"/>
              </a:xfrm>
              <a:custGeom>
                <a:avLst/>
                <a:gdLst>
                  <a:gd name="T0" fmla="*/ 74 w 79"/>
                  <a:gd name="T1" fmla="*/ 0 h 33"/>
                  <a:gd name="T2" fmla="*/ 3 w 79"/>
                  <a:gd name="T3" fmla="*/ 2 h 33"/>
                  <a:gd name="T4" fmla="*/ 0 w 79"/>
                  <a:gd name="T5" fmla="*/ 10 h 33"/>
                  <a:gd name="T6" fmla="*/ 5 w 79"/>
                  <a:gd name="T7" fmla="*/ 18 h 33"/>
                  <a:gd name="T8" fmla="*/ 41 w 79"/>
                  <a:gd name="T9" fmla="*/ 21 h 33"/>
                  <a:gd name="T10" fmla="*/ 79 w 79"/>
                  <a:gd name="T11" fmla="*/ 33 h 33"/>
                  <a:gd name="T12" fmla="*/ 75 w 79"/>
                  <a:gd name="T13" fmla="*/ 18 h 33"/>
                  <a:gd name="T14" fmla="*/ 79 w 79"/>
                  <a:gd name="T15" fmla="*/ 10 h 33"/>
                  <a:gd name="T16" fmla="*/ 74 w 79"/>
                  <a:gd name="T1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9" h="33">
                    <a:moveTo>
                      <a:pt x="74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5"/>
                      <a:pt x="0" y="10"/>
                    </a:cubicBezTo>
                    <a:cubicBezTo>
                      <a:pt x="2" y="13"/>
                      <a:pt x="5" y="15"/>
                      <a:pt x="5" y="18"/>
                    </a:cubicBezTo>
                    <a:cubicBezTo>
                      <a:pt x="14" y="19"/>
                      <a:pt x="28" y="20"/>
                      <a:pt x="41" y="21"/>
                    </a:cubicBezTo>
                    <a:cubicBezTo>
                      <a:pt x="54" y="23"/>
                      <a:pt x="69" y="29"/>
                      <a:pt x="79" y="33"/>
                    </a:cubicBezTo>
                    <a:cubicBezTo>
                      <a:pt x="77" y="29"/>
                      <a:pt x="75" y="22"/>
                      <a:pt x="75" y="18"/>
                    </a:cubicBezTo>
                    <a:cubicBezTo>
                      <a:pt x="75" y="16"/>
                      <a:pt x="77" y="13"/>
                      <a:pt x="79" y="10"/>
                    </a:cubicBezTo>
                    <a:cubicBezTo>
                      <a:pt x="76" y="4"/>
                      <a:pt x="74" y="0"/>
                      <a:pt x="74" y="0"/>
                    </a:cubicBezTo>
                  </a:path>
                </a:pathLst>
              </a:custGeom>
              <a:solidFill>
                <a:srgbClr val="2651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4" name="í$liḍê"/>
              <p:cNvSpPr/>
              <p:nvPr/>
            </p:nvSpPr>
            <p:spPr bwMode="auto">
              <a:xfrm>
                <a:off x="4183063" y="2490788"/>
                <a:ext cx="701675" cy="1108075"/>
              </a:xfrm>
              <a:custGeom>
                <a:avLst/>
                <a:gdLst>
                  <a:gd name="T0" fmla="*/ 48 w 105"/>
                  <a:gd name="T1" fmla="*/ 0 h 166"/>
                  <a:gd name="T2" fmla="*/ 38 w 105"/>
                  <a:gd name="T3" fmla="*/ 11 h 166"/>
                  <a:gd name="T4" fmla="*/ 3 w 105"/>
                  <a:gd name="T5" fmla="*/ 54 h 166"/>
                  <a:gd name="T6" fmla="*/ 8 w 105"/>
                  <a:gd name="T7" fmla="*/ 75 h 166"/>
                  <a:gd name="T8" fmla="*/ 81 w 105"/>
                  <a:gd name="T9" fmla="*/ 135 h 166"/>
                  <a:gd name="T10" fmla="*/ 72 w 105"/>
                  <a:gd name="T11" fmla="*/ 151 h 166"/>
                  <a:gd name="T12" fmla="*/ 85 w 105"/>
                  <a:gd name="T13" fmla="*/ 164 h 166"/>
                  <a:gd name="T14" fmla="*/ 96 w 105"/>
                  <a:gd name="T15" fmla="*/ 162 h 166"/>
                  <a:gd name="T16" fmla="*/ 104 w 105"/>
                  <a:gd name="T17" fmla="*/ 142 h 166"/>
                  <a:gd name="T18" fmla="*/ 91 w 105"/>
                  <a:gd name="T19" fmla="*/ 124 h 166"/>
                  <a:gd name="T20" fmla="*/ 55 w 105"/>
                  <a:gd name="T21" fmla="*/ 74 h 166"/>
                  <a:gd name="T22" fmla="*/ 43 w 105"/>
                  <a:gd name="T23" fmla="*/ 58 h 166"/>
                  <a:gd name="T24" fmla="*/ 42 w 105"/>
                  <a:gd name="T25" fmla="*/ 52 h 166"/>
                  <a:gd name="T26" fmla="*/ 76 w 105"/>
                  <a:gd name="T27" fmla="*/ 25 h 166"/>
                  <a:gd name="T28" fmla="*/ 66 w 105"/>
                  <a:gd name="T29" fmla="*/ 3 h 166"/>
                  <a:gd name="T30" fmla="*/ 48 w 105"/>
                  <a:gd name="T31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5" h="166">
                    <a:moveTo>
                      <a:pt x="48" y="0"/>
                    </a:moveTo>
                    <a:cubicBezTo>
                      <a:pt x="48" y="0"/>
                      <a:pt x="44" y="5"/>
                      <a:pt x="38" y="11"/>
                    </a:cubicBezTo>
                    <a:cubicBezTo>
                      <a:pt x="26" y="25"/>
                      <a:pt x="6" y="48"/>
                      <a:pt x="3" y="54"/>
                    </a:cubicBezTo>
                    <a:cubicBezTo>
                      <a:pt x="0" y="62"/>
                      <a:pt x="3" y="69"/>
                      <a:pt x="8" y="75"/>
                    </a:cubicBezTo>
                    <a:cubicBezTo>
                      <a:pt x="14" y="81"/>
                      <a:pt x="81" y="135"/>
                      <a:pt x="81" y="135"/>
                    </a:cubicBezTo>
                    <a:cubicBezTo>
                      <a:pt x="81" y="135"/>
                      <a:pt x="73" y="147"/>
                      <a:pt x="72" y="151"/>
                    </a:cubicBezTo>
                    <a:cubicBezTo>
                      <a:pt x="72" y="155"/>
                      <a:pt x="82" y="163"/>
                      <a:pt x="85" y="164"/>
                    </a:cubicBezTo>
                    <a:cubicBezTo>
                      <a:pt x="88" y="166"/>
                      <a:pt x="93" y="164"/>
                      <a:pt x="96" y="162"/>
                    </a:cubicBezTo>
                    <a:cubicBezTo>
                      <a:pt x="100" y="159"/>
                      <a:pt x="105" y="148"/>
                      <a:pt x="104" y="142"/>
                    </a:cubicBezTo>
                    <a:cubicBezTo>
                      <a:pt x="103" y="136"/>
                      <a:pt x="93" y="130"/>
                      <a:pt x="91" y="124"/>
                    </a:cubicBezTo>
                    <a:cubicBezTo>
                      <a:pt x="89" y="120"/>
                      <a:pt x="69" y="92"/>
                      <a:pt x="55" y="74"/>
                    </a:cubicBezTo>
                    <a:cubicBezTo>
                      <a:pt x="49" y="66"/>
                      <a:pt x="44" y="59"/>
                      <a:pt x="43" y="58"/>
                    </a:cubicBezTo>
                    <a:cubicBezTo>
                      <a:pt x="43" y="58"/>
                      <a:pt x="39" y="55"/>
                      <a:pt x="42" y="52"/>
                    </a:cubicBezTo>
                    <a:cubicBezTo>
                      <a:pt x="45" y="49"/>
                      <a:pt x="76" y="25"/>
                      <a:pt x="76" y="25"/>
                    </a:cubicBezTo>
                    <a:cubicBezTo>
                      <a:pt x="66" y="3"/>
                      <a:pt x="66" y="3"/>
                      <a:pt x="66" y="3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5" name="íšľîḋè"/>
              <p:cNvSpPr/>
              <p:nvPr/>
            </p:nvSpPr>
            <p:spPr bwMode="auto">
              <a:xfrm>
                <a:off x="4424363" y="2490788"/>
                <a:ext cx="266700" cy="493713"/>
              </a:xfrm>
              <a:custGeom>
                <a:avLst/>
                <a:gdLst>
                  <a:gd name="T0" fmla="*/ 12 w 40"/>
                  <a:gd name="T1" fmla="*/ 0 h 74"/>
                  <a:gd name="T2" fmla="*/ 2 w 40"/>
                  <a:gd name="T3" fmla="*/ 11 h 74"/>
                  <a:gd name="T4" fmla="*/ 9 w 40"/>
                  <a:gd name="T5" fmla="*/ 28 h 74"/>
                  <a:gd name="T6" fmla="*/ 0 w 40"/>
                  <a:gd name="T7" fmla="*/ 53 h 74"/>
                  <a:gd name="T8" fmla="*/ 19 w 40"/>
                  <a:gd name="T9" fmla="*/ 74 h 74"/>
                  <a:gd name="T10" fmla="*/ 7 w 40"/>
                  <a:gd name="T11" fmla="*/ 58 h 74"/>
                  <a:gd name="T12" fmla="*/ 5 w 40"/>
                  <a:gd name="T13" fmla="*/ 54 h 74"/>
                  <a:gd name="T14" fmla="*/ 6 w 40"/>
                  <a:gd name="T15" fmla="*/ 52 h 74"/>
                  <a:gd name="T16" fmla="*/ 40 w 40"/>
                  <a:gd name="T17" fmla="*/ 25 h 74"/>
                  <a:gd name="T18" fmla="*/ 30 w 40"/>
                  <a:gd name="T19" fmla="*/ 3 h 74"/>
                  <a:gd name="T20" fmla="*/ 12 w 40"/>
                  <a:gd name="T2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74">
                    <a:moveTo>
                      <a:pt x="12" y="0"/>
                    </a:moveTo>
                    <a:cubicBezTo>
                      <a:pt x="12" y="0"/>
                      <a:pt x="8" y="5"/>
                      <a:pt x="2" y="11"/>
                    </a:cubicBezTo>
                    <a:cubicBezTo>
                      <a:pt x="2" y="11"/>
                      <a:pt x="8" y="25"/>
                      <a:pt x="9" y="28"/>
                    </a:cubicBezTo>
                    <a:cubicBezTo>
                      <a:pt x="10" y="31"/>
                      <a:pt x="0" y="47"/>
                      <a:pt x="0" y="53"/>
                    </a:cubicBezTo>
                    <a:cubicBezTo>
                      <a:pt x="1" y="59"/>
                      <a:pt x="19" y="74"/>
                      <a:pt x="19" y="74"/>
                    </a:cubicBezTo>
                    <a:cubicBezTo>
                      <a:pt x="13" y="66"/>
                      <a:pt x="8" y="59"/>
                      <a:pt x="7" y="58"/>
                    </a:cubicBezTo>
                    <a:cubicBezTo>
                      <a:pt x="7" y="58"/>
                      <a:pt x="5" y="57"/>
                      <a:pt x="5" y="54"/>
                    </a:cubicBezTo>
                    <a:cubicBezTo>
                      <a:pt x="5" y="54"/>
                      <a:pt x="5" y="53"/>
                      <a:pt x="6" y="52"/>
                    </a:cubicBezTo>
                    <a:cubicBezTo>
                      <a:pt x="9" y="49"/>
                      <a:pt x="40" y="25"/>
                      <a:pt x="40" y="25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6" name="ïŝļiḋê"/>
              <p:cNvSpPr/>
              <p:nvPr/>
            </p:nvSpPr>
            <p:spPr bwMode="auto">
              <a:xfrm>
                <a:off x="5338763" y="2490788"/>
                <a:ext cx="700088" cy="1108075"/>
              </a:xfrm>
              <a:custGeom>
                <a:avLst/>
                <a:gdLst>
                  <a:gd name="T0" fmla="*/ 57 w 105"/>
                  <a:gd name="T1" fmla="*/ 0 h 166"/>
                  <a:gd name="T2" fmla="*/ 67 w 105"/>
                  <a:gd name="T3" fmla="*/ 11 h 166"/>
                  <a:gd name="T4" fmla="*/ 101 w 105"/>
                  <a:gd name="T5" fmla="*/ 54 h 166"/>
                  <a:gd name="T6" fmla="*/ 96 w 105"/>
                  <a:gd name="T7" fmla="*/ 75 h 166"/>
                  <a:gd name="T8" fmla="*/ 24 w 105"/>
                  <a:gd name="T9" fmla="*/ 135 h 166"/>
                  <a:gd name="T10" fmla="*/ 32 w 105"/>
                  <a:gd name="T11" fmla="*/ 151 h 166"/>
                  <a:gd name="T12" fmla="*/ 20 w 105"/>
                  <a:gd name="T13" fmla="*/ 164 h 166"/>
                  <a:gd name="T14" fmla="*/ 9 w 105"/>
                  <a:gd name="T15" fmla="*/ 162 h 166"/>
                  <a:gd name="T16" fmla="*/ 1 w 105"/>
                  <a:gd name="T17" fmla="*/ 142 h 166"/>
                  <a:gd name="T18" fmla="*/ 14 w 105"/>
                  <a:gd name="T19" fmla="*/ 124 h 166"/>
                  <a:gd name="T20" fmla="*/ 50 w 105"/>
                  <a:gd name="T21" fmla="*/ 74 h 166"/>
                  <a:gd name="T22" fmla="*/ 62 w 105"/>
                  <a:gd name="T23" fmla="*/ 58 h 166"/>
                  <a:gd name="T24" fmla="*/ 63 w 105"/>
                  <a:gd name="T25" fmla="*/ 52 h 166"/>
                  <a:gd name="T26" fmla="*/ 29 w 105"/>
                  <a:gd name="T27" fmla="*/ 25 h 166"/>
                  <a:gd name="T28" fmla="*/ 38 w 105"/>
                  <a:gd name="T29" fmla="*/ 3 h 166"/>
                  <a:gd name="T30" fmla="*/ 57 w 105"/>
                  <a:gd name="T31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5" h="166">
                    <a:moveTo>
                      <a:pt x="57" y="0"/>
                    </a:moveTo>
                    <a:cubicBezTo>
                      <a:pt x="57" y="0"/>
                      <a:pt x="61" y="5"/>
                      <a:pt x="67" y="11"/>
                    </a:cubicBezTo>
                    <a:cubicBezTo>
                      <a:pt x="79" y="25"/>
                      <a:pt x="99" y="48"/>
                      <a:pt x="101" y="54"/>
                    </a:cubicBezTo>
                    <a:cubicBezTo>
                      <a:pt x="105" y="62"/>
                      <a:pt x="102" y="69"/>
                      <a:pt x="96" y="75"/>
                    </a:cubicBezTo>
                    <a:cubicBezTo>
                      <a:pt x="91" y="81"/>
                      <a:pt x="24" y="135"/>
                      <a:pt x="24" y="135"/>
                    </a:cubicBezTo>
                    <a:cubicBezTo>
                      <a:pt x="24" y="135"/>
                      <a:pt x="32" y="147"/>
                      <a:pt x="32" y="151"/>
                    </a:cubicBezTo>
                    <a:cubicBezTo>
                      <a:pt x="33" y="155"/>
                      <a:pt x="23" y="163"/>
                      <a:pt x="20" y="164"/>
                    </a:cubicBezTo>
                    <a:cubicBezTo>
                      <a:pt x="17" y="166"/>
                      <a:pt x="12" y="164"/>
                      <a:pt x="9" y="162"/>
                    </a:cubicBezTo>
                    <a:cubicBezTo>
                      <a:pt x="5" y="159"/>
                      <a:pt x="0" y="148"/>
                      <a:pt x="1" y="142"/>
                    </a:cubicBezTo>
                    <a:cubicBezTo>
                      <a:pt x="1" y="136"/>
                      <a:pt x="12" y="130"/>
                      <a:pt x="14" y="124"/>
                    </a:cubicBezTo>
                    <a:cubicBezTo>
                      <a:pt x="15" y="120"/>
                      <a:pt x="36" y="92"/>
                      <a:pt x="50" y="74"/>
                    </a:cubicBezTo>
                    <a:cubicBezTo>
                      <a:pt x="56" y="66"/>
                      <a:pt x="61" y="59"/>
                      <a:pt x="62" y="58"/>
                    </a:cubicBezTo>
                    <a:cubicBezTo>
                      <a:pt x="62" y="58"/>
                      <a:pt x="66" y="55"/>
                      <a:pt x="63" y="52"/>
                    </a:cubicBezTo>
                    <a:cubicBezTo>
                      <a:pt x="60" y="49"/>
                      <a:pt x="29" y="25"/>
                      <a:pt x="29" y="25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7" name="ïṩlîdé"/>
              <p:cNvSpPr/>
              <p:nvPr/>
            </p:nvSpPr>
            <p:spPr bwMode="auto">
              <a:xfrm>
                <a:off x="5532438" y="2490788"/>
                <a:ext cx="266700" cy="493713"/>
              </a:xfrm>
              <a:custGeom>
                <a:avLst/>
                <a:gdLst>
                  <a:gd name="T0" fmla="*/ 28 w 40"/>
                  <a:gd name="T1" fmla="*/ 0 h 74"/>
                  <a:gd name="T2" fmla="*/ 9 w 40"/>
                  <a:gd name="T3" fmla="*/ 3 h 74"/>
                  <a:gd name="T4" fmla="*/ 0 w 40"/>
                  <a:gd name="T5" fmla="*/ 25 h 74"/>
                  <a:gd name="T6" fmla="*/ 34 w 40"/>
                  <a:gd name="T7" fmla="*/ 52 h 74"/>
                  <a:gd name="T8" fmla="*/ 35 w 40"/>
                  <a:gd name="T9" fmla="*/ 54 h 74"/>
                  <a:gd name="T10" fmla="*/ 33 w 40"/>
                  <a:gd name="T11" fmla="*/ 58 h 74"/>
                  <a:gd name="T12" fmla="*/ 21 w 40"/>
                  <a:gd name="T13" fmla="*/ 74 h 74"/>
                  <a:gd name="T14" fmla="*/ 40 w 40"/>
                  <a:gd name="T15" fmla="*/ 53 h 74"/>
                  <a:gd name="T16" fmla="*/ 31 w 40"/>
                  <a:gd name="T17" fmla="*/ 28 h 74"/>
                  <a:gd name="T18" fmla="*/ 38 w 40"/>
                  <a:gd name="T19" fmla="*/ 11 h 74"/>
                  <a:gd name="T20" fmla="*/ 28 w 40"/>
                  <a:gd name="T21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74">
                    <a:moveTo>
                      <a:pt x="28" y="0"/>
                    </a:moveTo>
                    <a:cubicBezTo>
                      <a:pt x="9" y="3"/>
                      <a:pt x="9" y="3"/>
                      <a:pt x="9" y="3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31" y="49"/>
                      <a:pt x="34" y="52"/>
                    </a:cubicBezTo>
                    <a:cubicBezTo>
                      <a:pt x="35" y="53"/>
                      <a:pt x="35" y="54"/>
                      <a:pt x="35" y="54"/>
                    </a:cubicBezTo>
                    <a:cubicBezTo>
                      <a:pt x="35" y="57"/>
                      <a:pt x="33" y="58"/>
                      <a:pt x="33" y="58"/>
                    </a:cubicBezTo>
                    <a:cubicBezTo>
                      <a:pt x="32" y="59"/>
                      <a:pt x="27" y="66"/>
                      <a:pt x="21" y="74"/>
                    </a:cubicBezTo>
                    <a:cubicBezTo>
                      <a:pt x="21" y="74"/>
                      <a:pt x="39" y="59"/>
                      <a:pt x="40" y="53"/>
                    </a:cubicBezTo>
                    <a:cubicBezTo>
                      <a:pt x="40" y="47"/>
                      <a:pt x="30" y="31"/>
                      <a:pt x="31" y="28"/>
                    </a:cubicBezTo>
                    <a:cubicBezTo>
                      <a:pt x="32" y="25"/>
                      <a:pt x="38" y="11"/>
                      <a:pt x="38" y="11"/>
                    </a:cubicBezTo>
                    <a:cubicBezTo>
                      <a:pt x="32" y="5"/>
                      <a:pt x="28" y="0"/>
                      <a:pt x="28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8" name="i$ľíḍé"/>
              <p:cNvSpPr/>
              <p:nvPr/>
            </p:nvSpPr>
            <p:spPr bwMode="auto">
              <a:xfrm>
                <a:off x="4984751" y="1990725"/>
                <a:ext cx="273050" cy="320675"/>
              </a:xfrm>
              <a:custGeom>
                <a:avLst/>
                <a:gdLst>
                  <a:gd name="T0" fmla="*/ 5 w 41"/>
                  <a:gd name="T1" fmla="*/ 8 h 48"/>
                  <a:gd name="T2" fmla="*/ 3 w 41"/>
                  <a:gd name="T3" fmla="*/ 21 h 48"/>
                  <a:gd name="T4" fmla="*/ 0 w 41"/>
                  <a:gd name="T5" fmla="*/ 33 h 48"/>
                  <a:gd name="T6" fmla="*/ 6 w 41"/>
                  <a:gd name="T7" fmla="*/ 45 h 48"/>
                  <a:gd name="T8" fmla="*/ 21 w 41"/>
                  <a:gd name="T9" fmla="*/ 48 h 48"/>
                  <a:gd name="T10" fmla="*/ 41 w 41"/>
                  <a:gd name="T11" fmla="*/ 37 h 48"/>
                  <a:gd name="T12" fmla="*/ 36 w 41"/>
                  <a:gd name="T13" fmla="*/ 18 h 48"/>
                  <a:gd name="T14" fmla="*/ 33 w 41"/>
                  <a:gd name="T15" fmla="*/ 6 h 48"/>
                  <a:gd name="T16" fmla="*/ 5 w 41"/>
                  <a:gd name="T17" fmla="*/ 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48">
                    <a:moveTo>
                      <a:pt x="5" y="8"/>
                    </a:moveTo>
                    <a:cubicBezTo>
                      <a:pt x="5" y="8"/>
                      <a:pt x="5" y="14"/>
                      <a:pt x="3" y="21"/>
                    </a:cubicBezTo>
                    <a:cubicBezTo>
                      <a:pt x="3" y="26"/>
                      <a:pt x="1" y="31"/>
                      <a:pt x="0" y="33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7"/>
                      <a:pt x="38" y="27"/>
                      <a:pt x="36" y="18"/>
                    </a:cubicBezTo>
                    <a:cubicBezTo>
                      <a:pt x="35" y="13"/>
                      <a:pt x="33" y="8"/>
                      <a:pt x="33" y="6"/>
                    </a:cubicBezTo>
                    <a:cubicBezTo>
                      <a:pt x="33" y="0"/>
                      <a:pt x="5" y="8"/>
                      <a:pt x="5" y="8"/>
                    </a:cubicBezTo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9" name="îšľiḑè"/>
              <p:cNvSpPr/>
              <p:nvPr/>
            </p:nvSpPr>
            <p:spPr bwMode="auto">
              <a:xfrm>
                <a:off x="5005388" y="2017713"/>
                <a:ext cx="219075" cy="119063"/>
              </a:xfrm>
              <a:custGeom>
                <a:avLst/>
                <a:gdLst>
                  <a:gd name="T0" fmla="*/ 26 w 33"/>
                  <a:gd name="T1" fmla="*/ 0 h 18"/>
                  <a:gd name="T2" fmla="*/ 2 w 33"/>
                  <a:gd name="T3" fmla="*/ 4 h 18"/>
                  <a:gd name="T4" fmla="*/ 0 w 33"/>
                  <a:gd name="T5" fmla="*/ 17 h 18"/>
                  <a:gd name="T6" fmla="*/ 12 w 33"/>
                  <a:gd name="T7" fmla="*/ 18 h 18"/>
                  <a:gd name="T8" fmla="*/ 30 w 33"/>
                  <a:gd name="T9" fmla="*/ 15 h 18"/>
                  <a:gd name="T10" fmla="*/ 33 w 33"/>
                  <a:gd name="T11" fmla="*/ 14 h 18"/>
                  <a:gd name="T12" fmla="*/ 30 w 33"/>
                  <a:gd name="T13" fmla="*/ 2 h 18"/>
                  <a:gd name="T14" fmla="*/ 26 w 33"/>
                  <a:gd name="T15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18">
                    <a:moveTo>
                      <a:pt x="26" y="0"/>
                    </a:moveTo>
                    <a:cubicBezTo>
                      <a:pt x="18" y="0"/>
                      <a:pt x="2" y="4"/>
                      <a:pt x="2" y="4"/>
                    </a:cubicBezTo>
                    <a:cubicBezTo>
                      <a:pt x="2" y="4"/>
                      <a:pt x="2" y="10"/>
                      <a:pt x="0" y="17"/>
                    </a:cubicBezTo>
                    <a:cubicBezTo>
                      <a:pt x="0" y="17"/>
                      <a:pt x="6" y="18"/>
                      <a:pt x="12" y="18"/>
                    </a:cubicBezTo>
                    <a:cubicBezTo>
                      <a:pt x="18" y="18"/>
                      <a:pt x="25" y="17"/>
                      <a:pt x="30" y="15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2" y="9"/>
                      <a:pt x="30" y="4"/>
                      <a:pt x="30" y="2"/>
                    </a:cubicBezTo>
                    <a:cubicBezTo>
                      <a:pt x="30" y="0"/>
                      <a:pt x="28" y="0"/>
                      <a:pt x="26" y="0"/>
                    </a:cubicBezTo>
                  </a:path>
                </a:pathLst>
              </a:custGeom>
              <a:solidFill>
                <a:srgbClr val="D89B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0" name="iślïḓé"/>
              <p:cNvSpPr/>
              <p:nvPr/>
            </p:nvSpPr>
            <p:spPr bwMode="auto">
              <a:xfrm>
                <a:off x="4476751" y="2157413"/>
                <a:ext cx="1289050" cy="1228725"/>
              </a:xfrm>
              <a:custGeom>
                <a:avLst/>
                <a:gdLst>
                  <a:gd name="T0" fmla="*/ 77 w 193"/>
                  <a:gd name="T1" fmla="*/ 1 h 184"/>
                  <a:gd name="T2" fmla="*/ 44 w 193"/>
                  <a:gd name="T3" fmla="*/ 9 h 184"/>
                  <a:gd name="T4" fmla="*/ 0 w 193"/>
                  <a:gd name="T5" fmla="*/ 49 h 184"/>
                  <a:gd name="T6" fmla="*/ 31 w 193"/>
                  <a:gd name="T7" fmla="*/ 82 h 184"/>
                  <a:gd name="T8" fmla="*/ 40 w 193"/>
                  <a:gd name="T9" fmla="*/ 77 h 184"/>
                  <a:gd name="T10" fmla="*/ 44 w 193"/>
                  <a:gd name="T11" fmla="*/ 121 h 184"/>
                  <a:gd name="T12" fmla="*/ 55 w 193"/>
                  <a:gd name="T13" fmla="*/ 164 h 184"/>
                  <a:gd name="T14" fmla="*/ 58 w 193"/>
                  <a:gd name="T15" fmla="*/ 176 h 184"/>
                  <a:gd name="T16" fmla="*/ 90 w 193"/>
                  <a:gd name="T17" fmla="*/ 184 h 184"/>
                  <a:gd name="T18" fmla="*/ 131 w 193"/>
                  <a:gd name="T19" fmla="*/ 179 h 184"/>
                  <a:gd name="T20" fmla="*/ 137 w 193"/>
                  <a:gd name="T21" fmla="*/ 160 h 184"/>
                  <a:gd name="T22" fmla="*/ 143 w 193"/>
                  <a:gd name="T23" fmla="*/ 120 h 184"/>
                  <a:gd name="T24" fmla="*/ 147 w 193"/>
                  <a:gd name="T25" fmla="*/ 73 h 184"/>
                  <a:gd name="T26" fmla="*/ 162 w 193"/>
                  <a:gd name="T27" fmla="*/ 81 h 184"/>
                  <a:gd name="T28" fmla="*/ 192 w 193"/>
                  <a:gd name="T29" fmla="*/ 50 h 184"/>
                  <a:gd name="T30" fmla="*/ 190 w 193"/>
                  <a:gd name="T31" fmla="*/ 42 h 184"/>
                  <a:gd name="T32" fmla="*/ 150 w 193"/>
                  <a:gd name="T33" fmla="*/ 7 h 184"/>
                  <a:gd name="T34" fmla="*/ 114 w 193"/>
                  <a:gd name="T35" fmla="*/ 0 h 184"/>
                  <a:gd name="T36" fmla="*/ 98 w 193"/>
                  <a:gd name="T37" fmla="*/ 15 h 184"/>
                  <a:gd name="T38" fmla="*/ 77 w 193"/>
                  <a:gd name="T39" fmla="*/ 1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93" h="184">
                    <a:moveTo>
                      <a:pt x="77" y="1"/>
                    </a:moveTo>
                    <a:cubicBezTo>
                      <a:pt x="77" y="1"/>
                      <a:pt x="62" y="3"/>
                      <a:pt x="44" y="9"/>
                    </a:cubicBezTo>
                    <a:cubicBezTo>
                      <a:pt x="26" y="14"/>
                      <a:pt x="0" y="46"/>
                      <a:pt x="0" y="49"/>
                    </a:cubicBezTo>
                    <a:cubicBezTo>
                      <a:pt x="0" y="51"/>
                      <a:pt x="29" y="81"/>
                      <a:pt x="31" y="82"/>
                    </a:cubicBezTo>
                    <a:cubicBezTo>
                      <a:pt x="32" y="83"/>
                      <a:pt x="40" y="77"/>
                      <a:pt x="40" y="77"/>
                    </a:cubicBezTo>
                    <a:cubicBezTo>
                      <a:pt x="40" y="77"/>
                      <a:pt x="44" y="112"/>
                      <a:pt x="44" y="121"/>
                    </a:cubicBezTo>
                    <a:cubicBezTo>
                      <a:pt x="44" y="130"/>
                      <a:pt x="54" y="158"/>
                      <a:pt x="55" y="164"/>
                    </a:cubicBezTo>
                    <a:cubicBezTo>
                      <a:pt x="55" y="171"/>
                      <a:pt x="58" y="176"/>
                      <a:pt x="58" y="176"/>
                    </a:cubicBezTo>
                    <a:cubicBezTo>
                      <a:pt x="58" y="176"/>
                      <a:pt x="57" y="184"/>
                      <a:pt x="90" y="184"/>
                    </a:cubicBezTo>
                    <a:cubicBezTo>
                      <a:pt x="122" y="183"/>
                      <a:pt x="131" y="179"/>
                      <a:pt x="131" y="179"/>
                    </a:cubicBezTo>
                    <a:cubicBezTo>
                      <a:pt x="131" y="179"/>
                      <a:pt x="137" y="162"/>
                      <a:pt x="137" y="160"/>
                    </a:cubicBezTo>
                    <a:cubicBezTo>
                      <a:pt x="138" y="158"/>
                      <a:pt x="143" y="121"/>
                      <a:pt x="143" y="120"/>
                    </a:cubicBezTo>
                    <a:cubicBezTo>
                      <a:pt x="143" y="118"/>
                      <a:pt x="146" y="74"/>
                      <a:pt x="147" y="73"/>
                    </a:cubicBezTo>
                    <a:cubicBezTo>
                      <a:pt x="147" y="71"/>
                      <a:pt x="162" y="81"/>
                      <a:pt x="162" y="81"/>
                    </a:cubicBezTo>
                    <a:cubicBezTo>
                      <a:pt x="162" y="81"/>
                      <a:pt x="185" y="74"/>
                      <a:pt x="192" y="50"/>
                    </a:cubicBezTo>
                    <a:cubicBezTo>
                      <a:pt x="192" y="50"/>
                      <a:pt x="193" y="46"/>
                      <a:pt x="190" y="42"/>
                    </a:cubicBezTo>
                    <a:cubicBezTo>
                      <a:pt x="187" y="37"/>
                      <a:pt x="158" y="11"/>
                      <a:pt x="150" y="7"/>
                    </a:cubicBezTo>
                    <a:cubicBezTo>
                      <a:pt x="143" y="4"/>
                      <a:pt x="128" y="1"/>
                      <a:pt x="114" y="0"/>
                    </a:cubicBezTo>
                    <a:cubicBezTo>
                      <a:pt x="114" y="0"/>
                      <a:pt x="116" y="14"/>
                      <a:pt x="98" y="15"/>
                    </a:cubicBezTo>
                    <a:cubicBezTo>
                      <a:pt x="80" y="16"/>
                      <a:pt x="77" y="1"/>
                      <a:pt x="77" y="1"/>
                    </a:cubicBezTo>
                    <a:close/>
                  </a:path>
                </a:pathLst>
              </a:custGeom>
              <a:solidFill>
                <a:srgbClr val="75CA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1" name="i$lîḍé"/>
              <p:cNvSpPr/>
              <p:nvPr/>
            </p:nvSpPr>
            <p:spPr bwMode="auto">
              <a:xfrm>
                <a:off x="4964113" y="2584450"/>
                <a:ext cx="293688" cy="493713"/>
              </a:xfrm>
              <a:custGeom>
                <a:avLst/>
                <a:gdLst>
                  <a:gd name="T0" fmla="*/ 185 w 185"/>
                  <a:gd name="T1" fmla="*/ 311 h 311"/>
                  <a:gd name="T2" fmla="*/ 0 w 185"/>
                  <a:gd name="T3" fmla="*/ 311 h 311"/>
                  <a:gd name="T4" fmla="*/ 0 w 185"/>
                  <a:gd name="T5" fmla="*/ 0 h 311"/>
                  <a:gd name="T6" fmla="*/ 185 w 185"/>
                  <a:gd name="T7" fmla="*/ 0 h 311"/>
                  <a:gd name="T8" fmla="*/ 185 w 185"/>
                  <a:gd name="T9" fmla="*/ 67 h 311"/>
                  <a:gd name="T10" fmla="*/ 84 w 185"/>
                  <a:gd name="T11" fmla="*/ 67 h 311"/>
                  <a:gd name="T12" fmla="*/ 84 w 185"/>
                  <a:gd name="T13" fmla="*/ 118 h 311"/>
                  <a:gd name="T14" fmla="*/ 177 w 185"/>
                  <a:gd name="T15" fmla="*/ 118 h 311"/>
                  <a:gd name="T16" fmla="*/ 177 w 185"/>
                  <a:gd name="T17" fmla="*/ 185 h 311"/>
                  <a:gd name="T18" fmla="*/ 84 w 185"/>
                  <a:gd name="T19" fmla="*/ 185 h 311"/>
                  <a:gd name="T20" fmla="*/ 84 w 185"/>
                  <a:gd name="T21" fmla="*/ 244 h 311"/>
                  <a:gd name="T22" fmla="*/ 185 w 185"/>
                  <a:gd name="T23" fmla="*/ 244 h 311"/>
                  <a:gd name="T24" fmla="*/ 185 w 185"/>
                  <a:gd name="T25" fmla="*/ 311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5" h="311">
                    <a:moveTo>
                      <a:pt x="185" y="311"/>
                    </a:moveTo>
                    <a:lnTo>
                      <a:pt x="0" y="311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67"/>
                    </a:lnTo>
                    <a:lnTo>
                      <a:pt x="84" y="67"/>
                    </a:lnTo>
                    <a:lnTo>
                      <a:pt x="84" y="118"/>
                    </a:lnTo>
                    <a:lnTo>
                      <a:pt x="177" y="118"/>
                    </a:lnTo>
                    <a:lnTo>
                      <a:pt x="177" y="185"/>
                    </a:lnTo>
                    <a:lnTo>
                      <a:pt x="84" y="185"/>
                    </a:lnTo>
                    <a:lnTo>
                      <a:pt x="84" y="244"/>
                    </a:lnTo>
                    <a:lnTo>
                      <a:pt x="185" y="244"/>
                    </a:lnTo>
                    <a:lnTo>
                      <a:pt x="185" y="3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2" name="îŝlïďé"/>
              <p:cNvSpPr/>
              <p:nvPr/>
            </p:nvSpPr>
            <p:spPr bwMode="auto">
              <a:xfrm>
                <a:off x="4957763" y="3886200"/>
                <a:ext cx="153988" cy="920750"/>
              </a:xfrm>
              <a:custGeom>
                <a:avLst/>
                <a:gdLst>
                  <a:gd name="T0" fmla="*/ 23 w 23"/>
                  <a:gd name="T1" fmla="*/ 0 h 138"/>
                  <a:gd name="T2" fmla="*/ 4 w 23"/>
                  <a:gd name="T3" fmla="*/ 40 h 138"/>
                  <a:gd name="T4" fmla="*/ 0 w 23"/>
                  <a:gd name="T5" fmla="*/ 138 h 138"/>
                  <a:gd name="T6" fmla="*/ 9 w 23"/>
                  <a:gd name="T7" fmla="*/ 76 h 138"/>
                  <a:gd name="T8" fmla="*/ 23 w 23"/>
                  <a:gd name="T9" fmla="*/ 0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138">
                    <a:moveTo>
                      <a:pt x="23" y="0"/>
                    </a:moveTo>
                    <a:cubicBezTo>
                      <a:pt x="23" y="0"/>
                      <a:pt x="7" y="24"/>
                      <a:pt x="4" y="40"/>
                    </a:cubicBezTo>
                    <a:cubicBezTo>
                      <a:pt x="0" y="57"/>
                      <a:pt x="0" y="138"/>
                      <a:pt x="0" y="138"/>
                    </a:cubicBezTo>
                    <a:cubicBezTo>
                      <a:pt x="3" y="123"/>
                      <a:pt x="9" y="91"/>
                      <a:pt x="9" y="76"/>
                    </a:cubicBezTo>
                    <a:cubicBezTo>
                      <a:pt x="10" y="62"/>
                      <a:pt x="23" y="0"/>
                      <a:pt x="23" y="0"/>
                    </a:cubicBezTo>
                  </a:path>
                </a:pathLst>
              </a:custGeom>
              <a:solidFill>
                <a:srgbClr val="2651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3" name="íṧ1îďe"/>
              <p:cNvSpPr/>
              <p:nvPr/>
            </p:nvSpPr>
            <p:spPr bwMode="auto">
              <a:xfrm>
                <a:off x="4797426" y="1522413"/>
                <a:ext cx="106363" cy="141288"/>
              </a:xfrm>
              <a:custGeom>
                <a:avLst/>
                <a:gdLst>
                  <a:gd name="T0" fmla="*/ 14 w 16"/>
                  <a:gd name="T1" fmla="*/ 5 h 21"/>
                  <a:gd name="T2" fmla="*/ 6 w 16"/>
                  <a:gd name="T3" fmla="*/ 1 h 21"/>
                  <a:gd name="T4" fmla="*/ 3 w 16"/>
                  <a:gd name="T5" fmla="*/ 14 h 21"/>
                  <a:gd name="T6" fmla="*/ 16 w 16"/>
                  <a:gd name="T7" fmla="*/ 21 h 21"/>
                  <a:gd name="T8" fmla="*/ 14 w 16"/>
                  <a:gd name="T9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1">
                    <a:moveTo>
                      <a:pt x="14" y="5"/>
                    </a:moveTo>
                    <a:cubicBezTo>
                      <a:pt x="14" y="5"/>
                      <a:pt x="9" y="0"/>
                      <a:pt x="6" y="1"/>
                    </a:cubicBezTo>
                    <a:cubicBezTo>
                      <a:pt x="3" y="1"/>
                      <a:pt x="0" y="10"/>
                      <a:pt x="3" y="14"/>
                    </a:cubicBezTo>
                    <a:cubicBezTo>
                      <a:pt x="7" y="18"/>
                      <a:pt x="16" y="21"/>
                      <a:pt x="16" y="21"/>
                    </a:cubicBez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4" name="ísľîdè"/>
              <p:cNvSpPr/>
              <p:nvPr/>
            </p:nvSpPr>
            <p:spPr bwMode="auto">
              <a:xfrm>
                <a:off x="5305426" y="1522413"/>
                <a:ext cx="100013" cy="141288"/>
              </a:xfrm>
              <a:custGeom>
                <a:avLst/>
                <a:gdLst>
                  <a:gd name="T0" fmla="*/ 2 w 15"/>
                  <a:gd name="T1" fmla="*/ 5 h 21"/>
                  <a:gd name="T2" fmla="*/ 9 w 15"/>
                  <a:gd name="T3" fmla="*/ 1 h 21"/>
                  <a:gd name="T4" fmla="*/ 12 w 15"/>
                  <a:gd name="T5" fmla="*/ 14 h 21"/>
                  <a:gd name="T6" fmla="*/ 0 w 15"/>
                  <a:gd name="T7" fmla="*/ 21 h 21"/>
                  <a:gd name="T8" fmla="*/ 2 w 15"/>
                  <a:gd name="T9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1">
                    <a:moveTo>
                      <a:pt x="2" y="5"/>
                    </a:moveTo>
                    <a:cubicBezTo>
                      <a:pt x="2" y="5"/>
                      <a:pt x="6" y="0"/>
                      <a:pt x="9" y="1"/>
                    </a:cubicBezTo>
                    <a:cubicBezTo>
                      <a:pt x="13" y="1"/>
                      <a:pt x="15" y="10"/>
                      <a:pt x="12" y="14"/>
                    </a:cubicBezTo>
                    <a:cubicBezTo>
                      <a:pt x="9" y="18"/>
                      <a:pt x="0" y="21"/>
                      <a:pt x="0" y="21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5" name="ïṣ1ídê"/>
              <p:cNvSpPr/>
              <p:nvPr/>
            </p:nvSpPr>
            <p:spPr bwMode="auto">
              <a:xfrm>
                <a:off x="4897438" y="1382713"/>
                <a:ext cx="401638" cy="441325"/>
              </a:xfrm>
              <a:custGeom>
                <a:avLst/>
                <a:gdLst>
                  <a:gd name="T0" fmla="*/ 0 w 253"/>
                  <a:gd name="T1" fmla="*/ 59 h 278"/>
                  <a:gd name="T2" fmla="*/ 13 w 253"/>
                  <a:gd name="T3" fmla="*/ 202 h 278"/>
                  <a:gd name="T4" fmla="*/ 80 w 253"/>
                  <a:gd name="T5" fmla="*/ 269 h 278"/>
                  <a:gd name="T6" fmla="*/ 181 w 253"/>
                  <a:gd name="T7" fmla="*/ 278 h 278"/>
                  <a:gd name="T8" fmla="*/ 244 w 253"/>
                  <a:gd name="T9" fmla="*/ 194 h 278"/>
                  <a:gd name="T10" fmla="*/ 253 w 253"/>
                  <a:gd name="T11" fmla="*/ 76 h 278"/>
                  <a:gd name="T12" fmla="*/ 198 w 253"/>
                  <a:gd name="T13" fmla="*/ 4 h 278"/>
                  <a:gd name="T14" fmla="*/ 97 w 253"/>
                  <a:gd name="T15" fmla="*/ 0 h 278"/>
                  <a:gd name="T16" fmla="*/ 0 w 253"/>
                  <a:gd name="T17" fmla="*/ 59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3" h="278">
                    <a:moveTo>
                      <a:pt x="0" y="59"/>
                    </a:moveTo>
                    <a:lnTo>
                      <a:pt x="13" y="202"/>
                    </a:lnTo>
                    <a:lnTo>
                      <a:pt x="80" y="269"/>
                    </a:lnTo>
                    <a:lnTo>
                      <a:pt x="181" y="278"/>
                    </a:lnTo>
                    <a:lnTo>
                      <a:pt x="244" y="194"/>
                    </a:lnTo>
                    <a:lnTo>
                      <a:pt x="253" y="76"/>
                    </a:lnTo>
                    <a:lnTo>
                      <a:pt x="198" y="4"/>
                    </a:lnTo>
                    <a:lnTo>
                      <a:pt x="97" y="0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FFB5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6" name="íṧḷîḍê"/>
              <p:cNvSpPr/>
              <p:nvPr/>
            </p:nvSpPr>
            <p:spPr bwMode="auto">
              <a:xfrm>
                <a:off x="4857751" y="1270000"/>
                <a:ext cx="474663" cy="312738"/>
              </a:xfrm>
              <a:custGeom>
                <a:avLst/>
                <a:gdLst>
                  <a:gd name="T0" fmla="*/ 1 w 71"/>
                  <a:gd name="T1" fmla="*/ 39 h 47"/>
                  <a:gd name="T2" fmla="*/ 2 w 71"/>
                  <a:gd name="T3" fmla="*/ 20 h 47"/>
                  <a:gd name="T4" fmla="*/ 29 w 71"/>
                  <a:gd name="T5" fmla="*/ 3 h 47"/>
                  <a:gd name="T6" fmla="*/ 46 w 71"/>
                  <a:gd name="T7" fmla="*/ 4 h 47"/>
                  <a:gd name="T8" fmla="*/ 64 w 71"/>
                  <a:gd name="T9" fmla="*/ 15 h 47"/>
                  <a:gd name="T10" fmla="*/ 68 w 71"/>
                  <a:gd name="T11" fmla="*/ 31 h 47"/>
                  <a:gd name="T12" fmla="*/ 71 w 71"/>
                  <a:gd name="T13" fmla="*/ 41 h 47"/>
                  <a:gd name="T14" fmla="*/ 69 w 71"/>
                  <a:gd name="T15" fmla="*/ 43 h 47"/>
                  <a:gd name="T16" fmla="*/ 68 w 71"/>
                  <a:gd name="T17" fmla="*/ 47 h 47"/>
                  <a:gd name="T18" fmla="*/ 65 w 71"/>
                  <a:gd name="T19" fmla="*/ 46 h 47"/>
                  <a:gd name="T20" fmla="*/ 62 w 71"/>
                  <a:gd name="T21" fmla="*/ 41 h 47"/>
                  <a:gd name="T22" fmla="*/ 58 w 71"/>
                  <a:gd name="T23" fmla="*/ 32 h 47"/>
                  <a:gd name="T24" fmla="*/ 48 w 71"/>
                  <a:gd name="T25" fmla="*/ 26 h 47"/>
                  <a:gd name="T26" fmla="*/ 38 w 71"/>
                  <a:gd name="T27" fmla="*/ 26 h 47"/>
                  <a:gd name="T28" fmla="*/ 22 w 71"/>
                  <a:gd name="T29" fmla="*/ 31 h 47"/>
                  <a:gd name="T30" fmla="*/ 11 w 71"/>
                  <a:gd name="T31" fmla="*/ 36 h 47"/>
                  <a:gd name="T32" fmla="*/ 7 w 71"/>
                  <a:gd name="T33" fmla="*/ 44 h 47"/>
                  <a:gd name="T34" fmla="*/ 7 w 71"/>
                  <a:gd name="T35" fmla="*/ 45 h 47"/>
                  <a:gd name="T36" fmla="*/ 5 w 71"/>
                  <a:gd name="T37" fmla="*/ 45 h 47"/>
                  <a:gd name="T38" fmla="*/ 5 w 71"/>
                  <a:gd name="T39" fmla="*/ 43 h 47"/>
                  <a:gd name="T40" fmla="*/ 1 w 71"/>
                  <a:gd name="T41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1" h="47">
                    <a:moveTo>
                      <a:pt x="1" y="39"/>
                    </a:moveTo>
                    <a:cubicBezTo>
                      <a:pt x="1" y="39"/>
                      <a:pt x="0" y="25"/>
                      <a:pt x="2" y="20"/>
                    </a:cubicBezTo>
                    <a:cubicBezTo>
                      <a:pt x="5" y="16"/>
                      <a:pt x="23" y="6"/>
                      <a:pt x="29" y="3"/>
                    </a:cubicBezTo>
                    <a:cubicBezTo>
                      <a:pt x="34" y="0"/>
                      <a:pt x="38" y="0"/>
                      <a:pt x="46" y="4"/>
                    </a:cubicBezTo>
                    <a:cubicBezTo>
                      <a:pt x="55" y="7"/>
                      <a:pt x="62" y="12"/>
                      <a:pt x="64" y="15"/>
                    </a:cubicBezTo>
                    <a:cubicBezTo>
                      <a:pt x="67" y="19"/>
                      <a:pt x="68" y="29"/>
                      <a:pt x="68" y="31"/>
                    </a:cubicBezTo>
                    <a:cubicBezTo>
                      <a:pt x="68" y="33"/>
                      <a:pt x="71" y="41"/>
                      <a:pt x="71" y="41"/>
                    </a:cubicBezTo>
                    <a:cubicBezTo>
                      <a:pt x="69" y="43"/>
                      <a:pt x="69" y="43"/>
                      <a:pt x="69" y="43"/>
                    </a:cubicBezTo>
                    <a:cubicBezTo>
                      <a:pt x="68" y="47"/>
                      <a:pt x="68" y="47"/>
                      <a:pt x="68" y="47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6"/>
                      <a:pt x="63" y="45"/>
                      <a:pt x="62" y="41"/>
                    </a:cubicBezTo>
                    <a:cubicBezTo>
                      <a:pt x="62" y="38"/>
                      <a:pt x="60" y="33"/>
                      <a:pt x="58" y="32"/>
                    </a:cubicBezTo>
                    <a:cubicBezTo>
                      <a:pt x="55" y="30"/>
                      <a:pt x="49" y="26"/>
                      <a:pt x="48" y="26"/>
                    </a:cubicBezTo>
                    <a:cubicBezTo>
                      <a:pt x="46" y="25"/>
                      <a:pt x="39" y="25"/>
                      <a:pt x="38" y="26"/>
                    </a:cubicBezTo>
                    <a:cubicBezTo>
                      <a:pt x="36" y="26"/>
                      <a:pt x="28" y="31"/>
                      <a:pt x="22" y="31"/>
                    </a:cubicBezTo>
                    <a:cubicBezTo>
                      <a:pt x="16" y="31"/>
                      <a:pt x="13" y="34"/>
                      <a:pt x="11" y="36"/>
                    </a:cubicBezTo>
                    <a:cubicBezTo>
                      <a:pt x="9" y="37"/>
                      <a:pt x="7" y="44"/>
                      <a:pt x="7" y="44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2" y="40"/>
                      <a:pt x="1" y="39"/>
                    </a:cubicBez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7" name="íṥḷïḑé"/>
              <p:cNvSpPr/>
              <p:nvPr/>
            </p:nvSpPr>
            <p:spPr bwMode="auto">
              <a:xfrm>
                <a:off x="4864101" y="1555750"/>
                <a:ext cx="474663" cy="528638"/>
              </a:xfrm>
              <a:custGeom>
                <a:avLst/>
                <a:gdLst>
                  <a:gd name="T0" fmla="*/ 2 w 71"/>
                  <a:gd name="T1" fmla="*/ 15 h 79"/>
                  <a:gd name="T2" fmla="*/ 2 w 71"/>
                  <a:gd name="T3" fmla="*/ 26 h 79"/>
                  <a:gd name="T4" fmla="*/ 0 w 71"/>
                  <a:gd name="T5" fmla="*/ 42 h 79"/>
                  <a:gd name="T6" fmla="*/ 5 w 71"/>
                  <a:gd name="T7" fmla="*/ 61 h 79"/>
                  <a:gd name="T8" fmla="*/ 9 w 71"/>
                  <a:gd name="T9" fmla="*/ 74 h 79"/>
                  <a:gd name="T10" fmla="*/ 23 w 71"/>
                  <a:gd name="T11" fmla="*/ 77 h 79"/>
                  <a:gd name="T12" fmla="*/ 33 w 71"/>
                  <a:gd name="T13" fmla="*/ 76 h 79"/>
                  <a:gd name="T14" fmla="*/ 43 w 71"/>
                  <a:gd name="T15" fmla="*/ 78 h 79"/>
                  <a:gd name="T16" fmla="*/ 66 w 71"/>
                  <a:gd name="T17" fmla="*/ 66 h 79"/>
                  <a:gd name="T18" fmla="*/ 69 w 71"/>
                  <a:gd name="T19" fmla="*/ 32 h 79"/>
                  <a:gd name="T20" fmla="*/ 67 w 71"/>
                  <a:gd name="T21" fmla="*/ 16 h 79"/>
                  <a:gd name="T22" fmla="*/ 65 w 71"/>
                  <a:gd name="T23" fmla="*/ 17 h 79"/>
                  <a:gd name="T24" fmla="*/ 67 w 71"/>
                  <a:gd name="T25" fmla="*/ 3 h 79"/>
                  <a:gd name="T26" fmla="*/ 66 w 71"/>
                  <a:gd name="T27" fmla="*/ 1 h 79"/>
                  <a:gd name="T28" fmla="*/ 63 w 71"/>
                  <a:gd name="T29" fmla="*/ 1 h 79"/>
                  <a:gd name="T30" fmla="*/ 62 w 71"/>
                  <a:gd name="T31" fmla="*/ 12 h 79"/>
                  <a:gd name="T32" fmla="*/ 54 w 71"/>
                  <a:gd name="T33" fmla="*/ 23 h 79"/>
                  <a:gd name="T34" fmla="*/ 40 w 71"/>
                  <a:gd name="T35" fmla="*/ 31 h 79"/>
                  <a:gd name="T36" fmla="*/ 22 w 71"/>
                  <a:gd name="T37" fmla="*/ 27 h 79"/>
                  <a:gd name="T38" fmla="*/ 11 w 71"/>
                  <a:gd name="T39" fmla="*/ 18 h 79"/>
                  <a:gd name="T40" fmla="*/ 7 w 71"/>
                  <a:gd name="T41" fmla="*/ 10 h 79"/>
                  <a:gd name="T42" fmla="*/ 6 w 71"/>
                  <a:gd name="T43" fmla="*/ 1 h 79"/>
                  <a:gd name="T44" fmla="*/ 4 w 71"/>
                  <a:gd name="T45" fmla="*/ 0 h 79"/>
                  <a:gd name="T46" fmla="*/ 6 w 71"/>
                  <a:gd name="T47" fmla="*/ 16 h 79"/>
                  <a:gd name="T48" fmla="*/ 2 w 71"/>
                  <a:gd name="T49" fmla="*/ 15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1" h="79">
                    <a:moveTo>
                      <a:pt x="2" y="15"/>
                    </a:moveTo>
                    <a:cubicBezTo>
                      <a:pt x="2" y="15"/>
                      <a:pt x="3" y="24"/>
                      <a:pt x="2" y="26"/>
                    </a:cubicBezTo>
                    <a:cubicBezTo>
                      <a:pt x="1" y="28"/>
                      <a:pt x="0" y="37"/>
                      <a:pt x="0" y="42"/>
                    </a:cubicBezTo>
                    <a:cubicBezTo>
                      <a:pt x="1" y="47"/>
                      <a:pt x="5" y="56"/>
                      <a:pt x="5" y="61"/>
                    </a:cubicBezTo>
                    <a:cubicBezTo>
                      <a:pt x="5" y="66"/>
                      <a:pt x="7" y="72"/>
                      <a:pt x="9" y="74"/>
                    </a:cubicBezTo>
                    <a:cubicBezTo>
                      <a:pt x="12" y="75"/>
                      <a:pt x="20" y="78"/>
                      <a:pt x="23" y="77"/>
                    </a:cubicBezTo>
                    <a:cubicBezTo>
                      <a:pt x="27" y="76"/>
                      <a:pt x="30" y="76"/>
                      <a:pt x="33" y="76"/>
                    </a:cubicBezTo>
                    <a:cubicBezTo>
                      <a:pt x="36" y="77"/>
                      <a:pt x="39" y="79"/>
                      <a:pt x="43" y="78"/>
                    </a:cubicBezTo>
                    <a:cubicBezTo>
                      <a:pt x="47" y="77"/>
                      <a:pt x="61" y="77"/>
                      <a:pt x="66" y="66"/>
                    </a:cubicBezTo>
                    <a:cubicBezTo>
                      <a:pt x="71" y="54"/>
                      <a:pt x="70" y="37"/>
                      <a:pt x="69" y="32"/>
                    </a:cubicBezTo>
                    <a:cubicBezTo>
                      <a:pt x="68" y="27"/>
                      <a:pt x="67" y="16"/>
                      <a:pt x="67" y="16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7" y="3"/>
                      <a:pt x="67" y="3"/>
                      <a:pt x="67" y="3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3" y="1"/>
                      <a:pt x="63" y="1"/>
                      <a:pt x="63" y="1"/>
                    </a:cubicBezTo>
                    <a:cubicBezTo>
                      <a:pt x="63" y="1"/>
                      <a:pt x="63" y="11"/>
                      <a:pt x="62" y="12"/>
                    </a:cubicBezTo>
                    <a:cubicBezTo>
                      <a:pt x="62" y="13"/>
                      <a:pt x="57" y="22"/>
                      <a:pt x="54" y="23"/>
                    </a:cubicBezTo>
                    <a:cubicBezTo>
                      <a:pt x="52" y="25"/>
                      <a:pt x="46" y="30"/>
                      <a:pt x="40" y="31"/>
                    </a:cubicBezTo>
                    <a:cubicBezTo>
                      <a:pt x="34" y="32"/>
                      <a:pt x="26" y="30"/>
                      <a:pt x="22" y="27"/>
                    </a:cubicBezTo>
                    <a:cubicBezTo>
                      <a:pt x="17" y="24"/>
                      <a:pt x="12" y="20"/>
                      <a:pt x="11" y="18"/>
                    </a:cubicBezTo>
                    <a:cubicBezTo>
                      <a:pt x="9" y="15"/>
                      <a:pt x="7" y="10"/>
                      <a:pt x="7" y="1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16"/>
                      <a:pt x="6" y="16"/>
                      <a:pt x="6" y="16"/>
                    </a:cubicBezTo>
                    <a:lnTo>
                      <a:pt x="2" y="15"/>
                    </a:lnTo>
                    <a:close/>
                  </a:path>
                </a:pathLst>
              </a:custGeom>
              <a:solidFill>
                <a:srgbClr val="1E43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8" name="íṧḻïḓê"/>
              <p:cNvSpPr/>
              <p:nvPr/>
            </p:nvSpPr>
            <p:spPr bwMode="auto">
              <a:xfrm>
                <a:off x="5057776" y="1530350"/>
                <a:ext cx="80963" cy="200025"/>
              </a:xfrm>
              <a:custGeom>
                <a:avLst/>
                <a:gdLst>
                  <a:gd name="T0" fmla="*/ 4 w 12"/>
                  <a:gd name="T1" fmla="*/ 3 h 30"/>
                  <a:gd name="T2" fmla="*/ 2 w 12"/>
                  <a:gd name="T3" fmla="*/ 28 h 30"/>
                  <a:gd name="T4" fmla="*/ 12 w 12"/>
                  <a:gd name="T5" fmla="*/ 28 h 30"/>
                  <a:gd name="T6" fmla="*/ 10 w 12"/>
                  <a:gd name="T7" fmla="*/ 3 h 30"/>
                  <a:gd name="T8" fmla="*/ 4 w 12"/>
                  <a:gd name="T9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30">
                    <a:moveTo>
                      <a:pt x="4" y="3"/>
                    </a:moveTo>
                    <a:cubicBezTo>
                      <a:pt x="4" y="3"/>
                      <a:pt x="0" y="28"/>
                      <a:pt x="2" y="28"/>
                    </a:cubicBezTo>
                    <a:cubicBezTo>
                      <a:pt x="3" y="29"/>
                      <a:pt x="9" y="30"/>
                      <a:pt x="12" y="28"/>
                    </a:cubicBezTo>
                    <a:cubicBezTo>
                      <a:pt x="12" y="28"/>
                      <a:pt x="11" y="9"/>
                      <a:pt x="10" y="3"/>
                    </a:cubicBezTo>
                    <a:cubicBezTo>
                      <a:pt x="10" y="3"/>
                      <a:pt x="7" y="0"/>
                      <a:pt x="4" y="3"/>
                    </a:cubicBezTo>
                    <a:close/>
                  </a:path>
                </a:pathLst>
              </a:custGeom>
              <a:solidFill>
                <a:srgbClr val="DD9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grpSp>
        <p:nvGrpSpPr>
          <p:cNvPr id="552" name="组合 551"/>
          <p:cNvGrpSpPr/>
          <p:nvPr/>
        </p:nvGrpSpPr>
        <p:grpSpPr>
          <a:xfrm>
            <a:off x="2863" y="-8255"/>
            <a:ext cx="2439698" cy="6874510"/>
            <a:chOff x="-13425" y="0"/>
            <a:chExt cx="2439698" cy="6874510"/>
          </a:xfrm>
        </p:grpSpPr>
        <p:sp>
          <p:nvSpPr>
            <p:cNvPr id="4" name="矩形 3"/>
            <p:cNvSpPr/>
            <p:nvPr/>
          </p:nvSpPr>
          <p:spPr>
            <a:xfrm>
              <a:off x="-13425" y="0"/>
              <a:ext cx="2439698" cy="687451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67383" y="2508569"/>
              <a:ext cx="2022074" cy="5835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en-US" sz="32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ADLaM Display" panose="02010000000000000000" pitchFamily="2" charset="0"/>
                </a:rPr>
                <a:t>项目背景</a:t>
              </a:r>
              <a:endParaRPr lang="zh-CN" alt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</p:txBody>
        </p:sp>
        <p:grpSp>
          <p:nvGrpSpPr>
            <p:cNvPr id="289" name="组合 28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281577" y="4846292"/>
              <a:ext cx="1814870" cy="1388868"/>
              <a:chOff x="3041650" y="984250"/>
              <a:chExt cx="6138863" cy="4883150"/>
            </a:xfrm>
          </p:grpSpPr>
          <p:sp>
            <p:nvSpPr>
              <p:cNvPr id="290" name="îśḻíḍé"/>
              <p:cNvSpPr/>
              <p:nvPr/>
            </p:nvSpPr>
            <p:spPr bwMode="auto">
              <a:xfrm>
                <a:off x="3041650" y="5264150"/>
                <a:ext cx="6115050" cy="603250"/>
              </a:xfrm>
              <a:prstGeom prst="ellipse">
                <a:avLst/>
              </a:prstGeom>
              <a:solidFill>
                <a:srgbClr val="EAF5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1" name="is1iďê"/>
              <p:cNvSpPr/>
              <p:nvPr/>
            </p:nvSpPr>
            <p:spPr bwMode="auto">
              <a:xfrm>
                <a:off x="5422900" y="2489200"/>
                <a:ext cx="352425" cy="376238"/>
              </a:xfrm>
              <a:custGeom>
                <a:avLst/>
                <a:gdLst>
                  <a:gd name="T0" fmla="*/ 166 w 222"/>
                  <a:gd name="T1" fmla="*/ 0 h 237"/>
                  <a:gd name="T2" fmla="*/ 112 w 222"/>
                  <a:gd name="T3" fmla="*/ 0 h 237"/>
                  <a:gd name="T4" fmla="*/ 56 w 222"/>
                  <a:gd name="T5" fmla="*/ 0 h 237"/>
                  <a:gd name="T6" fmla="*/ 0 w 222"/>
                  <a:gd name="T7" fmla="*/ 144 h 237"/>
                  <a:gd name="T8" fmla="*/ 112 w 222"/>
                  <a:gd name="T9" fmla="*/ 237 h 237"/>
                  <a:gd name="T10" fmla="*/ 222 w 222"/>
                  <a:gd name="T11" fmla="*/ 133 h 237"/>
                  <a:gd name="T12" fmla="*/ 166 w 222"/>
                  <a:gd name="T13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2" h="237">
                    <a:moveTo>
                      <a:pt x="166" y="0"/>
                    </a:moveTo>
                    <a:lnTo>
                      <a:pt x="112" y="0"/>
                    </a:lnTo>
                    <a:lnTo>
                      <a:pt x="56" y="0"/>
                    </a:lnTo>
                    <a:lnTo>
                      <a:pt x="0" y="144"/>
                    </a:lnTo>
                    <a:lnTo>
                      <a:pt x="112" y="237"/>
                    </a:lnTo>
                    <a:lnTo>
                      <a:pt x="222" y="13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2" name="ïşľiḑé"/>
              <p:cNvSpPr/>
              <p:nvPr/>
            </p:nvSpPr>
            <p:spPr bwMode="auto">
              <a:xfrm>
                <a:off x="5287963" y="1838325"/>
                <a:ext cx="623888" cy="766763"/>
              </a:xfrm>
              <a:custGeom>
                <a:avLst/>
                <a:gdLst>
                  <a:gd name="T0" fmla="*/ 189 w 189"/>
                  <a:gd name="T1" fmla="*/ 105 h 233"/>
                  <a:gd name="T2" fmla="*/ 94 w 189"/>
                  <a:gd name="T3" fmla="*/ 6 h 233"/>
                  <a:gd name="T4" fmla="*/ 0 w 189"/>
                  <a:gd name="T5" fmla="*/ 105 h 233"/>
                  <a:gd name="T6" fmla="*/ 15 w 189"/>
                  <a:gd name="T7" fmla="*/ 188 h 233"/>
                  <a:gd name="T8" fmla="*/ 94 w 189"/>
                  <a:gd name="T9" fmla="*/ 233 h 233"/>
                  <a:gd name="T10" fmla="*/ 174 w 189"/>
                  <a:gd name="T11" fmla="*/ 188 h 233"/>
                  <a:gd name="T12" fmla="*/ 189 w 189"/>
                  <a:gd name="T13" fmla="*/ 10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9" h="233">
                    <a:moveTo>
                      <a:pt x="189" y="105"/>
                    </a:moveTo>
                    <a:cubicBezTo>
                      <a:pt x="189" y="2"/>
                      <a:pt x="94" y="6"/>
                      <a:pt x="94" y="6"/>
                    </a:cubicBezTo>
                    <a:cubicBezTo>
                      <a:pt x="94" y="6"/>
                      <a:pt x="0" y="0"/>
                      <a:pt x="0" y="105"/>
                    </a:cubicBezTo>
                    <a:cubicBezTo>
                      <a:pt x="0" y="105"/>
                      <a:pt x="0" y="165"/>
                      <a:pt x="15" y="188"/>
                    </a:cubicBezTo>
                    <a:cubicBezTo>
                      <a:pt x="34" y="218"/>
                      <a:pt x="70" y="233"/>
                      <a:pt x="94" y="233"/>
                    </a:cubicBezTo>
                    <a:cubicBezTo>
                      <a:pt x="119" y="233"/>
                      <a:pt x="155" y="220"/>
                      <a:pt x="174" y="188"/>
                    </a:cubicBezTo>
                    <a:cubicBezTo>
                      <a:pt x="189" y="163"/>
                      <a:pt x="189" y="105"/>
                      <a:pt x="189" y="105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3" name="îsḻîḓe"/>
              <p:cNvSpPr/>
              <p:nvPr/>
            </p:nvSpPr>
            <p:spPr bwMode="auto">
              <a:xfrm>
                <a:off x="5891213" y="2179638"/>
                <a:ext cx="73025" cy="171450"/>
              </a:xfrm>
              <a:custGeom>
                <a:avLst/>
                <a:gdLst>
                  <a:gd name="T0" fmla="*/ 3 w 22"/>
                  <a:gd name="T1" fmla="*/ 13 h 52"/>
                  <a:gd name="T2" fmla="*/ 15 w 22"/>
                  <a:gd name="T3" fmla="*/ 9 h 52"/>
                  <a:gd name="T4" fmla="*/ 0 w 22"/>
                  <a:gd name="T5" fmla="*/ 52 h 52"/>
                  <a:gd name="T6" fmla="*/ 3 w 22"/>
                  <a:gd name="T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52">
                    <a:moveTo>
                      <a:pt x="3" y="13"/>
                    </a:moveTo>
                    <a:cubicBezTo>
                      <a:pt x="3" y="13"/>
                      <a:pt x="9" y="0"/>
                      <a:pt x="15" y="9"/>
                    </a:cubicBezTo>
                    <a:cubicBezTo>
                      <a:pt x="22" y="17"/>
                      <a:pt x="21" y="52"/>
                      <a:pt x="0" y="52"/>
                    </a:cubicBezTo>
                    <a:cubicBezTo>
                      <a:pt x="0" y="52"/>
                      <a:pt x="3" y="21"/>
                      <a:pt x="3" y="13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4" name="ïšlïďê"/>
              <p:cNvSpPr/>
              <p:nvPr/>
            </p:nvSpPr>
            <p:spPr bwMode="auto">
              <a:xfrm>
                <a:off x="5900738" y="2222500"/>
                <a:ext cx="42863" cy="88900"/>
              </a:xfrm>
              <a:custGeom>
                <a:avLst/>
                <a:gdLst>
                  <a:gd name="T0" fmla="*/ 0 w 13"/>
                  <a:gd name="T1" fmla="*/ 13 h 27"/>
                  <a:gd name="T2" fmla="*/ 9 w 13"/>
                  <a:gd name="T3" fmla="*/ 7 h 27"/>
                  <a:gd name="T4" fmla="*/ 4 w 13"/>
                  <a:gd name="T5" fmla="*/ 27 h 27"/>
                  <a:gd name="T6" fmla="*/ 0 w 13"/>
                  <a:gd name="T7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27">
                    <a:moveTo>
                      <a:pt x="0" y="13"/>
                    </a:moveTo>
                    <a:cubicBezTo>
                      <a:pt x="0" y="13"/>
                      <a:pt x="4" y="0"/>
                      <a:pt x="9" y="7"/>
                    </a:cubicBezTo>
                    <a:cubicBezTo>
                      <a:pt x="13" y="13"/>
                      <a:pt x="11" y="21"/>
                      <a:pt x="4" y="27"/>
                    </a:cubicBezTo>
                    <a:cubicBezTo>
                      <a:pt x="4" y="27"/>
                      <a:pt x="7" y="4"/>
                      <a:pt x="0" y="13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5" name="ïşľïdé"/>
              <p:cNvSpPr/>
              <p:nvPr/>
            </p:nvSpPr>
            <p:spPr bwMode="auto">
              <a:xfrm>
                <a:off x="5229225" y="2179638"/>
                <a:ext cx="74613" cy="171450"/>
              </a:xfrm>
              <a:custGeom>
                <a:avLst/>
                <a:gdLst>
                  <a:gd name="T0" fmla="*/ 19 w 23"/>
                  <a:gd name="T1" fmla="*/ 13 h 52"/>
                  <a:gd name="T2" fmla="*/ 6 w 23"/>
                  <a:gd name="T3" fmla="*/ 9 h 52"/>
                  <a:gd name="T4" fmla="*/ 23 w 23"/>
                  <a:gd name="T5" fmla="*/ 52 h 52"/>
                  <a:gd name="T6" fmla="*/ 19 w 23"/>
                  <a:gd name="T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52">
                    <a:moveTo>
                      <a:pt x="19" y="13"/>
                    </a:moveTo>
                    <a:cubicBezTo>
                      <a:pt x="19" y="13"/>
                      <a:pt x="13" y="0"/>
                      <a:pt x="6" y="9"/>
                    </a:cubicBezTo>
                    <a:cubicBezTo>
                      <a:pt x="0" y="17"/>
                      <a:pt x="2" y="52"/>
                      <a:pt x="23" y="52"/>
                    </a:cubicBezTo>
                    <a:cubicBezTo>
                      <a:pt x="23" y="52"/>
                      <a:pt x="19" y="21"/>
                      <a:pt x="19" y="13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6" name="iSliḑe"/>
              <p:cNvSpPr/>
              <p:nvPr/>
            </p:nvSpPr>
            <p:spPr bwMode="auto">
              <a:xfrm>
                <a:off x="5248275" y="2222500"/>
                <a:ext cx="42863" cy="88900"/>
              </a:xfrm>
              <a:custGeom>
                <a:avLst/>
                <a:gdLst>
                  <a:gd name="T0" fmla="*/ 13 w 13"/>
                  <a:gd name="T1" fmla="*/ 13 h 27"/>
                  <a:gd name="T2" fmla="*/ 4 w 13"/>
                  <a:gd name="T3" fmla="*/ 7 h 27"/>
                  <a:gd name="T4" fmla="*/ 8 w 13"/>
                  <a:gd name="T5" fmla="*/ 27 h 27"/>
                  <a:gd name="T6" fmla="*/ 13 w 13"/>
                  <a:gd name="T7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27">
                    <a:moveTo>
                      <a:pt x="13" y="13"/>
                    </a:moveTo>
                    <a:cubicBezTo>
                      <a:pt x="13" y="13"/>
                      <a:pt x="8" y="0"/>
                      <a:pt x="4" y="7"/>
                    </a:cubicBezTo>
                    <a:cubicBezTo>
                      <a:pt x="0" y="13"/>
                      <a:pt x="2" y="21"/>
                      <a:pt x="8" y="27"/>
                    </a:cubicBezTo>
                    <a:cubicBezTo>
                      <a:pt x="8" y="27"/>
                      <a:pt x="6" y="4"/>
                      <a:pt x="13" y="13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7" name="iṧlîḋe"/>
              <p:cNvSpPr/>
              <p:nvPr/>
            </p:nvSpPr>
            <p:spPr bwMode="auto">
              <a:xfrm>
                <a:off x="5564188" y="2325688"/>
                <a:ext cx="73025" cy="46038"/>
              </a:xfrm>
              <a:prstGeom prst="ellipse">
                <a:avLst/>
              </a:pr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8" name="íṥlîdè"/>
              <p:cNvSpPr/>
              <p:nvPr/>
            </p:nvSpPr>
            <p:spPr bwMode="auto">
              <a:xfrm>
                <a:off x="5746750" y="2219325"/>
                <a:ext cx="58738" cy="79375"/>
              </a:xfrm>
              <a:prstGeom prst="ellipse">
                <a:avLst/>
              </a:pr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9" name="ísļïḑé"/>
              <p:cNvSpPr/>
              <p:nvPr/>
            </p:nvSpPr>
            <p:spPr bwMode="auto">
              <a:xfrm>
                <a:off x="5407025" y="2219325"/>
                <a:ext cx="55563" cy="79375"/>
              </a:xfrm>
              <a:prstGeom prst="ellipse">
                <a:avLst/>
              </a:pr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0" name="ísliḋê"/>
              <p:cNvSpPr/>
              <p:nvPr/>
            </p:nvSpPr>
            <p:spPr bwMode="auto">
              <a:xfrm>
                <a:off x="5722938" y="2147888"/>
                <a:ext cx="106363" cy="28575"/>
              </a:xfrm>
              <a:custGeom>
                <a:avLst/>
                <a:gdLst>
                  <a:gd name="T0" fmla="*/ 0 w 32"/>
                  <a:gd name="T1" fmla="*/ 6 h 9"/>
                  <a:gd name="T2" fmla="*/ 4 w 32"/>
                  <a:gd name="T3" fmla="*/ 2 h 9"/>
                  <a:gd name="T4" fmla="*/ 10 w 32"/>
                  <a:gd name="T5" fmla="*/ 0 h 9"/>
                  <a:gd name="T6" fmla="*/ 16 w 32"/>
                  <a:gd name="T7" fmla="*/ 0 h 9"/>
                  <a:gd name="T8" fmla="*/ 23 w 32"/>
                  <a:gd name="T9" fmla="*/ 1 h 9"/>
                  <a:gd name="T10" fmla="*/ 28 w 32"/>
                  <a:gd name="T11" fmla="*/ 5 h 9"/>
                  <a:gd name="T12" fmla="*/ 32 w 32"/>
                  <a:gd name="T13" fmla="*/ 9 h 9"/>
                  <a:gd name="T14" fmla="*/ 26 w 32"/>
                  <a:gd name="T15" fmla="*/ 8 h 9"/>
                  <a:gd name="T16" fmla="*/ 22 w 32"/>
                  <a:gd name="T17" fmla="*/ 7 h 9"/>
                  <a:gd name="T18" fmla="*/ 19 w 32"/>
                  <a:gd name="T19" fmla="*/ 7 h 9"/>
                  <a:gd name="T20" fmla="*/ 16 w 32"/>
                  <a:gd name="T21" fmla="*/ 6 h 9"/>
                  <a:gd name="T22" fmla="*/ 5 w 32"/>
                  <a:gd name="T23" fmla="*/ 6 h 9"/>
                  <a:gd name="T24" fmla="*/ 0 w 32"/>
                  <a:gd name="T25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9">
                    <a:moveTo>
                      <a:pt x="0" y="6"/>
                    </a:moveTo>
                    <a:cubicBezTo>
                      <a:pt x="0" y="6"/>
                      <a:pt x="1" y="4"/>
                      <a:pt x="4" y="2"/>
                    </a:cubicBezTo>
                    <a:cubicBezTo>
                      <a:pt x="6" y="1"/>
                      <a:pt x="8" y="1"/>
                      <a:pt x="10" y="0"/>
                    </a:cubicBezTo>
                    <a:cubicBezTo>
                      <a:pt x="12" y="0"/>
                      <a:pt x="14" y="0"/>
                      <a:pt x="16" y="0"/>
                    </a:cubicBezTo>
                    <a:cubicBezTo>
                      <a:pt x="19" y="0"/>
                      <a:pt x="21" y="0"/>
                      <a:pt x="23" y="1"/>
                    </a:cubicBezTo>
                    <a:cubicBezTo>
                      <a:pt x="25" y="2"/>
                      <a:pt x="27" y="3"/>
                      <a:pt x="28" y="5"/>
                    </a:cubicBezTo>
                    <a:cubicBezTo>
                      <a:pt x="31" y="7"/>
                      <a:pt x="32" y="9"/>
                      <a:pt x="32" y="9"/>
                    </a:cubicBezTo>
                    <a:cubicBezTo>
                      <a:pt x="32" y="9"/>
                      <a:pt x="29" y="9"/>
                      <a:pt x="26" y="8"/>
                    </a:cubicBezTo>
                    <a:cubicBezTo>
                      <a:pt x="25" y="8"/>
                      <a:pt x="23" y="7"/>
                      <a:pt x="22" y="7"/>
                    </a:cubicBezTo>
                    <a:cubicBezTo>
                      <a:pt x="21" y="7"/>
                      <a:pt x="20" y="7"/>
                      <a:pt x="19" y="7"/>
                    </a:cubicBezTo>
                    <a:cubicBezTo>
                      <a:pt x="18" y="6"/>
                      <a:pt x="17" y="6"/>
                      <a:pt x="16" y="6"/>
                    </a:cubicBezTo>
                    <a:cubicBezTo>
                      <a:pt x="12" y="6"/>
                      <a:pt x="8" y="6"/>
                      <a:pt x="5" y="6"/>
                    </a:cubicBezTo>
                    <a:cubicBezTo>
                      <a:pt x="2" y="6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8435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1" name="íšḻïdé"/>
              <p:cNvSpPr/>
              <p:nvPr/>
            </p:nvSpPr>
            <p:spPr bwMode="auto">
              <a:xfrm>
                <a:off x="5373688" y="2147888"/>
                <a:ext cx="104775" cy="28575"/>
              </a:xfrm>
              <a:custGeom>
                <a:avLst/>
                <a:gdLst>
                  <a:gd name="T0" fmla="*/ 32 w 32"/>
                  <a:gd name="T1" fmla="*/ 6 h 9"/>
                  <a:gd name="T2" fmla="*/ 27 w 32"/>
                  <a:gd name="T3" fmla="*/ 2 h 9"/>
                  <a:gd name="T4" fmla="*/ 21 w 32"/>
                  <a:gd name="T5" fmla="*/ 0 h 9"/>
                  <a:gd name="T6" fmla="*/ 15 w 32"/>
                  <a:gd name="T7" fmla="*/ 0 h 9"/>
                  <a:gd name="T8" fmla="*/ 8 w 32"/>
                  <a:gd name="T9" fmla="*/ 1 h 9"/>
                  <a:gd name="T10" fmla="*/ 3 w 32"/>
                  <a:gd name="T11" fmla="*/ 5 h 9"/>
                  <a:gd name="T12" fmla="*/ 0 w 32"/>
                  <a:gd name="T13" fmla="*/ 9 h 9"/>
                  <a:gd name="T14" fmla="*/ 5 w 32"/>
                  <a:gd name="T15" fmla="*/ 8 h 9"/>
                  <a:gd name="T16" fmla="*/ 10 w 32"/>
                  <a:gd name="T17" fmla="*/ 7 h 9"/>
                  <a:gd name="T18" fmla="*/ 12 w 32"/>
                  <a:gd name="T19" fmla="*/ 7 h 9"/>
                  <a:gd name="T20" fmla="*/ 15 w 32"/>
                  <a:gd name="T21" fmla="*/ 6 h 9"/>
                  <a:gd name="T22" fmla="*/ 26 w 32"/>
                  <a:gd name="T23" fmla="*/ 6 h 9"/>
                  <a:gd name="T24" fmla="*/ 32 w 32"/>
                  <a:gd name="T25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9">
                    <a:moveTo>
                      <a:pt x="32" y="6"/>
                    </a:moveTo>
                    <a:cubicBezTo>
                      <a:pt x="32" y="6"/>
                      <a:pt x="30" y="4"/>
                      <a:pt x="27" y="2"/>
                    </a:cubicBezTo>
                    <a:cubicBezTo>
                      <a:pt x="25" y="1"/>
                      <a:pt x="24" y="1"/>
                      <a:pt x="21" y="0"/>
                    </a:cubicBezTo>
                    <a:cubicBezTo>
                      <a:pt x="19" y="0"/>
                      <a:pt x="17" y="0"/>
                      <a:pt x="15" y="0"/>
                    </a:cubicBezTo>
                    <a:cubicBezTo>
                      <a:pt x="12" y="0"/>
                      <a:pt x="10" y="0"/>
                      <a:pt x="8" y="1"/>
                    </a:cubicBezTo>
                    <a:cubicBezTo>
                      <a:pt x="6" y="2"/>
                      <a:pt x="4" y="3"/>
                      <a:pt x="3" y="5"/>
                    </a:cubicBezTo>
                    <a:cubicBezTo>
                      <a:pt x="0" y="7"/>
                      <a:pt x="0" y="9"/>
                      <a:pt x="0" y="9"/>
                    </a:cubicBezTo>
                    <a:cubicBezTo>
                      <a:pt x="0" y="9"/>
                      <a:pt x="2" y="9"/>
                      <a:pt x="5" y="8"/>
                    </a:cubicBezTo>
                    <a:cubicBezTo>
                      <a:pt x="6" y="8"/>
                      <a:pt x="8" y="7"/>
                      <a:pt x="10" y="7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9" y="6"/>
                      <a:pt x="23" y="6"/>
                      <a:pt x="26" y="6"/>
                    </a:cubicBezTo>
                    <a:cubicBezTo>
                      <a:pt x="29" y="6"/>
                      <a:pt x="32" y="6"/>
                      <a:pt x="32" y="6"/>
                    </a:cubicBezTo>
                    <a:close/>
                  </a:path>
                </a:pathLst>
              </a:custGeom>
              <a:solidFill>
                <a:srgbClr val="8435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2" name="îṣļïḑê"/>
              <p:cNvSpPr/>
              <p:nvPr/>
            </p:nvSpPr>
            <p:spPr bwMode="auto">
              <a:xfrm>
                <a:off x="5551488" y="2433638"/>
                <a:ext cx="95250" cy="17463"/>
              </a:xfrm>
              <a:custGeom>
                <a:avLst/>
                <a:gdLst>
                  <a:gd name="T0" fmla="*/ 4 w 29"/>
                  <a:gd name="T1" fmla="*/ 5 h 5"/>
                  <a:gd name="T2" fmla="*/ 26 w 29"/>
                  <a:gd name="T3" fmla="*/ 5 h 5"/>
                  <a:gd name="T4" fmla="*/ 26 w 29"/>
                  <a:gd name="T5" fmla="*/ 0 h 5"/>
                  <a:gd name="T6" fmla="*/ 4 w 29"/>
                  <a:gd name="T7" fmla="*/ 0 h 5"/>
                  <a:gd name="T8" fmla="*/ 4 w 29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5">
                    <a:moveTo>
                      <a:pt x="4" y="5"/>
                    </a:moveTo>
                    <a:cubicBezTo>
                      <a:pt x="11" y="5"/>
                      <a:pt x="19" y="5"/>
                      <a:pt x="26" y="5"/>
                    </a:cubicBezTo>
                    <a:cubicBezTo>
                      <a:pt x="29" y="5"/>
                      <a:pt x="29" y="0"/>
                      <a:pt x="26" y="0"/>
                    </a:cubicBezTo>
                    <a:cubicBezTo>
                      <a:pt x="19" y="0"/>
                      <a:pt x="11" y="0"/>
                      <a:pt x="4" y="0"/>
                    </a:cubicBezTo>
                    <a:cubicBezTo>
                      <a:pt x="0" y="0"/>
                      <a:pt x="0" y="5"/>
                      <a:pt x="4" y="5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3" name="ïsļiḑè"/>
              <p:cNvSpPr/>
              <p:nvPr/>
            </p:nvSpPr>
            <p:spPr bwMode="auto">
              <a:xfrm>
                <a:off x="5997575" y="2825750"/>
                <a:ext cx="939800" cy="530225"/>
              </a:xfrm>
              <a:custGeom>
                <a:avLst/>
                <a:gdLst>
                  <a:gd name="T0" fmla="*/ 6 w 285"/>
                  <a:gd name="T1" fmla="*/ 38 h 161"/>
                  <a:gd name="T2" fmla="*/ 51 w 285"/>
                  <a:gd name="T3" fmla="*/ 105 h 161"/>
                  <a:gd name="T4" fmla="*/ 258 w 285"/>
                  <a:gd name="T5" fmla="*/ 156 h 161"/>
                  <a:gd name="T6" fmla="*/ 258 w 285"/>
                  <a:gd name="T7" fmla="*/ 114 h 161"/>
                  <a:gd name="T8" fmla="*/ 81 w 285"/>
                  <a:gd name="T9" fmla="*/ 75 h 161"/>
                  <a:gd name="T10" fmla="*/ 52 w 285"/>
                  <a:gd name="T11" fmla="*/ 41 h 161"/>
                  <a:gd name="T12" fmla="*/ 49 w 285"/>
                  <a:gd name="T13" fmla="*/ 34 h 161"/>
                  <a:gd name="T14" fmla="*/ 49 w 285"/>
                  <a:gd name="T15" fmla="*/ 35 h 161"/>
                  <a:gd name="T16" fmla="*/ 48 w 285"/>
                  <a:gd name="T17" fmla="*/ 32 h 161"/>
                  <a:gd name="T18" fmla="*/ 47 w 285"/>
                  <a:gd name="T19" fmla="*/ 27 h 161"/>
                  <a:gd name="T20" fmla="*/ 6 w 285"/>
                  <a:gd name="T21" fmla="*/ 38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5" h="161">
                    <a:moveTo>
                      <a:pt x="6" y="38"/>
                    </a:moveTo>
                    <a:cubicBezTo>
                      <a:pt x="12" y="64"/>
                      <a:pt x="31" y="88"/>
                      <a:pt x="51" y="105"/>
                    </a:cubicBezTo>
                    <a:cubicBezTo>
                      <a:pt x="107" y="153"/>
                      <a:pt x="187" y="161"/>
                      <a:pt x="258" y="156"/>
                    </a:cubicBezTo>
                    <a:cubicBezTo>
                      <a:pt x="285" y="154"/>
                      <a:pt x="285" y="112"/>
                      <a:pt x="258" y="114"/>
                    </a:cubicBezTo>
                    <a:cubicBezTo>
                      <a:pt x="199" y="119"/>
                      <a:pt x="128" y="115"/>
                      <a:pt x="81" y="75"/>
                    </a:cubicBezTo>
                    <a:cubicBezTo>
                      <a:pt x="67" y="63"/>
                      <a:pt x="60" y="55"/>
                      <a:pt x="52" y="41"/>
                    </a:cubicBezTo>
                    <a:cubicBezTo>
                      <a:pt x="51" y="38"/>
                      <a:pt x="50" y="36"/>
                      <a:pt x="49" y="34"/>
                    </a:cubicBezTo>
                    <a:cubicBezTo>
                      <a:pt x="47" y="30"/>
                      <a:pt x="51" y="39"/>
                      <a:pt x="49" y="35"/>
                    </a:cubicBezTo>
                    <a:cubicBezTo>
                      <a:pt x="49" y="34"/>
                      <a:pt x="48" y="33"/>
                      <a:pt x="48" y="32"/>
                    </a:cubicBezTo>
                    <a:cubicBezTo>
                      <a:pt x="48" y="30"/>
                      <a:pt x="47" y="28"/>
                      <a:pt x="47" y="27"/>
                    </a:cubicBezTo>
                    <a:cubicBezTo>
                      <a:pt x="40" y="0"/>
                      <a:pt x="0" y="12"/>
                      <a:pt x="6" y="38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4" name="îṡḻïḓe"/>
              <p:cNvSpPr/>
              <p:nvPr/>
            </p:nvSpPr>
            <p:spPr bwMode="auto">
              <a:xfrm>
                <a:off x="5186363" y="2654300"/>
                <a:ext cx="830263" cy="1074738"/>
              </a:xfrm>
              <a:custGeom>
                <a:avLst/>
                <a:gdLst>
                  <a:gd name="T0" fmla="*/ 173 w 252"/>
                  <a:gd name="T1" fmla="*/ 0 h 326"/>
                  <a:gd name="T2" fmla="*/ 126 w 252"/>
                  <a:gd name="T3" fmla="*/ 32 h 326"/>
                  <a:gd name="T4" fmla="*/ 126 w 252"/>
                  <a:gd name="T5" fmla="*/ 32 h 326"/>
                  <a:gd name="T6" fmla="*/ 126 w 252"/>
                  <a:gd name="T7" fmla="*/ 32 h 326"/>
                  <a:gd name="T8" fmla="*/ 126 w 252"/>
                  <a:gd name="T9" fmla="*/ 32 h 326"/>
                  <a:gd name="T10" fmla="*/ 126 w 252"/>
                  <a:gd name="T11" fmla="*/ 32 h 326"/>
                  <a:gd name="T12" fmla="*/ 125 w 252"/>
                  <a:gd name="T13" fmla="*/ 32 h 326"/>
                  <a:gd name="T14" fmla="*/ 125 w 252"/>
                  <a:gd name="T15" fmla="*/ 32 h 326"/>
                  <a:gd name="T16" fmla="*/ 79 w 252"/>
                  <a:gd name="T17" fmla="*/ 0 h 326"/>
                  <a:gd name="T18" fmla="*/ 0 w 252"/>
                  <a:gd name="T19" fmla="*/ 16 h 326"/>
                  <a:gd name="T20" fmla="*/ 6 w 252"/>
                  <a:gd name="T21" fmla="*/ 326 h 326"/>
                  <a:gd name="T22" fmla="*/ 245 w 252"/>
                  <a:gd name="T23" fmla="*/ 326 h 326"/>
                  <a:gd name="T24" fmla="*/ 252 w 252"/>
                  <a:gd name="T25" fmla="*/ 16 h 326"/>
                  <a:gd name="T26" fmla="*/ 173 w 252"/>
                  <a:gd name="T27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2" h="326">
                    <a:moveTo>
                      <a:pt x="173" y="0"/>
                    </a:moveTo>
                    <a:cubicBezTo>
                      <a:pt x="166" y="31"/>
                      <a:pt x="129" y="32"/>
                      <a:pt x="126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6" y="32"/>
                      <a:pt x="126" y="32"/>
                    </a:cubicBezTo>
                    <a:cubicBezTo>
                      <a:pt x="126" y="32"/>
                      <a:pt x="125" y="32"/>
                      <a:pt x="125" y="32"/>
                    </a:cubicBezTo>
                    <a:cubicBezTo>
                      <a:pt x="125" y="32"/>
                      <a:pt x="125" y="32"/>
                      <a:pt x="125" y="32"/>
                    </a:cubicBezTo>
                    <a:cubicBezTo>
                      <a:pt x="122" y="32"/>
                      <a:pt x="87" y="31"/>
                      <a:pt x="79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6" y="326"/>
                      <a:pt x="6" y="326"/>
                      <a:pt x="6" y="326"/>
                    </a:cubicBezTo>
                    <a:cubicBezTo>
                      <a:pt x="245" y="326"/>
                      <a:pt x="245" y="326"/>
                      <a:pt x="245" y="326"/>
                    </a:cubicBezTo>
                    <a:cubicBezTo>
                      <a:pt x="252" y="16"/>
                      <a:pt x="252" y="16"/>
                      <a:pt x="252" y="16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rgbClr val="7FAE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5" name="ïśľîḓè"/>
              <p:cNvSpPr/>
              <p:nvPr/>
            </p:nvSpPr>
            <p:spPr bwMode="auto">
              <a:xfrm>
                <a:off x="4987925" y="5448300"/>
                <a:ext cx="404813" cy="155575"/>
              </a:xfrm>
              <a:custGeom>
                <a:avLst/>
                <a:gdLst>
                  <a:gd name="T0" fmla="*/ 115 w 123"/>
                  <a:gd name="T1" fmla="*/ 0 h 47"/>
                  <a:gd name="T2" fmla="*/ 59 w 123"/>
                  <a:gd name="T3" fmla="*/ 0 h 47"/>
                  <a:gd name="T4" fmla="*/ 0 w 123"/>
                  <a:gd name="T5" fmla="*/ 42 h 47"/>
                  <a:gd name="T6" fmla="*/ 0 w 123"/>
                  <a:gd name="T7" fmla="*/ 47 h 47"/>
                  <a:gd name="T8" fmla="*/ 119 w 123"/>
                  <a:gd name="T9" fmla="*/ 47 h 47"/>
                  <a:gd name="T10" fmla="*/ 115 w 123"/>
                  <a:gd name="T1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7">
                    <a:moveTo>
                      <a:pt x="115" y="0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6" y="30"/>
                      <a:pt x="0" y="42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119" y="47"/>
                      <a:pt x="119" y="47"/>
                      <a:pt x="119" y="47"/>
                    </a:cubicBezTo>
                    <a:cubicBezTo>
                      <a:pt x="119" y="47"/>
                      <a:pt x="123" y="12"/>
                      <a:pt x="115" y="0"/>
                    </a:cubicBezTo>
                    <a:close/>
                  </a:path>
                </a:pathLst>
              </a:custGeom>
              <a:solidFill>
                <a:srgbClr val="7FAE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6" name="ïṧļíḋè"/>
              <p:cNvSpPr/>
              <p:nvPr/>
            </p:nvSpPr>
            <p:spPr bwMode="auto">
              <a:xfrm>
                <a:off x="4987925" y="5603875"/>
                <a:ext cx="392113" cy="25400"/>
              </a:xfrm>
              <a:prstGeom prst="rect">
                <a:avLst/>
              </a:prstGeom>
              <a:solidFill>
                <a:srgbClr val="376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7" name="íṩľîdè"/>
              <p:cNvSpPr/>
              <p:nvPr/>
            </p:nvSpPr>
            <p:spPr bwMode="auto">
              <a:xfrm>
                <a:off x="5795963" y="5448300"/>
                <a:ext cx="404813" cy="155575"/>
              </a:xfrm>
              <a:custGeom>
                <a:avLst/>
                <a:gdLst>
                  <a:gd name="T0" fmla="*/ 8 w 123"/>
                  <a:gd name="T1" fmla="*/ 0 h 47"/>
                  <a:gd name="T2" fmla="*/ 64 w 123"/>
                  <a:gd name="T3" fmla="*/ 0 h 47"/>
                  <a:gd name="T4" fmla="*/ 123 w 123"/>
                  <a:gd name="T5" fmla="*/ 42 h 47"/>
                  <a:gd name="T6" fmla="*/ 123 w 123"/>
                  <a:gd name="T7" fmla="*/ 47 h 47"/>
                  <a:gd name="T8" fmla="*/ 4 w 123"/>
                  <a:gd name="T9" fmla="*/ 47 h 47"/>
                  <a:gd name="T10" fmla="*/ 8 w 123"/>
                  <a:gd name="T11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7">
                    <a:moveTo>
                      <a:pt x="8" y="0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117" y="30"/>
                      <a:pt x="123" y="42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7"/>
                      <a:pt x="0" y="12"/>
                      <a:pt x="8" y="0"/>
                    </a:cubicBezTo>
                    <a:close/>
                  </a:path>
                </a:pathLst>
              </a:custGeom>
              <a:solidFill>
                <a:srgbClr val="7FAE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8" name="ïṡļîdè"/>
              <p:cNvSpPr/>
              <p:nvPr/>
            </p:nvSpPr>
            <p:spPr bwMode="auto">
              <a:xfrm>
                <a:off x="5808663" y="5603875"/>
                <a:ext cx="392113" cy="25400"/>
              </a:xfrm>
              <a:prstGeom prst="rect">
                <a:avLst/>
              </a:prstGeom>
              <a:solidFill>
                <a:srgbClr val="376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9" name="iṡļïḑê"/>
              <p:cNvSpPr/>
              <p:nvPr/>
            </p:nvSpPr>
            <p:spPr bwMode="auto">
              <a:xfrm>
                <a:off x="5153025" y="3729038"/>
                <a:ext cx="887413" cy="1733550"/>
              </a:xfrm>
              <a:custGeom>
                <a:avLst/>
                <a:gdLst>
                  <a:gd name="T0" fmla="*/ 255 w 269"/>
                  <a:gd name="T1" fmla="*/ 0 h 526"/>
                  <a:gd name="T2" fmla="*/ 136 w 269"/>
                  <a:gd name="T3" fmla="*/ 0 h 526"/>
                  <a:gd name="T4" fmla="*/ 133 w 269"/>
                  <a:gd name="T5" fmla="*/ 0 h 526"/>
                  <a:gd name="T6" fmla="*/ 15 w 269"/>
                  <a:gd name="T7" fmla="*/ 0 h 526"/>
                  <a:gd name="T8" fmla="*/ 0 w 269"/>
                  <a:gd name="T9" fmla="*/ 526 h 526"/>
                  <a:gd name="T10" fmla="*/ 72 w 269"/>
                  <a:gd name="T11" fmla="*/ 526 h 526"/>
                  <a:gd name="T12" fmla="*/ 134 w 269"/>
                  <a:gd name="T13" fmla="*/ 79 h 526"/>
                  <a:gd name="T14" fmla="*/ 197 w 269"/>
                  <a:gd name="T15" fmla="*/ 526 h 526"/>
                  <a:gd name="T16" fmla="*/ 269 w 269"/>
                  <a:gd name="T17" fmla="*/ 526 h 526"/>
                  <a:gd name="T18" fmla="*/ 255 w 269"/>
                  <a:gd name="T19" fmla="*/ 0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9" h="526">
                    <a:moveTo>
                      <a:pt x="255" y="0"/>
                    </a:moveTo>
                    <a:cubicBezTo>
                      <a:pt x="136" y="0"/>
                      <a:pt x="136" y="0"/>
                      <a:pt x="136" y="0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0" y="526"/>
                      <a:pt x="0" y="526"/>
                      <a:pt x="0" y="526"/>
                    </a:cubicBezTo>
                    <a:cubicBezTo>
                      <a:pt x="72" y="526"/>
                      <a:pt x="72" y="526"/>
                      <a:pt x="72" y="526"/>
                    </a:cubicBezTo>
                    <a:cubicBezTo>
                      <a:pt x="72" y="526"/>
                      <a:pt x="92" y="89"/>
                      <a:pt x="134" y="79"/>
                    </a:cubicBezTo>
                    <a:cubicBezTo>
                      <a:pt x="176" y="89"/>
                      <a:pt x="197" y="526"/>
                      <a:pt x="197" y="526"/>
                    </a:cubicBezTo>
                    <a:cubicBezTo>
                      <a:pt x="269" y="526"/>
                      <a:pt x="269" y="526"/>
                      <a:pt x="269" y="526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rgbClr val="242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0" name="ïṩ1ïďê"/>
              <p:cNvSpPr/>
              <p:nvPr/>
            </p:nvSpPr>
            <p:spPr bwMode="auto">
              <a:xfrm>
                <a:off x="5994400" y="2706688"/>
                <a:ext cx="711200" cy="709613"/>
              </a:xfrm>
              <a:custGeom>
                <a:avLst/>
                <a:gdLst>
                  <a:gd name="T0" fmla="*/ 7 w 216"/>
                  <a:gd name="T1" fmla="*/ 0 h 215"/>
                  <a:gd name="T2" fmla="*/ 68 w 216"/>
                  <a:gd name="T3" fmla="*/ 55 h 215"/>
                  <a:gd name="T4" fmla="*/ 216 w 216"/>
                  <a:gd name="T5" fmla="*/ 134 h 215"/>
                  <a:gd name="T6" fmla="*/ 204 w 216"/>
                  <a:gd name="T7" fmla="*/ 211 h 215"/>
                  <a:gd name="T8" fmla="*/ 210 w 216"/>
                  <a:gd name="T9" fmla="*/ 207 h 215"/>
                  <a:gd name="T10" fmla="*/ 0 w 216"/>
                  <a:gd name="T11" fmla="*/ 94 h 215"/>
                  <a:gd name="T12" fmla="*/ 7 w 216"/>
                  <a:gd name="T13" fmla="*/ 0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6" h="215">
                    <a:moveTo>
                      <a:pt x="7" y="0"/>
                    </a:moveTo>
                    <a:cubicBezTo>
                      <a:pt x="7" y="0"/>
                      <a:pt x="46" y="16"/>
                      <a:pt x="68" y="55"/>
                    </a:cubicBezTo>
                    <a:cubicBezTo>
                      <a:pt x="90" y="93"/>
                      <a:pt x="161" y="138"/>
                      <a:pt x="216" y="134"/>
                    </a:cubicBezTo>
                    <a:cubicBezTo>
                      <a:pt x="216" y="134"/>
                      <a:pt x="210" y="207"/>
                      <a:pt x="204" y="211"/>
                    </a:cubicBezTo>
                    <a:cubicBezTo>
                      <a:pt x="199" y="215"/>
                      <a:pt x="210" y="207"/>
                      <a:pt x="210" y="207"/>
                    </a:cubicBezTo>
                    <a:cubicBezTo>
                      <a:pt x="210" y="207"/>
                      <a:pt x="61" y="203"/>
                      <a:pt x="0" y="94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FAE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1" name="iṧḻidé"/>
              <p:cNvSpPr/>
              <p:nvPr/>
            </p:nvSpPr>
            <p:spPr bwMode="auto">
              <a:xfrm>
                <a:off x="6102350" y="984250"/>
                <a:ext cx="1319213" cy="2270125"/>
              </a:xfrm>
              <a:custGeom>
                <a:avLst/>
                <a:gdLst>
                  <a:gd name="T0" fmla="*/ 241 w 400"/>
                  <a:gd name="T1" fmla="*/ 407 h 689"/>
                  <a:gd name="T2" fmla="*/ 241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5 w 400"/>
                  <a:gd name="T17" fmla="*/ 207 h 689"/>
                  <a:gd name="T18" fmla="*/ 192 w 400"/>
                  <a:gd name="T19" fmla="*/ 96 h 689"/>
                  <a:gd name="T20" fmla="*/ 98 w 400"/>
                  <a:gd name="T21" fmla="*/ 150 h 689"/>
                  <a:gd name="T22" fmla="*/ 31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1 w 400"/>
                  <a:gd name="T31" fmla="*/ 407 h 689"/>
                  <a:gd name="T32" fmla="*/ 241 w 400"/>
                  <a:gd name="T33" fmla="*/ 623 h 689"/>
                  <a:gd name="T34" fmla="*/ 241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1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1" y="407"/>
                    </a:moveTo>
                    <a:cubicBezTo>
                      <a:pt x="241" y="472"/>
                      <a:pt x="241" y="472"/>
                      <a:pt x="241" y="472"/>
                    </a:cubicBezTo>
                    <a:cubicBezTo>
                      <a:pt x="241" y="499"/>
                      <a:pt x="220" y="520"/>
                      <a:pt x="192" y="520"/>
                    </a:cubicBezTo>
                    <a:cubicBezTo>
                      <a:pt x="167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7" y="317"/>
                      <a:pt x="192" y="317"/>
                    </a:cubicBezTo>
                    <a:cubicBezTo>
                      <a:pt x="254" y="317"/>
                      <a:pt x="305" y="268"/>
                      <a:pt x="305" y="207"/>
                    </a:cubicBezTo>
                    <a:cubicBezTo>
                      <a:pt x="305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8" y="150"/>
                    </a:cubicBezTo>
                    <a:cubicBezTo>
                      <a:pt x="84" y="174"/>
                      <a:pt x="54" y="182"/>
                      <a:pt x="31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7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1" y="407"/>
                    </a:cubicBezTo>
                    <a:close/>
                    <a:moveTo>
                      <a:pt x="241" y="623"/>
                    </a:moveTo>
                    <a:cubicBezTo>
                      <a:pt x="241" y="641"/>
                      <a:pt x="241" y="641"/>
                      <a:pt x="241" y="641"/>
                    </a:cubicBezTo>
                    <a:cubicBezTo>
                      <a:pt x="241" y="669"/>
                      <a:pt x="220" y="689"/>
                      <a:pt x="192" y="689"/>
                    </a:cubicBezTo>
                    <a:cubicBezTo>
                      <a:pt x="167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7" y="575"/>
                      <a:pt x="192" y="575"/>
                    </a:cubicBezTo>
                    <a:cubicBezTo>
                      <a:pt x="220" y="575"/>
                      <a:pt x="241" y="597"/>
                      <a:pt x="241" y="623"/>
                    </a:cubicBezTo>
                    <a:close/>
                  </a:path>
                </a:pathLst>
              </a:custGeom>
              <a:solidFill>
                <a:srgbClr val="F4B5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2" name="íṩḻiḓe"/>
              <p:cNvSpPr/>
              <p:nvPr/>
            </p:nvSpPr>
            <p:spPr bwMode="auto">
              <a:xfrm>
                <a:off x="6016625" y="984250"/>
                <a:ext cx="1319213" cy="2270125"/>
              </a:xfrm>
              <a:custGeom>
                <a:avLst/>
                <a:gdLst>
                  <a:gd name="T0" fmla="*/ 240 w 400"/>
                  <a:gd name="T1" fmla="*/ 407 h 689"/>
                  <a:gd name="T2" fmla="*/ 240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4 w 400"/>
                  <a:gd name="T17" fmla="*/ 207 h 689"/>
                  <a:gd name="T18" fmla="*/ 192 w 400"/>
                  <a:gd name="T19" fmla="*/ 96 h 689"/>
                  <a:gd name="T20" fmla="*/ 97 w 400"/>
                  <a:gd name="T21" fmla="*/ 150 h 689"/>
                  <a:gd name="T22" fmla="*/ 30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0 w 400"/>
                  <a:gd name="T31" fmla="*/ 407 h 689"/>
                  <a:gd name="T32" fmla="*/ 240 w 400"/>
                  <a:gd name="T33" fmla="*/ 623 h 689"/>
                  <a:gd name="T34" fmla="*/ 240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0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0" y="407"/>
                    </a:moveTo>
                    <a:cubicBezTo>
                      <a:pt x="240" y="472"/>
                      <a:pt x="240" y="472"/>
                      <a:pt x="240" y="472"/>
                    </a:cubicBezTo>
                    <a:cubicBezTo>
                      <a:pt x="240" y="499"/>
                      <a:pt x="220" y="520"/>
                      <a:pt x="192" y="520"/>
                    </a:cubicBezTo>
                    <a:cubicBezTo>
                      <a:pt x="166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6" y="317"/>
                      <a:pt x="192" y="317"/>
                    </a:cubicBezTo>
                    <a:cubicBezTo>
                      <a:pt x="254" y="317"/>
                      <a:pt x="304" y="268"/>
                      <a:pt x="304" y="207"/>
                    </a:cubicBezTo>
                    <a:cubicBezTo>
                      <a:pt x="304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7" y="150"/>
                    </a:cubicBezTo>
                    <a:cubicBezTo>
                      <a:pt x="84" y="174"/>
                      <a:pt x="54" y="182"/>
                      <a:pt x="30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6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0" y="407"/>
                    </a:cubicBezTo>
                    <a:close/>
                    <a:moveTo>
                      <a:pt x="240" y="623"/>
                    </a:moveTo>
                    <a:cubicBezTo>
                      <a:pt x="240" y="641"/>
                      <a:pt x="240" y="641"/>
                      <a:pt x="240" y="641"/>
                    </a:cubicBezTo>
                    <a:cubicBezTo>
                      <a:pt x="240" y="669"/>
                      <a:pt x="220" y="689"/>
                      <a:pt x="192" y="689"/>
                    </a:cubicBezTo>
                    <a:cubicBezTo>
                      <a:pt x="166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6" y="575"/>
                      <a:pt x="192" y="575"/>
                    </a:cubicBezTo>
                    <a:cubicBezTo>
                      <a:pt x="220" y="575"/>
                      <a:pt x="240" y="597"/>
                      <a:pt x="240" y="623"/>
                    </a:cubicBezTo>
                    <a:close/>
                  </a:path>
                </a:pathLst>
              </a:custGeom>
              <a:solidFill>
                <a:srgbClr val="FFD1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3" name="ïšľîdè"/>
              <p:cNvSpPr/>
              <p:nvPr/>
            </p:nvSpPr>
            <p:spPr bwMode="auto">
              <a:xfrm>
                <a:off x="5060950" y="2463800"/>
                <a:ext cx="636588" cy="903288"/>
              </a:xfrm>
              <a:custGeom>
                <a:avLst/>
                <a:gdLst>
                  <a:gd name="T0" fmla="*/ 150 w 193"/>
                  <a:gd name="T1" fmla="*/ 26 h 274"/>
                  <a:gd name="T2" fmla="*/ 102 w 193"/>
                  <a:gd name="T3" fmla="*/ 162 h 274"/>
                  <a:gd name="T4" fmla="*/ 81 w 193"/>
                  <a:gd name="T5" fmla="*/ 199 h 274"/>
                  <a:gd name="T6" fmla="*/ 72 w 193"/>
                  <a:gd name="T7" fmla="*/ 211 h 274"/>
                  <a:gd name="T8" fmla="*/ 68 w 193"/>
                  <a:gd name="T9" fmla="*/ 215 h 274"/>
                  <a:gd name="T10" fmla="*/ 76 w 193"/>
                  <a:gd name="T11" fmla="*/ 215 h 274"/>
                  <a:gd name="T12" fmla="*/ 70 w 193"/>
                  <a:gd name="T13" fmla="*/ 207 h 274"/>
                  <a:gd name="T14" fmla="*/ 58 w 193"/>
                  <a:gd name="T15" fmla="*/ 185 h 274"/>
                  <a:gd name="T16" fmla="*/ 43 w 193"/>
                  <a:gd name="T17" fmla="*/ 127 h 274"/>
                  <a:gd name="T18" fmla="*/ 2 w 193"/>
                  <a:gd name="T19" fmla="*/ 127 h 274"/>
                  <a:gd name="T20" fmla="*/ 49 w 193"/>
                  <a:gd name="T21" fmla="*/ 246 h 274"/>
                  <a:gd name="T22" fmla="*/ 121 w 193"/>
                  <a:gd name="T23" fmla="*/ 213 h 274"/>
                  <a:gd name="T24" fmla="*/ 170 w 193"/>
                  <a:gd name="T25" fmla="*/ 111 h 274"/>
                  <a:gd name="T26" fmla="*/ 191 w 193"/>
                  <a:gd name="T27" fmla="*/ 26 h 274"/>
                  <a:gd name="T28" fmla="*/ 150 w 193"/>
                  <a:gd name="T29" fmla="*/ 26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3" h="274">
                    <a:moveTo>
                      <a:pt x="150" y="26"/>
                    </a:moveTo>
                    <a:cubicBezTo>
                      <a:pt x="146" y="74"/>
                      <a:pt x="123" y="120"/>
                      <a:pt x="102" y="162"/>
                    </a:cubicBezTo>
                    <a:cubicBezTo>
                      <a:pt x="95" y="175"/>
                      <a:pt x="89" y="187"/>
                      <a:pt x="81" y="199"/>
                    </a:cubicBezTo>
                    <a:cubicBezTo>
                      <a:pt x="78" y="203"/>
                      <a:pt x="75" y="207"/>
                      <a:pt x="72" y="211"/>
                    </a:cubicBezTo>
                    <a:cubicBezTo>
                      <a:pt x="71" y="213"/>
                      <a:pt x="66" y="216"/>
                      <a:pt x="68" y="215"/>
                    </a:cubicBezTo>
                    <a:cubicBezTo>
                      <a:pt x="75" y="218"/>
                      <a:pt x="78" y="218"/>
                      <a:pt x="76" y="215"/>
                    </a:cubicBezTo>
                    <a:cubicBezTo>
                      <a:pt x="73" y="213"/>
                      <a:pt x="72" y="210"/>
                      <a:pt x="70" y="207"/>
                    </a:cubicBezTo>
                    <a:cubicBezTo>
                      <a:pt x="65" y="200"/>
                      <a:pt x="61" y="192"/>
                      <a:pt x="58" y="185"/>
                    </a:cubicBezTo>
                    <a:cubicBezTo>
                      <a:pt x="49" y="167"/>
                      <a:pt x="44" y="147"/>
                      <a:pt x="43" y="127"/>
                    </a:cubicBezTo>
                    <a:cubicBezTo>
                      <a:pt x="42" y="101"/>
                      <a:pt x="0" y="101"/>
                      <a:pt x="2" y="127"/>
                    </a:cubicBezTo>
                    <a:cubicBezTo>
                      <a:pt x="4" y="167"/>
                      <a:pt x="19" y="218"/>
                      <a:pt x="49" y="246"/>
                    </a:cubicBezTo>
                    <a:cubicBezTo>
                      <a:pt x="79" y="274"/>
                      <a:pt x="106" y="237"/>
                      <a:pt x="121" y="213"/>
                    </a:cubicBezTo>
                    <a:cubicBezTo>
                      <a:pt x="141" y="181"/>
                      <a:pt x="155" y="146"/>
                      <a:pt x="170" y="111"/>
                    </a:cubicBezTo>
                    <a:cubicBezTo>
                      <a:pt x="181" y="83"/>
                      <a:pt x="188" y="57"/>
                      <a:pt x="191" y="26"/>
                    </a:cubicBezTo>
                    <a:cubicBezTo>
                      <a:pt x="193" y="0"/>
                      <a:pt x="152" y="0"/>
                      <a:pt x="150" y="26"/>
                    </a:cubicBezTo>
                    <a:close/>
                  </a:path>
                </a:pathLst>
              </a:custGeom>
              <a:solidFill>
                <a:srgbClr val="FFDB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4" name="íṡliḓè"/>
              <p:cNvSpPr/>
              <p:nvPr/>
            </p:nvSpPr>
            <p:spPr bwMode="auto">
              <a:xfrm>
                <a:off x="5000625" y="2638425"/>
                <a:ext cx="688975" cy="735013"/>
              </a:xfrm>
              <a:custGeom>
                <a:avLst/>
                <a:gdLst>
                  <a:gd name="T0" fmla="*/ 56 w 209"/>
                  <a:gd name="T1" fmla="*/ 21 h 223"/>
                  <a:gd name="T2" fmla="*/ 4 w 209"/>
                  <a:gd name="T3" fmla="*/ 84 h 223"/>
                  <a:gd name="T4" fmla="*/ 102 w 209"/>
                  <a:gd name="T5" fmla="*/ 215 h 223"/>
                  <a:gd name="T6" fmla="*/ 209 w 209"/>
                  <a:gd name="T7" fmla="*/ 21 h 223"/>
                  <a:gd name="T8" fmla="*/ 155 w 209"/>
                  <a:gd name="T9" fmla="*/ 0 h 223"/>
                  <a:gd name="T10" fmla="*/ 92 w 209"/>
                  <a:gd name="T11" fmla="*/ 142 h 223"/>
                  <a:gd name="T12" fmla="*/ 56 w 209"/>
                  <a:gd name="T13" fmla="*/ 21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9" h="223">
                    <a:moveTo>
                      <a:pt x="56" y="21"/>
                    </a:moveTo>
                    <a:cubicBezTo>
                      <a:pt x="56" y="21"/>
                      <a:pt x="0" y="27"/>
                      <a:pt x="4" y="84"/>
                    </a:cubicBezTo>
                    <a:cubicBezTo>
                      <a:pt x="8" y="142"/>
                      <a:pt x="56" y="223"/>
                      <a:pt x="102" y="215"/>
                    </a:cubicBezTo>
                    <a:cubicBezTo>
                      <a:pt x="148" y="206"/>
                      <a:pt x="198" y="73"/>
                      <a:pt x="209" y="21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55" y="0"/>
                      <a:pt x="101" y="139"/>
                      <a:pt x="92" y="142"/>
                    </a:cubicBezTo>
                    <a:lnTo>
                      <a:pt x="56" y="21"/>
                    </a:lnTo>
                    <a:close/>
                  </a:path>
                </a:pathLst>
              </a:custGeom>
              <a:solidFill>
                <a:srgbClr val="93C1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5" name="ïşlîḍê"/>
              <p:cNvSpPr/>
              <p:nvPr/>
            </p:nvSpPr>
            <p:spPr bwMode="auto">
              <a:xfrm>
                <a:off x="5245100" y="1774825"/>
                <a:ext cx="706438" cy="514350"/>
              </a:xfrm>
              <a:custGeom>
                <a:avLst/>
                <a:gdLst>
                  <a:gd name="T0" fmla="*/ 107 w 214"/>
                  <a:gd name="T1" fmla="*/ 6 h 156"/>
                  <a:gd name="T2" fmla="*/ 14 w 214"/>
                  <a:gd name="T3" fmla="*/ 134 h 156"/>
                  <a:gd name="T4" fmla="*/ 14 w 214"/>
                  <a:gd name="T5" fmla="*/ 152 h 156"/>
                  <a:gd name="T6" fmla="*/ 20 w 214"/>
                  <a:gd name="T7" fmla="*/ 156 h 156"/>
                  <a:gd name="T8" fmla="*/ 33 w 214"/>
                  <a:gd name="T9" fmla="*/ 86 h 156"/>
                  <a:gd name="T10" fmla="*/ 107 w 214"/>
                  <a:gd name="T11" fmla="*/ 76 h 156"/>
                  <a:gd name="T12" fmla="*/ 182 w 214"/>
                  <a:gd name="T13" fmla="*/ 86 h 156"/>
                  <a:gd name="T14" fmla="*/ 194 w 214"/>
                  <a:gd name="T15" fmla="*/ 156 h 156"/>
                  <a:gd name="T16" fmla="*/ 201 w 214"/>
                  <a:gd name="T17" fmla="*/ 152 h 156"/>
                  <a:gd name="T18" fmla="*/ 201 w 214"/>
                  <a:gd name="T19" fmla="*/ 134 h 156"/>
                  <a:gd name="T20" fmla="*/ 107 w 214"/>
                  <a:gd name="T21" fmla="*/ 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4" h="156">
                    <a:moveTo>
                      <a:pt x="107" y="6"/>
                    </a:moveTo>
                    <a:cubicBezTo>
                      <a:pt x="107" y="6"/>
                      <a:pt x="0" y="0"/>
                      <a:pt x="14" y="134"/>
                    </a:cubicBezTo>
                    <a:cubicBezTo>
                      <a:pt x="14" y="152"/>
                      <a:pt x="14" y="152"/>
                      <a:pt x="14" y="152"/>
                    </a:cubicBezTo>
                    <a:cubicBezTo>
                      <a:pt x="20" y="156"/>
                      <a:pt x="20" y="156"/>
                      <a:pt x="20" y="156"/>
                    </a:cubicBezTo>
                    <a:cubicBezTo>
                      <a:pt x="20" y="156"/>
                      <a:pt x="22" y="105"/>
                      <a:pt x="33" y="86"/>
                    </a:cubicBezTo>
                    <a:cubicBezTo>
                      <a:pt x="43" y="68"/>
                      <a:pt x="55" y="76"/>
                      <a:pt x="107" y="76"/>
                    </a:cubicBezTo>
                    <a:cubicBezTo>
                      <a:pt x="159" y="76"/>
                      <a:pt x="171" y="68"/>
                      <a:pt x="182" y="86"/>
                    </a:cubicBezTo>
                    <a:cubicBezTo>
                      <a:pt x="193" y="105"/>
                      <a:pt x="194" y="156"/>
                      <a:pt x="194" y="156"/>
                    </a:cubicBezTo>
                    <a:cubicBezTo>
                      <a:pt x="201" y="152"/>
                      <a:pt x="201" y="152"/>
                      <a:pt x="201" y="152"/>
                    </a:cubicBezTo>
                    <a:cubicBezTo>
                      <a:pt x="201" y="134"/>
                      <a:pt x="201" y="134"/>
                      <a:pt x="201" y="134"/>
                    </a:cubicBezTo>
                    <a:cubicBezTo>
                      <a:pt x="214" y="0"/>
                      <a:pt x="107" y="6"/>
                      <a:pt x="107" y="6"/>
                    </a:cubicBezTo>
                    <a:close/>
                  </a:path>
                </a:pathLst>
              </a:custGeom>
              <a:solidFill>
                <a:srgbClr val="8435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6" name="íṥľîḑe"/>
              <p:cNvSpPr/>
              <p:nvPr/>
            </p:nvSpPr>
            <p:spPr bwMode="auto">
              <a:xfrm>
                <a:off x="7899400" y="4151313"/>
                <a:ext cx="1098550" cy="763588"/>
              </a:xfrm>
              <a:custGeom>
                <a:avLst/>
                <a:gdLst>
                  <a:gd name="T0" fmla="*/ 16 w 333"/>
                  <a:gd name="T1" fmla="*/ 40 h 232"/>
                  <a:gd name="T2" fmla="*/ 108 w 333"/>
                  <a:gd name="T3" fmla="*/ 139 h 232"/>
                  <a:gd name="T4" fmla="*/ 308 w 333"/>
                  <a:gd name="T5" fmla="*/ 228 h 232"/>
                  <a:gd name="T6" fmla="*/ 308 w 333"/>
                  <a:gd name="T7" fmla="*/ 188 h 232"/>
                  <a:gd name="T8" fmla="*/ 133 w 333"/>
                  <a:gd name="T9" fmla="*/ 107 h 232"/>
                  <a:gd name="T10" fmla="*/ 73 w 333"/>
                  <a:gd name="T11" fmla="*/ 47 h 232"/>
                  <a:gd name="T12" fmla="*/ 54 w 333"/>
                  <a:gd name="T13" fmla="*/ 26 h 232"/>
                  <a:gd name="T14" fmla="*/ 50 w 333"/>
                  <a:gd name="T15" fmla="*/ 19 h 232"/>
                  <a:gd name="T16" fmla="*/ 50 w 333"/>
                  <a:gd name="T17" fmla="*/ 20 h 232"/>
                  <a:gd name="T18" fmla="*/ 16 w 333"/>
                  <a:gd name="T19" fmla="*/ 4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3" h="232">
                    <a:moveTo>
                      <a:pt x="16" y="40"/>
                    </a:moveTo>
                    <a:cubicBezTo>
                      <a:pt x="43" y="76"/>
                      <a:pt x="74" y="109"/>
                      <a:pt x="108" y="139"/>
                    </a:cubicBezTo>
                    <a:cubicBezTo>
                      <a:pt x="162" y="186"/>
                      <a:pt x="232" y="232"/>
                      <a:pt x="308" y="228"/>
                    </a:cubicBezTo>
                    <a:cubicBezTo>
                      <a:pt x="333" y="226"/>
                      <a:pt x="333" y="186"/>
                      <a:pt x="308" y="188"/>
                    </a:cubicBezTo>
                    <a:cubicBezTo>
                      <a:pt x="241" y="192"/>
                      <a:pt x="180" y="149"/>
                      <a:pt x="133" y="107"/>
                    </a:cubicBezTo>
                    <a:cubicBezTo>
                      <a:pt x="111" y="89"/>
                      <a:pt x="92" y="68"/>
                      <a:pt x="73" y="47"/>
                    </a:cubicBezTo>
                    <a:cubicBezTo>
                      <a:pt x="66" y="40"/>
                      <a:pt x="60" y="33"/>
                      <a:pt x="54" y="26"/>
                    </a:cubicBezTo>
                    <a:cubicBezTo>
                      <a:pt x="53" y="24"/>
                      <a:pt x="51" y="22"/>
                      <a:pt x="50" y="19"/>
                    </a:cubicBezTo>
                    <a:cubicBezTo>
                      <a:pt x="47" y="16"/>
                      <a:pt x="53" y="24"/>
                      <a:pt x="50" y="20"/>
                    </a:cubicBezTo>
                    <a:cubicBezTo>
                      <a:pt x="35" y="0"/>
                      <a:pt x="0" y="20"/>
                      <a:pt x="16" y="40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7" name="îšľïḋé"/>
              <p:cNvSpPr/>
              <p:nvPr/>
            </p:nvSpPr>
            <p:spPr bwMode="auto">
              <a:xfrm>
                <a:off x="6537325" y="3940175"/>
                <a:ext cx="614363" cy="757238"/>
              </a:xfrm>
              <a:custGeom>
                <a:avLst/>
                <a:gdLst>
                  <a:gd name="T0" fmla="*/ 142 w 186"/>
                  <a:gd name="T1" fmla="*/ 65 h 230"/>
                  <a:gd name="T2" fmla="*/ 121 w 186"/>
                  <a:gd name="T3" fmla="*/ 150 h 230"/>
                  <a:gd name="T4" fmla="*/ 118 w 186"/>
                  <a:gd name="T5" fmla="*/ 160 h 230"/>
                  <a:gd name="T6" fmla="*/ 92 w 186"/>
                  <a:gd name="T7" fmla="*/ 60 h 230"/>
                  <a:gd name="T8" fmla="*/ 79 w 186"/>
                  <a:gd name="T9" fmla="*/ 24 h 230"/>
                  <a:gd name="T10" fmla="*/ 25 w 186"/>
                  <a:gd name="T11" fmla="*/ 3 h 230"/>
                  <a:gd name="T12" fmla="*/ 25 w 186"/>
                  <a:gd name="T13" fmla="*/ 43 h 230"/>
                  <a:gd name="T14" fmla="*/ 37 w 186"/>
                  <a:gd name="T15" fmla="*/ 45 h 230"/>
                  <a:gd name="T16" fmla="*/ 47 w 186"/>
                  <a:gd name="T17" fmla="*/ 48 h 230"/>
                  <a:gd name="T18" fmla="*/ 50 w 186"/>
                  <a:gd name="T19" fmla="*/ 56 h 230"/>
                  <a:gd name="T20" fmla="*/ 64 w 186"/>
                  <a:gd name="T21" fmla="*/ 110 h 230"/>
                  <a:gd name="T22" fmla="*/ 96 w 186"/>
                  <a:gd name="T23" fmla="*/ 213 h 230"/>
                  <a:gd name="T24" fmla="*/ 135 w 186"/>
                  <a:gd name="T25" fmla="*/ 218 h 230"/>
                  <a:gd name="T26" fmla="*/ 156 w 186"/>
                  <a:gd name="T27" fmla="*/ 172 h 230"/>
                  <a:gd name="T28" fmla="*/ 181 w 186"/>
                  <a:gd name="T29" fmla="*/ 75 h 230"/>
                  <a:gd name="T30" fmla="*/ 142 w 186"/>
                  <a:gd name="T31" fmla="*/ 65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" h="230">
                    <a:moveTo>
                      <a:pt x="142" y="65"/>
                    </a:moveTo>
                    <a:cubicBezTo>
                      <a:pt x="136" y="94"/>
                      <a:pt x="129" y="122"/>
                      <a:pt x="121" y="150"/>
                    </a:cubicBezTo>
                    <a:cubicBezTo>
                      <a:pt x="120" y="154"/>
                      <a:pt x="119" y="157"/>
                      <a:pt x="118" y="160"/>
                    </a:cubicBezTo>
                    <a:cubicBezTo>
                      <a:pt x="108" y="127"/>
                      <a:pt x="102" y="93"/>
                      <a:pt x="92" y="60"/>
                    </a:cubicBezTo>
                    <a:cubicBezTo>
                      <a:pt x="89" y="48"/>
                      <a:pt x="86" y="35"/>
                      <a:pt x="79" y="24"/>
                    </a:cubicBezTo>
                    <a:cubicBezTo>
                      <a:pt x="69" y="7"/>
                      <a:pt x="43" y="5"/>
                      <a:pt x="25" y="3"/>
                    </a:cubicBezTo>
                    <a:cubicBezTo>
                      <a:pt x="0" y="0"/>
                      <a:pt x="0" y="40"/>
                      <a:pt x="25" y="43"/>
                    </a:cubicBezTo>
                    <a:cubicBezTo>
                      <a:pt x="20" y="42"/>
                      <a:pt x="35" y="45"/>
                      <a:pt x="37" y="45"/>
                    </a:cubicBezTo>
                    <a:cubicBezTo>
                      <a:pt x="42" y="46"/>
                      <a:pt x="47" y="50"/>
                      <a:pt x="47" y="48"/>
                    </a:cubicBezTo>
                    <a:cubicBezTo>
                      <a:pt x="48" y="50"/>
                      <a:pt x="48" y="52"/>
                      <a:pt x="50" y="56"/>
                    </a:cubicBezTo>
                    <a:cubicBezTo>
                      <a:pt x="55" y="74"/>
                      <a:pt x="60" y="92"/>
                      <a:pt x="64" y="110"/>
                    </a:cubicBezTo>
                    <a:cubicBezTo>
                      <a:pt x="72" y="142"/>
                      <a:pt x="77" y="185"/>
                      <a:pt x="96" y="213"/>
                    </a:cubicBezTo>
                    <a:cubicBezTo>
                      <a:pt x="105" y="227"/>
                      <a:pt x="122" y="230"/>
                      <a:pt x="135" y="218"/>
                    </a:cubicBezTo>
                    <a:cubicBezTo>
                      <a:pt x="146" y="206"/>
                      <a:pt x="151" y="187"/>
                      <a:pt x="156" y="172"/>
                    </a:cubicBezTo>
                    <a:cubicBezTo>
                      <a:pt x="166" y="141"/>
                      <a:pt x="174" y="108"/>
                      <a:pt x="181" y="75"/>
                    </a:cubicBezTo>
                    <a:cubicBezTo>
                      <a:pt x="186" y="50"/>
                      <a:pt x="148" y="40"/>
                      <a:pt x="142" y="65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8" name="îšļîďé"/>
              <p:cNvSpPr/>
              <p:nvPr/>
            </p:nvSpPr>
            <p:spPr bwMode="auto">
              <a:xfrm>
                <a:off x="7158038" y="3373438"/>
                <a:ext cx="762000" cy="873125"/>
              </a:xfrm>
              <a:custGeom>
                <a:avLst/>
                <a:gdLst>
                  <a:gd name="T0" fmla="*/ 19 w 231"/>
                  <a:gd name="T1" fmla="*/ 0 h 265"/>
                  <a:gd name="T2" fmla="*/ 14 w 231"/>
                  <a:gd name="T3" fmla="*/ 217 h 265"/>
                  <a:gd name="T4" fmla="*/ 230 w 231"/>
                  <a:gd name="T5" fmla="*/ 217 h 265"/>
                  <a:gd name="T6" fmla="*/ 216 w 231"/>
                  <a:gd name="T7" fmla="*/ 6 h 265"/>
                  <a:gd name="T8" fmla="*/ 19 w 231"/>
                  <a:gd name="T9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265">
                    <a:moveTo>
                      <a:pt x="19" y="0"/>
                    </a:moveTo>
                    <a:cubicBezTo>
                      <a:pt x="19" y="0"/>
                      <a:pt x="0" y="111"/>
                      <a:pt x="14" y="217"/>
                    </a:cubicBezTo>
                    <a:cubicBezTo>
                      <a:pt x="14" y="217"/>
                      <a:pt x="120" y="265"/>
                      <a:pt x="230" y="217"/>
                    </a:cubicBezTo>
                    <a:cubicBezTo>
                      <a:pt x="230" y="217"/>
                      <a:pt x="231" y="58"/>
                      <a:pt x="216" y="6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EA75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9" name="íṩľïḍé"/>
              <p:cNvSpPr/>
              <p:nvPr/>
            </p:nvSpPr>
            <p:spPr bwMode="auto">
              <a:xfrm>
                <a:off x="7378700" y="3833813"/>
                <a:ext cx="342900" cy="363538"/>
              </a:xfrm>
              <a:custGeom>
                <a:avLst/>
                <a:gdLst>
                  <a:gd name="T0" fmla="*/ 162 w 216"/>
                  <a:gd name="T1" fmla="*/ 0 h 229"/>
                  <a:gd name="T2" fmla="*/ 108 w 216"/>
                  <a:gd name="T3" fmla="*/ 0 h 229"/>
                  <a:gd name="T4" fmla="*/ 54 w 216"/>
                  <a:gd name="T5" fmla="*/ 0 h 229"/>
                  <a:gd name="T6" fmla="*/ 0 w 216"/>
                  <a:gd name="T7" fmla="*/ 139 h 229"/>
                  <a:gd name="T8" fmla="*/ 108 w 216"/>
                  <a:gd name="T9" fmla="*/ 229 h 229"/>
                  <a:gd name="T10" fmla="*/ 216 w 216"/>
                  <a:gd name="T11" fmla="*/ 131 h 229"/>
                  <a:gd name="T12" fmla="*/ 162 w 216"/>
                  <a:gd name="T1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6" h="229">
                    <a:moveTo>
                      <a:pt x="162" y="0"/>
                    </a:moveTo>
                    <a:lnTo>
                      <a:pt x="108" y="0"/>
                    </a:lnTo>
                    <a:lnTo>
                      <a:pt x="54" y="0"/>
                    </a:lnTo>
                    <a:lnTo>
                      <a:pt x="0" y="139"/>
                    </a:lnTo>
                    <a:lnTo>
                      <a:pt x="108" y="229"/>
                    </a:lnTo>
                    <a:lnTo>
                      <a:pt x="216" y="131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0" name="îS1îḋe"/>
              <p:cNvSpPr/>
              <p:nvPr/>
            </p:nvSpPr>
            <p:spPr bwMode="auto">
              <a:xfrm>
                <a:off x="7250113" y="3208338"/>
                <a:ext cx="600075" cy="741363"/>
              </a:xfrm>
              <a:custGeom>
                <a:avLst/>
                <a:gdLst>
                  <a:gd name="T0" fmla="*/ 181 w 182"/>
                  <a:gd name="T1" fmla="*/ 101 h 225"/>
                  <a:gd name="T2" fmla="*/ 91 w 182"/>
                  <a:gd name="T3" fmla="*/ 6 h 225"/>
                  <a:gd name="T4" fmla="*/ 0 w 182"/>
                  <a:gd name="T5" fmla="*/ 101 h 225"/>
                  <a:gd name="T6" fmla="*/ 14 w 182"/>
                  <a:gd name="T7" fmla="*/ 181 h 225"/>
                  <a:gd name="T8" fmla="*/ 91 w 182"/>
                  <a:gd name="T9" fmla="*/ 225 h 225"/>
                  <a:gd name="T10" fmla="*/ 167 w 182"/>
                  <a:gd name="T11" fmla="*/ 181 h 225"/>
                  <a:gd name="T12" fmla="*/ 181 w 182"/>
                  <a:gd name="T13" fmla="*/ 101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2" h="225">
                    <a:moveTo>
                      <a:pt x="181" y="101"/>
                    </a:moveTo>
                    <a:cubicBezTo>
                      <a:pt x="181" y="2"/>
                      <a:pt x="91" y="6"/>
                      <a:pt x="91" y="6"/>
                    </a:cubicBezTo>
                    <a:cubicBezTo>
                      <a:pt x="91" y="6"/>
                      <a:pt x="0" y="0"/>
                      <a:pt x="0" y="101"/>
                    </a:cubicBezTo>
                    <a:cubicBezTo>
                      <a:pt x="0" y="101"/>
                      <a:pt x="0" y="159"/>
                      <a:pt x="14" y="181"/>
                    </a:cubicBezTo>
                    <a:cubicBezTo>
                      <a:pt x="33" y="210"/>
                      <a:pt x="67" y="225"/>
                      <a:pt x="91" y="225"/>
                    </a:cubicBezTo>
                    <a:cubicBezTo>
                      <a:pt x="114" y="225"/>
                      <a:pt x="149" y="212"/>
                      <a:pt x="167" y="181"/>
                    </a:cubicBezTo>
                    <a:cubicBezTo>
                      <a:pt x="182" y="157"/>
                      <a:pt x="181" y="101"/>
                      <a:pt x="181" y="101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1" name="íṣ1iďe"/>
              <p:cNvSpPr/>
              <p:nvPr/>
            </p:nvSpPr>
            <p:spPr bwMode="auto">
              <a:xfrm>
                <a:off x="7831138" y="3541713"/>
                <a:ext cx="68263" cy="160338"/>
              </a:xfrm>
              <a:custGeom>
                <a:avLst/>
                <a:gdLst>
                  <a:gd name="T0" fmla="*/ 3 w 21"/>
                  <a:gd name="T1" fmla="*/ 12 h 49"/>
                  <a:gd name="T2" fmla="*/ 15 w 21"/>
                  <a:gd name="T3" fmla="*/ 8 h 49"/>
                  <a:gd name="T4" fmla="*/ 0 w 21"/>
                  <a:gd name="T5" fmla="*/ 49 h 49"/>
                  <a:gd name="T6" fmla="*/ 3 w 21"/>
                  <a:gd name="T7" fmla="*/ 1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49">
                    <a:moveTo>
                      <a:pt x="3" y="12"/>
                    </a:moveTo>
                    <a:cubicBezTo>
                      <a:pt x="3" y="12"/>
                      <a:pt x="9" y="0"/>
                      <a:pt x="15" y="8"/>
                    </a:cubicBezTo>
                    <a:cubicBezTo>
                      <a:pt x="21" y="16"/>
                      <a:pt x="20" y="49"/>
                      <a:pt x="0" y="49"/>
                    </a:cubicBezTo>
                    <a:cubicBezTo>
                      <a:pt x="0" y="49"/>
                      <a:pt x="3" y="20"/>
                      <a:pt x="3" y="12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2" name="îṡlide"/>
              <p:cNvSpPr/>
              <p:nvPr/>
            </p:nvSpPr>
            <p:spPr bwMode="auto">
              <a:xfrm>
                <a:off x="7840663" y="3579813"/>
                <a:ext cx="39688" cy="85725"/>
              </a:xfrm>
              <a:custGeom>
                <a:avLst/>
                <a:gdLst>
                  <a:gd name="T0" fmla="*/ 0 w 12"/>
                  <a:gd name="T1" fmla="*/ 12 h 26"/>
                  <a:gd name="T2" fmla="*/ 8 w 12"/>
                  <a:gd name="T3" fmla="*/ 6 h 26"/>
                  <a:gd name="T4" fmla="*/ 4 w 12"/>
                  <a:gd name="T5" fmla="*/ 26 h 26"/>
                  <a:gd name="T6" fmla="*/ 0 w 12"/>
                  <a:gd name="T7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26">
                    <a:moveTo>
                      <a:pt x="0" y="12"/>
                    </a:moveTo>
                    <a:cubicBezTo>
                      <a:pt x="0" y="12"/>
                      <a:pt x="4" y="0"/>
                      <a:pt x="8" y="6"/>
                    </a:cubicBezTo>
                    <a:cubicBezTo>
                      <a:pt x="12" y="12"/>
                      <a:pt x="10" y="20"/>
                      <a:pt x="4" y="26"/>
                    </a:cubicBezTo>
                    <a:cubicBezTo>
                      <a:pt x="4" y="26"/>
                      <a:pt x="7" y="4"/>
                      <a:pt x="0" y="12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3" name="ïṥ1îḑê"/>
              <p:cNvSpPr/>
              <p:nvPr/>
            </p:nvSpPr>
            <p:spPr bwMode="auto">
              <a:xfrm>
                <a:off x="7194550" y="3541713"/>
                <a:ext cx="73025" cy="160338"/>
              </a:xfrm>
              <a:custGeom>
                <a:avLst/>
                <a:gdLst>
                  <a:gd name="T0" fmla="*/ 18 w 22"/>
                  <a:gd name="T1" fmla="*/ 12 h 49"/>
                  <a:gd name="T2" fmla="*/ 6 w 22"/>
                  <a:gd name="T3" fmla="*/ 8 h 49"/>
                  <a:gd name="T4" fmla="*/ 22 w 22"/>
                  <a:gd name="T5" fmla="*/ 49 h 49"/>
                  <a:gd name="T6" fmla="*/ 18 w 22"/>
                  <a:gd name="T7" fmla="*/ 1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49">
                    <a:moveTo>
                      <a:pt x="18" y="12"/>
                    </a:moveTo>
                    <a:cubicBezTo>
                      <a:pt x="18" y="12"/>
                      <a:pt x="12" y="0"/>
                      <a:pt x="6" y="8"/>
                    </a:cubicBezTo>
                    <a:cubicBezTo>
                      <a:pt x="0" y="16"/>
                      <a:pt x="2" y="49"/>
                      <a:pt x="22" y="49"/>
                    </a:cubicBezTo>
                    <a:cubicBezTo>
                      <a:pt x="22" y="49"/>
                      <a:pt x="18" y="20"/>
                      <a:pt x="18" y="12"/>
                    </a:cubicBezTo>
                    <a:close/>
                  </a:path>
                </a:pathLst>
              </a:custGeom>
              <a:solidFill>
                <a:srgbClr val="FECE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4" name="îṡ1îḋê"/>
              <p:cNvSpPr/>
              <p:nvPr/>
            </p:nvSpPr>
            <p:spPr bwMode="auto">
              <a:xfrm>
                <a:off x="7213600" y="3579813"/>
                <a:ext cx="39688" cy="85725"/>
              </a:xfrm>
              <a:custGeom>
                <a:avLst/>
                <a:gdLst>
                  <a:gd name="T0" fmla="*/ 12 w 12"/>
                  <a:gd name="T1" fmla="*/ 12 h 26"/>
                  <a:gd name="T2" fmla="*/ 4 w 12"/>
                  <a:gd name="T3" fmla="*/ 6 h 26"/>
                  <a:gd name="T4" fmla="*/ 8 w 12"/>
                  <a:gd name="T5" fmla="*/ 26 h 26"/>
                  <a:gd name="T6" fmla="*/ 12 w 12"/>
                  <a:gd name="T7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26">
                    <a:moveTo>
                      <a:pt x="12" y="12"/>
                    </a:moveTo>
                    <a:cubicBezTo>
                      <a:pt x="12" y="12"/>
                      <a:pt x="8" y="0"/>
                      <a:pt x="4" y="6"/>
                    </a:cubicBezTo>
                    <a:cubicBezTo>
                      <a:pt x="0" y="12"/>
                      <a:pt x="2" y="20"/>
                      <a:pt x="8" y="26"/>
                    </a:cubicBezTo>
                    <a:cubicBezTo>
                      <a:pt x="8" y="26"/>
                      <a:pt x="5" y="4"/>
                      <a:pt x="12" y="12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5" name="íṡ1ïdé"/>
              <p:cNvSpPr/>
              <p:nvPr/>
            </p:nvSpPr>
            <p:spPr bwMode="auto">
              <a:xfrm>
                <a:off x="7516813" y="3679825"/>
                <a:ext cx="69850" cy="42863"/>
              </a:xfrm>
              <a:prstGeom prst="ellipse">
                <a:avLst/>
              </a:pr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6" name="işḷíḍé"/>
              <p:cNvSpPr/>
              <p:nvPr/>
            </p:nvSpPr>
            <p:spPr bwMode="auto">
              <a:xfrm>
                <a:off x="7693025" y="3576638"/>
                <a:ext cx="55563" cy="76200"/>
              </a:xfrm>
              <a:prstGeom prst="ellipse">
                <a:avLst/>
              </a:pr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7" name="íṡ1íďé"/>
              <p:cNvSpPr/>
              <p:nvPr/>
            </p:nvSpPr>
            <p:spPr bwMode="auto">
              <a:xfrm>
                <a:off x="7362825" y="3576638"/>
                <a:ext cx="55563" cy="76200"/>
              </a:xfrm>
              <a:prstGeom prst="ellipse">
                <a:avLst/>
              </a:pr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8" name="íṡľíďê"/>
              <p:cNvSpPr/>
              <p:nvPr/>
            </p:nvSpPr>
            <p:spPr bwMode="auto">
              <a:xfrm>
                <a:off x="7669213" y="3505200"/>
                <a:ext cx="98425" cy="33338"/>
              </a:xfrm>
              <a:custGeom>
                <a:avLst/>
                <a:gdLst>
                  <a:gd name="T0" fmla="*/ 0 w 30"/>
                  <a:gd name="T1" fmla="*/ 6 h 10"/>
                  <a:gd name="T2" fmla="*/ 4 w 30"/>
                  <a:gd name="T3" fmla="*/ 3 h 10"/>
                  <a:gd name="T4" fmla="*/ 9 w 30"/>
                  <a:gd name="T5" fmla="*/ 1 h 10"/>
                  <a:gd name="T6" fmla="*/ 16 w 30"/>
                  <a:gd name="T7" fmla="*/ 0 h 10"/>
                  <a:gd name="T8" fmla="*/ 22 w 30"/>
                  <a:gd name="T9" fmla="*/ 2 h 10"/>
                  <a:gd name="T10" fmla="*/ 27 w 30"/>
                  <a:gd name="T11" fmla="*/ 5 h 10"/>
                  <a:gd name="T12" fmla="*/ 30 w 30"/>
                  <a:gd name="T13" fmla="*/ 10 h 10"/>
                  <a:gd name="T14" fmla="*/ 25 w 30"/>
                  <a:gd name="T15" fmla="*/ 8 h 10"/>
                  <a:gd name="T16" fmla="*/ 21 w 30"/>
                  <a:gd name="T17" fmla="*/ 7 h 10"/>
                  <a:gd name="T18" fmla="*/ 18 w 30"/>
                  <a:gd name="T19" fmla="*/ 7 h 10"/>
                  <a:gd name="T20" fmla="*/ 15 w 30"/>
                  <a:gd name="T21" fmla="*/ 7 h 10"/>
                  <a:gd name="T22" fmla="*/ 5 w 30"/>
                  <a:gd name="T23" fmla="*/ 6 h 10"/>
                  <a:gd name="T24" fmla="*/ 0 w 30"/>
                  <a:gd name="T25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" h="10">
                    <a:moveTo>
                      <a:pt x="0" y="6"/>
                    </a:moveTo>
                    <a:cubicBezTo>
                      <a:pt x="0" y="6"/>
                      <a:pt x="1" y="4"/>
                      <a:pt x="4" y="3"/>
                    </a:cubicBezTo>
                    <a:cubicBezTo>
                      <a:pt x="6" y="2"/>
                      <a:pt x="7" y="1"/>
                      <a:pt x="9" y="1"/>
                    </a:cubicBezTo>
                    <a:cubicBezTo>
                      <a:pt x="11" y="1"/>
                      <a:pt x="14" y="0"/>
                      <a:pt x="16" y="0"/>
                    </a:cubicBezTo>
                    <a:cubicBezTo>
                      <a:pt x="18" y="1"/>
                      <a:pt x="20" y="1"/>
                      <a:pt x="22" y="2"/>
                    </a:cubicBezTo>
                    <a:cubicBezTo>
                      <a:pt x="24" y="3"/>
                      <a:pt x="26" y="4"/>
                      <a:pt x="27" y="5"/>
                    </a:cubicBezTo>
                    <a:cubicBezTo>
                      <a:pt x="30" y="7"/>
                      <a:pt x="30" y="10"/>
                      <a:pt x="30" y="10"/>
                    </a:cubicBezTo>
                    <a:cubicBezTo>
                      <a:pt x="30" y="10"/>
                      <a:pt x="28" y="9"/>
                      <a:pt x="25" y="8"/>
                    </a:cubicBezTo>
                    <a:cubicBezTo>
                      <a:pt x="24" y="8"/>
                      <a:pt x="22" y="8"/>
                      <a:pt x="21" y="7"/>
                    </a:cubicBezTo>
                    <a:cubicBezTo>
                      <a:pt x="20" y="7"/>
                      <a:pt x="19" y="7"/>
                      <a:pt x="18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2" y="7"/>
                      <a:pt x="8" y="7"/>
                      <a:pt x="5" y="6"/>
                    </a:cubicBezTo>
                    <a:cubicBezTo>
                      <a:pt x="2" y="6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D3670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9" name="îṧļíďê"/>
              <p:cNvSpPr/>
              <p:nvPr/>
            </p:nvSpPr>
            <p:spPr bwMode="auto">
              <a:xfrm>
                <a:off x="7332663" y="3505200"/>
                <a:ext cx="101600" cy="33338"/>
              </a:xfrm>
              <a:custGeom>
                <a:avLst/>
                <a:gdLst>
                  <a:gd name="T0" fmla="*/ 31 w 31"/>
                  <a:gd name="T1" fmla="*/ 6 h 10"/>
                  <a:gd name="T2" fmla="*/ 26 w 31"/>
                  <a:gd name="T3" fmla="*/ 3 h 10"/>
                  <a:gd name="T4" fmla="*/ 21 w 31"/>
                  <a:gd name="T5" fmla="*/ 1 h 10"/>
                  <a:gd name="T6" fmla="*/ 14 w 31"/>
                  <a:gd name="T7" fmla="*/ 0 h 10"/>
                  <a:gd name="T8" fmla="*/ 8 w 31"/>
                  <a:gd name="T9" fmla="*/ 2 h 10"/>
                  <a:gd name="T10" fmla="*/ 3 w 31"/>
                  <a:gd name="T11" fmla="*/ 5 h 10"/>
                  <a:gd name="T12" fmla="*/ 0 w 31"/>
                  <a:gd name="T13" fmla="*/ 10 h 10"/>
                  <a:gd name="T14" fmla="*/ 5 w 31"/>
                  <a:gd name="T15" fmla="*/ 8 h 10"/>
                  <a:gd name="T16" fmla="*/ 9 w 31"/>
                  <a:gd name="T17" fmla="*/ 7 h 10"/>
                  <a:gd name="T18" fmla="*/ 12 w 31"/>
                  <a:gd name="T19" fmla="*/ 7 h 10"/>
                  <a:gd name="T20" fmla="*/ 15 w 31"/>
                  <a:gd name="T21" fmla="*/ 7 h 10"/>
                  <a:gd name="T22" fmla="*/ 25 w 31"/>
                  <a:gd name="T23" fmla="*/ 6 h 10"/>
                  <a:gd name="T24" fmla="*/ 31 w 31"/>
                  <a:gd name="T25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" h="10">
                    <a:moveTo>
                      <a:pt x="31" y="6"/>
                    </a:moveTo>
                    <a:cubicBezTo>
                      <a:pt x="31" y="6"/>
                      <a:pt x="29" y="4"/>
                      <a:pt x="26" y="3"/>
                    </a:cubicBezTo>
                    <a:cubicBezTo>
                      <a:pt x="25" y="2"/>
                      <a:pt x="23" y="1"/>
                      <a:pt x="21" y="1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2" y="1"/>
                      <a:pt x="10" y="1"/>
                      <a:pt x="8" y="2"/>
                    </a:cubicBezTo>
                    <a:cubicBezTo>
                      <a:pt x="6" y="3"/>
                      <a:pt x="4" y="4"/>
                      <a:pt x="3" y="5"/>
                    </a:cubicBezTo>
                    <a:cubicBezTo>
                      <a:pt x="0" y="7"/>
                      <a:pt x="0" y="10"/>
                      <a:pt x="0" y="10"/>
                    </a:cubicBezTo>
                    <a:cubicBezTo>
                      <a:pt x="0" y="10"/>
                      <a:pt x="2" y="9"/>
                      <a:pt x="5" y="8"/>
                    </a:cubicBezTo>
                    <a:cubicBezTo>
                      <a:pt x="6" y="8"/>
                      <a:pt x="8" y="8"/>
                      <a:pt x="9" y="7"/>
                    </a:cubicBezTo>
                    <a:cubicBezTo>
                      <a:pt x="10" y="7"/>
                      <a:pt x="11" y="7"/>
                      <a:pt x="12" y="7"/>
                    </a:cubicBezTo>
                    <a:cubicBezTo>
                      <a:pt x="13" y="7"/>
                      <a:pt x="14" y="7"/>
                      <a:pt x="15" y="7"/>
                    </a:cubicBezTo>
                    <a:cubicBezTo>
                      <a:pt x="18" y="7"/>
                      <a:pt x="22" y="7"/>
                      <a:pt x="25" y="6"/>
                    </a:cubicBezTo>
                    <a:cubicBezTo>
                      <a:pt x="28" y="6"/>
                      <a:pt x="31" y="6"/>
                      <a:pt x="31" y="6"/>
                    </a:cubicBezTo>
                    <a:close/>
                  </a:path>
                </a:pathLst>
              </a:custGeom>
              <a:solidFill>
                <a:srgbClr val="D3670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0" name="ïšľiḓè"/>
              <p:cNvSpPr/>
              <p:nvPr/>
            </p:nvSpPr>
            <p:spPr bwMode="auto">
              <a:xfrm>
                <a:off x="7504113" y="3781425"/>
                <a:ext cx="92075" cy="15875"/>
              </a:xfrm>
              <a:custGeom>
                <a:avLst/>
                <a:gdLst>
                  <a:gd name="T0" fmla="*/ 4 w 28"/>
                  <a:gd name="T1" fmla="*/ 5 h 5"/>
                  <a:gd name="T2" fmla="*/ 25 w 28"/>
                  <a:gd name="T3" fmla="*/ 5 h 5"/>
                  <a:gd name="T4" fmla="*/ 25 w 28"/>
                  <a:gd name="T5" fmla="*/ 0 h 5"/>
                  <a:gd name="T6" fmla="*/ 4 w 28"/>
                  <a:gd name="T7" fmla="*/ 0 h 5"/>
                  <a:gd name="T8" fmla="*/ 4 w 28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">
                    <a:moveTo>
                      <a:pt x="4" y="5"/>
                    </a:moveTo>
                    <a:cubicBezTo>
                      <a:pt x="11" y="5"/>
                      <a:pt x="18" y="5"/>
                      <a:pt x="25" y="5"/>
                    </a:cubicBezTo>
                    <a:cubicBezTo>
                      <a:pt x="28" y="5"/>
                      <a:pt x="28" y="0"/>
                      <a:pt x="25" y="0"/>
                    </a:cubicBezTo>
                    <a:cubicBezTo>
                      <a:pt x="18" y="0"/>
                      <a:pt x="11" y="0"/>
                      <a:pt x="4" y="0"/>
                    </a:cubicBezTo>
                    <a:cubicBezTo>
                      <a:pt x="0" y="0"/>
                      <a:pt x="0" y="5"/>
                      <a:pt x="4" y="5"/>
                    </a:cubicBezTo>
                    <a:close/>
                  </a:path>
                </a:pathLst>
              </a:custGeom>
              <a:solidFill>
                <a:srgbClr val="EEB8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1" name="iŝľïde"/>
              <p:cNvSpPr/>
              <p:nvPr/>
            </p:nvSpPr>
            <p:spPr bwMode="auto">
              <a:xfrm>
                <a:off x="7118350" y="3971925"/>
                <a:ext cx="857250" cy="1019175"/>
              </a:xfrm>
              <a:custGeom>
                <a:avLst/>
                <a:gdLst>
                  <a:gd name="T0" fmla="*/ 260 w 260"/>
                  <a:gd name="T1" fmla="*/ 24 h 309"/>
                  <a:gd name="T2" fmla="*/ 174 w 260"/>
                  <a:gd name="T3" fmla="*/ 0 h 309"/>
                  <a:gd name="T4" fmla="*/ 131 w 260"/>
                  <a:gd name="T5" fmla="*/ 34 h 309"/>
                  <a:gd name="T6" fmla="*/ 131 w 260"/>
                  <a:gd name="T7" fmla="*/ 34 h 309"/>
                  <a:gd name="T8" fmla="*/ 130 w 260"/>
                  <a:gd name="T9" fmla="*/ 34 h 309"/>
                  <a:gd name="T10" fmla="*/ 130 w 260"/>
                  <a:gd name="T11" fmla="*/ 34 h 309"/>
                  <a:gd name="T12" fmla="*/ 130 w 260"/>
                  <a:gd name="T13" fmla="*/ 34 h 309"/>
                  <a:gd name="T14" fmla="*/ 89 w 260"/>
                  <a:gd name="T15" fmla="*/ 0 h 309"/>
                  <a:gd name="T16" fmla="*/ 0 w 260"/>
                  <a:gd name="T17" fmla="*/ 8 h 309"/>
                  <a:gd name="T18" fmla="*/ 11 w 260"/>
                  <a:gd name="T19" fmla="*/ 130 h 309"/>
                  <a:gd name="T20" fmla="*/ 20 w 260"/>
                  <a:gd name="T21" fmla="*/ 183 h 309"/>
                  <a:gd name="T22" fmla="*/ 8 w 260"/>
                  <a:gd name="T23" fmla="*/ 309 h 309"/>
                  <a:gd name="T24" fmla="*/ 252 w 260"/>
                  <a:gd name="T25" fmla="*/ 309 h 309"/>
                  <a:gd name="T26" fmla="*/ 240 w 260"/>
                  <a:gd name="T27" fmla="*/ 183 h 309"/>
                  <a:gd name="T28" fmla="*/ 249 w 260"/>
                  <a:gd name="T29" fmla="*/ 130 h 309"/>
                  <a:gd name="T30" fmla="*/ 260 w 260"/>
                  <a:gd name="T31" fmla="*/ 24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0" h="309">
                    <a:moveTo>
                      <a:pt x="260" y="24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68" y="27"/>
                      <a:pt x="136" y="34"/>
                      <a:pt x="131" y="34"/>
                    </a:cubicBezTo>
                    <a:cubicBezTo>
                      <a:pt x="131" y="34"/>
                      <a:pt x="131" y="34"/>
                      <a:pt x="131" y="34"/>
                    </a:cubicBezTo>
                    <a:cubicBezTo>
                      <a:pt x="131" y="34"/>
                      <a:pt x="130" y="34"/>
                      <a:pt x="130" y="34"/>
                    </a:cubicBezTo>
                    <a:cubicBezTo>
                      <a:pt x="130" y="34"/>
                      <a:pt x="130" y="34"/>
                      <a:pt x="130" y="34"/>
                    </a:cubicBezTo>
                    <a:cubicBezTo>
                      <a:pt x="130" y="34"/>
                      <a:pt x="130" y="34"/>
                      <a:pt x="130" y="34"/>
                    </a:cubicBezTo>
                    <a:cubicBezTo>
                      <a:pt x="124" y="34"/>
                      <a:pt x="95" y="27"/>
                      <a:pt x="89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1" y="130"/>
                      <a:pt x="11" y="130"/>
                      <a:pt x="11" y="130"/>
                    </a:cubicBezTo>
                    <a:cubicBezTo>
                      <a:pt x="11" y="130"/>
                      <a:pt x="5" y="161"/>
                      <a:pt x="20" y="183"/>
                    </a:cubicBezTo>
                    <a:cubicBezTo>
                      <a:pt x="36" y="206"/>
                      <a:pt x="8" y="309"/>
                      <a:pt x="8" y="309"/>
                    </a:cubicBezTo>
                    <a:cubicBezTo>
                      <a:pt x="252" y="309"/>
                      <a:pt x="252" y="309"/>
                      <a:pt x="252" y="309"/>
                    </a:cubicBezTo>
                    <a:cubicBezTo>
                      <a:pt x="252" y="309"/>
                      <a:pt x="225" y="206"/>
                      <a:pt x="240" y="183"/>
                    </a:cubicBezTo>
                    <a:cubicBezTo>
                      <a:pt x="256" y="161"/>
                      <a:pt x="249" y="130"/>
                      <a:pt x="249" y="130"/>
                    </a:cubicBezTo>
                    <a:lnTo>
                      <a:pt x="260" y="24"/>
                    </a:lnTo>
                    <a:close/>
                  </a:path>
                </a:pathLst>
              </a:custGeom>
              <a:solidFill>
                <a:srgbClr val="F98A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2" name="íṥ1îḋe"/>
              <p:cNvSpPr/>
              <p:nvPr/>
            </p:nvSpPr>
            <p:spPr bwMode="auto">
              <a:xfrm>
                <a:off x="7088188" y="4991100"/>
                <a:ext cx="917575" cy="349250"/>
              </a:xfrm>
              <a:custGeom>
                <a:avLst/>
                <a:gdLst>
                  <a:gd name="T0" fmla="*/ 261 w 278"/>
                  <a:gd name="T1" fmla="*/ 0 h 106"/>
                  <a:gd name="T2" fmla="*/ 137 w 278"/>
                  <a:gd name="T3" fmla="*/ 0 h 106"/>
                  <a:gd name="T4" fmla="*/ 17 w 278"/>
                  <a:gd name="T5" fmla="*/ 0 h 106"/>
                  <a:gd name="T6" fmla="*/ 54 w 278"/>
                  <a:gd name="T7" fmla="*/ 106 h 106"/>
                  <a:gd name="T8" fmla="*/ 137 w 278"/>
                  <a:gd name="T9" fmla="*/ 106 h 106"/>
                  <a:gd name="T10" fmla="*/ 224 w 278"/>
                  <a:gd name="T11" fmla="*/ 106 h 106"/>
                  <a:gd name="T12" fmla="*/ 261 w 278"/>
                  <a:gd name="T13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8" h="106">
                    <a:moveTo>
                      <a:pt x="261" y="0"/>
                    </a:moveTo>
                    <a:cubicBezTo>
                      <a:pt x="137" y="0"/>
                      <a:pt x="137" y="0"/>
                      <a:pt x="13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0" y="106"/>
                      <a:pt x="54" y="106"/>
                    </a:cubicBezTo>
                    <a:cubicBezTo>
                      <a:pt x="109" y="106"/>
                      <a:pt x="137" y="106"/>
                      <a:pt x="137" y="106"/>
                    </a:cubicBezTo>
                    <a:cubicBezTo>
                      <a:pt x="137" y="106"/>
                      <a:pt x="169" y="106"/>
                      <a:pt x="224" y="106"/>
                    </a:cubicBezTo>
                    <a:cubicBezTo>
                      <a:pt x="278" y="106"/>
                      <a:pt x="261" y="0"/>
                      <a:pt x="261" y="0"/>
                    </a:cubicBezTo>
                    <a:close/>
                  </a:path>
                </a:pathLst>
              </a:custGeom>
              <a:solidFill>
                <a:srgbClr val="7FAE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3" name="ï$ľîḋê"/>
              <p:cNvSpPr/>
              <p:nvPr/>
            </p:nvSpPr>
            <p:spPr bwMode="auto">
              <a:xfrm>
                <a:off x="6537325" y="5284788"/>
                <a:ext cx="268288" cy="227013"/>
              </a:xfrm>
              <a:custGeom>
                <a:avLst/>
                <a:gdLst>
                  <a:gd name="T0" fmla="*/ 70 w 81"/>
                  <a:gd name="T1" fmla="*/ 0 h 69"/>
                  <a:gd name="T2" fmla="*/ 2 w 81"/>
                  <a:gd name="T3" fmla="*/ 38 h 69"/>
                  <a:gd name="T4" fmla="*/ 81 w 81"/>
                  <a:gd name="T5" fmla="*/ 63 h 69"/>
                  <a:gd name="T6" fmla="*/ 70 w 81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69">
                    <a:moveTo>
                      <a:pt x="70" y="0"/>
                    </a:moveTo>
                    <a:cubicBezTo>
                      <a:pt x="70" y="0"/>
                      <a:pt x="0" y="8"/>
                      <a:pt x="2" y="38"/>
                    </a:cubicBezTo>
                    <a:cubicBezTo>
                      <a:pt x="3" y="69"/>
                      <a:pt x="81" y="63"/>
                      <a:pt x="81" y="63"/>
                    </a:cubicBez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242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4" name="îşľíḋe"/>
              <p:cNvSpPr/>
              <p:nvPr/>
            </p:nvSpPr>
            <p:spPr bwMode="auto">
              <a:xfrm>
                <a:off x="6732588" y="4795838"/>
                <a:ext cx="1787525" cy="712788"/>
              </a:xfrm>
              <a:custGeom>
                <a:avLst/>
                <a:gdLst>
                  <a:gd name="T0" fmla="*/ 0 w 542"/>
                  <a:gd name="T1" fmla="*/ 147 h 216"/>
                  <a:gd name="T2" fmla="*/ 511 w 542"/>
                  <a:gd name="T3" fmla="*/ 101 h 216"/>
                  <a:gd name="T4" fmla="*/ 8 w 542"/>
                  <a:gd name="T5" fmla="*/ 216 h 216"/>
                  <a:gd name="T6" fmla="*/ 0 w 542"/>
                  <a:gd name="T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2" h="216">
                    <a:moveTo>
                      <a:pt x="0" y="147"/>
                    </a:moveTo>
                    <a:cubicBezTo>
                      <a:pt x="0" y="147"/>
                      <a:pt x="480" y="0"/>
                      <a:pt x="511" y="101"/>
                    </a:cubicBezTo>
                    <a:cubicBezTo>
                      <a:pt x="542" y="201"/>
                      <a:pt x="8" y="216"/>
                      <a:pt x="8" y="216"/>
                    </a:cubicBezTo>
                    <a:lnTo>
                      <a:pt x="0" y="147"/>
                    </a:lnTo>
                    <a:close/>
                  </a:path>
                </a:pathLst>
              </a:custGeom>
              <a:solidFill>
                <a:srgbClr val="5EA0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5" name="ïṧ1ïḍé"/>
              <p:cNvSpPr/>
              <p:nvPr/>
            </p:nvSpPr>
            <p:spPr bwMode="auto">
              <a:xfrm>
                <a:off x="8266113" y="5330825"/>
                <a:ext cx="280988" cy="239713"/>
              </a:xfrm>
              <a:custGeom>
                <a:avLst/>
                <a:gdLst>
                  <a:gd name="T0" fmla="*/ 15 w 85"/>
                  <a:gd name="T1" fmla="*/ 0 h 73"/>
                  <a:gd name="T2" fmla="*/ 81 w 85"/>
                  <a:gd name="T3" fmla="*/ 43 h 73"/>
                  <a:gd name="T4" fmla="*/ 0 w 85"/>
                  <a:gd name="T5" fmla="*/ 62 h 73"/>
                  <a:gd name="T6" fmla="*/ 15 w 85"/>
                  <a:gd name="T7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73">
                    <a:moveTo>
                      <a:pt x="15" y="0"/>
                    </a:moveTo>
                    <a:cubicBezTo>
                      <a:pt x="15" y="0"/>
                      <a:pt x="85" y="13"/>
                      <a:pt x="81" y="43"/>
                    </a:cubicBezTo>
                    <a:cubicBezTo>
                      <a:pt x="77" y="73"/>
                      <a:pt x="0" y="62"/>
                      <a:pt x="0" y="62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242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6" name="iśļîḍe"/>
              <p:cNvSpPr/>
              <p:nvPr/>
            </p:nvSpPr>
            <p:spPr bwMode="auto">
              <a:xfrm>
                <a:off x="6557963" y="4730750"/>
                <a:ext cx="1793875" cy="823913"/>
              </a:xfrm>
              <a:custGeom>
                <a:avLst/>
                <a:gdLst>
                  <a:gd name="T0" fmla="*/ 544 w 544"/>
                  <a:gd name="T1" fmla="*/ 182 h 250"/>
                  <a:gd name="T2" fmla="*/ 38 w 544"/>
                  <a:gd name="T3" fmla="*/ 99 h 250"/>
                  <a:gd name="T4" fmla="*/ 532 w 544"/>
                  <a:gd name="T5" fmla="*/ 250 h 250"/>
                  <a:gd name="T6" fmla="*/ 544 w 544"/>
                  <a:gd name="T7" fmla="*/ 182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4" h="250">
                    <a:moveTo>
                      <a:pt x="544" y="182"/>
                    </a:moveTo>
                    <a:cubicBezTo>
                      <a:pt x="544" y="182"/>
                      <a:pt x="77" y="0"/>
                      <a:pt x="38" y="99"/>
                    </a:cubicBezTo>
                    <a:cubicBezTo>
                      <a:pt x="0" y="197"/>
                      <a:pt x="532" y="250"/>
                      <a:pt x="532" y="250"/>
                    </a:cubicBezTo>
                    <a:lnTo>
                      <a:pt x="544" y="182"/>
                    </a:lnTo>
                    <a:close/>
                  </a:path>
                </a:pathLst>
              </a:custGeom>
              <a:solidFill>
                <a:srgbClr val="70B6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7" name="iṣľíďè"/>
              <p:cNvSpPr/>
              <p:nvPr/>
            </p:nvSpPr>
            <p:spPr bwMode="auto">
              <a:xfrm>
                <a:off x="7115175" y="3198813"/>
                <a:ext cx="854075" cy="385763"/>
              </a:xfrm>
              <a:custGeom>
                <a:avLst/>
                <a:gdLst>
                  <a:gd name="T0" fmla="*/ 43 w 259"/>
                  <a:gd name="T1" fmla="*/ 117 h 117"/>
                  <a:gd name="T2" fmla="*/ 66 w 259"/>
                  <a:gd name="T3" fmla="*/ 74 h 117"/>
                  <a:gd name="T4" fmla="*/ 135 w 259"/>
                  <a:gd name="T5" fmla="*/ 95 h 117"/>
                  <a:gd name="T6" fmla="*/ 119 w 259"/>
                  <a:gd name="T7" fmla="*/ 64 h 117"/>
                  <a:gd name="T8" fmla="*/ 220 w 259"/>
                  <a:gd name="T9" fmla="*/ 113 h 117"/>
                  <a:gd name="T10" fmla="*/ 230 w 259"/>
                  <a:gd name="T11" fmla="*/ 110 h 117"/>
                  <a:gd name="T12" fmla="*/ 129 w 259"/>
                  <a:gd name="T13" fmla="*/ 0 h 117"/>
                  <a:gd name="T14" fmla="*/ 30 w 259"/>
                  <a:gd name="T15" fmla="*/ 112 h 117"/>
                  <a:gd name="T16" fmla="*/ 43 w 259"/>
                  <a:gd name="T17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9" h="117">
                    <a:moveTo>
                      <a:pt x="43" y="117"/>
                    </a:moveTo>
                    <a:cubicBezTo>
                      <a:pt x="43" y="117"/>
                      <a:pt x="58" y="84"/>
                      <a:pt x="66" y="74"/>
                    </a:cubicBezTo>
                    <a:cubicBezTo>
                      <a:pt x="66" y="74"/>
                      <a:pt x="92" y="93"/>
                      <a:pt x="135" y="95"/>
                    </a:cubicBezTo>
                    <a:cubicBezTo>
                      <a:pt x="135" y="95"/>
                      <a:pt x="123" y="69"/>
                      <a:pt x="119" y="64"/>
                    </a:cubicBezTo>
                    <a:cubicBezTo>
                      <a:pt x="119" y="64"/>
                      <a:pt x="178" y="110"/>
                      <a:pt x="220" y="113"/>
                    </a:cubicBezTo>
                    <a:cubicBezTo>
                      <a:pt x="230" y="110"/>
                      <a:pt x="230" y="110"/>
                      <a:pt x="230" y="110"/>
                    </a:cubicBezTo>
                    <a:cubicBezTo>
                      <a:pt x="230" y="110"/>
                      <a:pt x="259" y="0"/>
                      <a:pt x="129" y="0"/>
                    </a:cubicBezTo>
                    <a:cubicBezTo>
                      <a:pt x="0" y="0"/>
                      <a:pt x="30" y="112"/>
                      <a:pt x="30" y="112"/>
                    </a:cubicBez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EA75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8" name="îSļíḑé"/>
              <p:cNvSpPr/>
              <p:nvPr/>
            </p:nvSpPr>
            <p:spPr bwMode="auto">
              <a:xfrm>
                <a:off x="7378700" y="3600450"/>
                <a:ext cx="1801813" cy="2058988"/>
              </a:xfrm>
              <a:custGeom>
                <a:avLst/>
                <a:gdLst>
                  <a:gd name="T0" fmla="*/ 232 w 546"/>
                  <a:gd name="T1" fmla="*/ 409 h 625"/>
                  <a:gd name="T2" fmla="*/ 194 w 546"/>
                  <a:gd name="T3" fmla="*/ 461 h 625"/>
                  <a:gd name="T4" fmla="*/ 127 w 546"/>
                  <a:gd name="T5" fmla="*/ 471 h 625"/>
                  <a:gd name="T6" fmla="*/ 116 w 546"/>
                  <a:gd name="T7" fmla="*/ 404 h 625"/>
                  <a:gd name="T8" fmla="*/ 176 w 546"/>
                  <a:gd name="T9" fmla="*/ 321 h 625"/>
                  <a:gd name="T10" fmla="*/ 178 w 546"/>
                  <a:gd name="T11" fmla="*/ 320 h 625"/>
                  <a:gd name="T12" fmla="*/ 179 w 546"/>
                  <a:gd name="T13" fmla="*/ 318 h 625"/>
                  <a:gd name="T14" fmla="*/ 246 w 546"/>
                  <a:gd name="T15" fmla="*/ 307 h 625"/>
                  <a:gd name="T16" fmla="*/ 402 w 546"/>
                  <a:gd name="T17" fmla="*/ 284 h 625"/>
                  <a:gd name="T18" fmla="*/ 376 w 546"/>
                  <a:gd name="T19" fmla="*/ 129 h 625"/>
                  <a:gd name="T20" fmla="*/ 268 w 546"/>
                  <a:gd name="T21" fmla="*/ 117 h 625"/>
                  <a:gd name="T22" fmla="*/ 203 w 546"/>
                  <a:gd name="T23" fmla="*/ 92 h 625"/>
                  <a:gd name="T24" fmla="*/ 228 w 546"/>
                  <a:gd name="T25" fmla="*/ 29 h 625"/>
                  <a:gd name="T26" fmla="*/ 433 w 546"/>
                  <a:gd name="T27" fmla="*/ 51 h 625"/>
                  <a:gd name="T28" fmla="*/ 479 w 546"/>
                  <a:gd name="T29" fmla="*/ 341 h 625"/>
                  <a:gd name="T30" fmla="*/ 232 w 546"/>
                  <a:gd name="T31" fmla="*/ 409 h 625"/>
                  <a:gd name="T32" fmla="*/ 105 w 546"/>
                  <a:gd name="T33" fmla="*/ 583 h 625"/>
                  <a:gd name="T34" fmla="*/ 94 w 546"/>
                  <a:gd name="T35" fmla="*/ 598 h 625"/>
                  <a:gd name="T36" fmla="*/ 27 w 546"/>
                  <a:gd name="T37" fmla="*/ 608 h 625"/>
                  <a:gd name="T38" fmla="*/ 16 w 546"/>
                  <a:gd name="T39" fmla="*/ 541 h 625"/>
                  <a:gd name="T40" fmla="*/ 27 w 546"/>
                  <a:gd name="T41" fmla="*/ 527 h 625"/>
                  <a:gd name="T42" fmla="*/ 94 w 546"/>
                  <a:gd name="T43" fmla="*/ 516 h 625"/>
                  <a:gd name="T44" fmla="*/ 105 w 546"/>
                  <a:gd name="T45" fmla="*/ 583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46" h="625">
                    <a:moveTo>
                      <a:pt x="232" y="409"/>
                    </a:moveTo>
                    <a:cubicBezTo>
                      <a:pt x="194" y="461"/>
                      <a:pt x="194" y="461"/>
                      <a:pt x="194" y="461"/>
                    </a:cubicBezTo>
                    <a:cubicBezTo>
                      <a:pt x="178" y="483"/>
                      <a:pt x="149" y="488"/>
                      <a:pt x="127" y="471"/>
                    </a:cubicBezTo>
                    <a:cubicBezTo>
                      <a:pt x="106" y="456"/>
                      <a:pt x="100" y="426"/>
                      <a:pt x="116" y="404"/>
                    </a:cubicBezTo>
                    <a:cubicBezTo>
                      <a:pt x="176" y="321"/>
                      <a:pt x="176" y="321"/>
                      <a:pt x="176" y="321"/>
                    </a:cubicBezTo>
                    <a:cubicBezTo>
                      <a:pt x="177" y="320"/>
                      <a:pt x="178" y="321"/>
                      <a:pt x="178" y="320"/>
                    </a:cubicBezTo>
                    <a:cubicBezTo>
                      <a:pt x="178" y="319"/>
                      <a:pt x="178" y="319"/>
                      <a:pt x="179" y="318"/>
                    </a:cubicBezTo>
                    <a:cubicBezTo>
                      <a:pt x="194" y="297"/>
                      <a:pt x="225" y="292"/>
                      <a:pt x="246" y="307"/>
                    </a:cubicBezTo>
                    <a:cubicBezTo>
                      <a:pt x="296" y="344"/>
                      <a:pt x="366" y="334"/>
                      <a:pt x="402" y="284"/>
                    </a:cubicBezTo>
                    <a:cubicBezTo>
                      <a:pt x="438" y="234"/>
                      <a:pt x="426" y="165"/>
                      <a:pt x="376" y="129"/>
                    </a:cubicBezTo>
                    <a:cubicBezTo>
                      <a:pt x="343" y="105"/>
                      <a:pt x="302" y="102"/>
                      <a:pt x="268" y="117"/>
                    </a:cubicBezTo>
                    <a:cubicBezTo>
                      <a:pt x="243" y="128"/>
                      <a:pt x="214" y="117"/>
                      <a:pt x="203" y="92"/>
                    </a:cubicBezTo>
                    <a:cubicBezTo>
                      <a:pt x="193" y="67"/>
                      <a:pt x="203" y="40"/>
                      <a:pt x="228" y="29"/>
                    </a:cubicBezTo>
                    <a:cubicBezTo>
                      <a:pt x="293" y="0"/>
                      <a:pt x="372" y="6"/>
                      <a:pt x="433" y="51"/>
                    </a:cubicBezTo>
                    <a:cubicBezTo>
                      <a:pt x="525" y="118"/>
                      <a:pt x="546" y="248"/>
                      <a:pt x="479" y="341"/>
                    </a:cubicBezTo>
                    <a:cubicBezTo>
                      <a:pt x="422" y="419"/>
                      <a:pt x="319" y="445"/>
                      <a:pt x="232" y="409"/>
                    </a:cubicBezTo>
                    <a:close/>
                    <a:moveTo>
                      <a:pt x="105" y="583"/>
                    </a:moveTo>
                    <a:cubicBezTo>
                      <a:pt x="94" y="598"/>
                      <a:pt x="94" y="598"/>
                      <a:pt x="94" y="598"/>
                    </a:cubicBezTo>
                    <a:cubicBezTo>
                      <a:pt x="78" y="620"/>
                      <a:pt x="49" y="625"/>
                      <a:pt x="27" y="608"/>
                    </a:cubicBezTo>
                    <a:cubicBezTo>
                      <a:pt x="6" y="593"/>
                      <a:pt x="0" y="563"/>
                      <a:pt x="16" y="541"/>
                    </a:cubicBezTo>
                    <a:cubicBezTo>
                      <a:pt x="27" y="527"/>
                      <a:pt x="27" y="527"/>
                      <a:pt x="27" y="527"/>
                    </a:cubicBezTo>
                    <a:cubicBezTo>
                      <a:pt x="42" y="505"/>
                      <a:pt x="73" y="501"/>
                      <a:pt x="94" y="516"/>
                    </a:cubicBezTo>
                    <a:cubicBezTo>
                      <a:pt x="116" y="532"/>
                      <a:pt x="120" y="562"/>
                      <a:pt x="105" y="583"/>
                    </a:cubicBezTo>
                    <a:close/>
                  </a:path>
                </a:pathLst>
              </a:custGeom>
              <a:solidFill>
                <a:srgbClr val="F4B5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9" name="íṩļîḑê"/>
              <p:cNvSpPr/>
              <p:nvPr/>
            </p:nvSpPr>
            <p:spPr bwMode="auto">
              <a:xfrm>
                <a:off x="7310438" y="3551238"/>
                <a:ext cx="1800225" cy="2055813"/>
              </a:xfrm>
              <a:custGeom>
                <a:avLst/>
                <a:gdLst>
                  <a:gd name="T0" fmla="*/ 231 w 546"/>
                  <a:gd name="T1" fmla="*/ 408 h 624"/>
                  <a:gd name="T2" fmla="*/ 194 w 546"/>
                  <a:gd name="T3" fmla="*/ 460 h 624"/>
                  <a:gd name="T4" fmla="*/ 126 w 546"/>
                  <a:gd name="T5" fmla="*/ 471 h 624"/>
                  <a:gd name="T6" fmla="*/ 116 w 546"/>
                  <a:gd name="T7" fmla="*/ 403 h 624"/>
                  <a:gd name="T8" fmla="*/ 176 w 546"/>
                  <a:gd name="T9" fmla="*/ 321 h 624"/>
                  <a:gd name="T10" fmla="*/ 178 w 546"/>
                  <a:gd name="T11" fmla="*/ 320 h 624"/>
                  <a:gd name="T12" fmla="*/ 178 w 546"/>
                  <a:gd name="T13" fmla="*/ 317 h 624"/>
                  <a:gd name="T14" fmla="*/ 246 w 546"/>
                  <a:gd name="T15" fmla="*/ 307 h 624"/>
                  <a:gd name="T16" fmla="*/ 402 w 546"/>
                  <a:gd name="T17" fmla="*/ 284 h 624"/>
                  <a:gd name="T18" fmla="*/ 376 w 546"/>
                  <a:gd name="T19" fmla="*/ 128 h 624"/>
                  <a:gd name="T20" fmla="*/ 267 w 546"/>
                  <a:gd name="T21" fmla="*/ 116 h 624"/>
                  <a:gd name="T22" fmla="*/ 203 w 546"/>
                  <a:gd name="T23" fmla="*/ 91 h 624"/>
                  <a:gd name="T24" fmla="*/ 228 w 546"/>
                  <a:gd name="T25" fmla="*/ 28 h 624"/>
                  <a:gd name="T26" fmla="*/ 433 w 546"/>
                  <a:gd name="T27" fmla="*/ 50 h 624"/>
                  <a:gd name="T28" fmla="*/ 479 w 546"/>
                  <a:gd name="T29" fmla="*/ 340 h 624"/>
                  <a:gd name="T30" fmla="*/ 231 w 546"/>
                  <a:gd name="T31" fmla="*/ 408 h 624"/>
                  <a:gd name="T32" fmla="*/ 104 w 546"/>
                  <a:gd name="T33" fmla="*/ 583 h 624"/>
                  <a:gd name="T34" fmla="*/ 94 w 546"/>
                  <a:gd name="T35" fmla="*/ 597 h 624"/>
                  <a:gd name="T36" fmla="*/ 26 w 546"/>
                  <a:gd name="T37" fmla="*/ 608 h 624"/>
                  <a:gd name="T38" fmla="*/ 16 w 546"/>
                  <a:gd name="T39" fmla="*/ 540 h 624"/>
                  <a:gd name="T40" fmla="*/ 26 w 546"/>
                  <a:gd name="T41" fmla="*/ 526 h 624"/>
                  <a:gd name="T42" fmla="*/ 94 w 546"/>
                  <a:gd name="T43" fmla="*/ 515 h 624"/>
                  <a:gd name="T44" fmla="*/ 104 w 546"/>
                  <a:gd name="T45" fmla="*/ 583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46" h="624">
                    <a:moveTo>
                      <a:pt x="231" y="408"/>
                    </a:moveTo>
                    <a:cubicBezTo>
                      <a:pt x="194" y="460"/>
                      <a:pt x="194" y="460"/>
                      <a:pt x="194" y="460"/>
                    </a:cubicBezTo>
                    <a:cubicBezTo>
                      <a:pt x="177" y="482"/>
                      <a:pt x="149" y="487"/>
                      <a:pt x="126" y="471"/>
                    </a:cubicBezTo>
                    <a:cubicBezTo>
                      <a:pt x="106" y="456"/>
                      <a:pt x="99" y="426"/>
                      <a:pt x="116" y="403"/>
                    </a:cubicBezTo>
                    <a:cubicBezTo>
                      <a:pt x="176" y="321"/>
                      <a:pt x="176" y="321"/>
                      <a:pt x="176" y="321"/>
                    </a:cubicBezTo>
                    <a:cubicBezTo>
                      <a:pt x="177" y="320"/>
                      <a:pt x="177" y="320"/>
                      <a:pt x="178" y="320"/>
                    </a:cubicBezTo>
                    <a:cubicBezTo>
                      <a:pt x="178" y="318"/>
                      <a:pt x="178" y="318"/>
                      <a:pt x="178" y="317"/>
                    </a:cubicBezTo>
                    <a:cubicBezTo>
                      <a:pt x="193" y="297"/>
                      <a:pt x="225" y="292"/>
                      <a:pt x="246" y="307"/>
                    </a:cubicBezTo>
                    <a:cubicBezTo>
                      <a:pt x="296" y="343"/>
                      <a:pt x="366" y="333"/>
                      <a:pt x="402" y="284"/>
                    </a:cubicBezTo>
                    <a:cubicBezTo>
                      <a:pt x="438" y="234"/>
                      <a:pt x="426" y="165"/>
                      <a:pt x="376" y="128"/>
                    </a:cubicBezTo>
                    <a:cubicBezTo>
                      <a:pt x="343" y="105"/>
                      <a:pt x="302" y="101"/>
                      <a:pt x="267" y="116"/>
                    </a:cubicBezTo>
                    <a:cubicBezTo>
                      <a:pt x="242" y="127"/>
                      <a:pt x="214" y="116"/>
                      <a:pt x="203" y="91"/>
                    </a:cubicBezTo>
                    <a:cubicBezTo>
                      <a:pt x="193" y="67"/>
                      <a:pt x="203" y="39"/>
                      <a:pt x="228" y="28"/>
                    </a:cubicBezTo>
                    <a:cubicBezTo>
                      <a:pt x="293" y="0"/>
                      <a:pt x="371" y="6"/>
                      <a:pt x="433" y="50"/>
                    </a:cubicBezTo>
                    <a:cubicBezTo>
                      <a:pt x="525" y="118"/>
                      <a:pt x="546" y="248"/>
                      <a:pt x="479" y="340"/>
                    </a:cubicBezTo>
                    <a:cubicBezTo>
                      <a:pt x="421" y="419"/>
                      <a:pt x="318" y="445"/>
                      <a:pt x="231" y="408"/>
                    </a:cubicBezTo>
                    <a:close/>
                    <a:moveTo>
                      <a:pt x="104" y="583"/>
                    </a:moveTo>
                    <a:cubicBezTo>
                      <a:pt x="94" y="597"/>
                      <a:pt x="94" y="597"/>
                      <a:pt x="94" y="597"/>
                    </a:cubicBezTo>
                    <a:cubicBezTo>
                      <a:pt x="78" y="619"/>
                      <a:pt x="49" y="624"/>
                      <a:pt x="26" y="608"/>
                    </a:cubicBezTo>
                    <a:cubicBezTo>
                      <a:pt x="6" y="593"/>
                      <a:pt x="0" y="563"/>
                      <a:pt x="16" y="540"/>
                    </a:cubicBezTo>
                    <a:cubicBezTo>
                      <a:pt x="26" y="526"/>
                      <a:pt x="26" y="526"/>
                      <a:pt x="26" y="526"/>
                    </a:cubicBezTo>
                    <a:cubicBezTo>
                      <a:pt x="42" y="504"/>
                      <a:pt x="73" y="500"/>
                      <a:pt x="94" y="515"/>
                    </a:cubicBezTo>
                    <a:cubicBezTo>
                      <a:pt x="116" y="532"/>
                      <a:pt x="120" y="561"/>
                      <a:pt x="104" y="583"/>
                    </a:cubicBezTo>
                    <a:close/>
                  </a:path>
                </a:pathLst>
              </a:custGeom>
              <a:solidFill>
                <a:srgbClr val="FFD1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0" name="iŝľiḓe"/>
              <p:cNvSpPr/>
              <p:nvPr/>
            </p:nvSpPr>
            <p:spPr bwMode="auto">
              <a:xfrm>
                <a:off x="6931025" y="3998913"/>
                <a:ext cx="220663" cy="369888"/>
              </a:xfrm>
              <a:custGeom>
                <a:avLst/>
                <a:gdLst>
                  <a:gd name="T0" fmla="*/ 57 w 67"/>
                  <a:gd name="T1" fmla="*/ 0 h 112"/>
                  <a:gd name="T2" fmla="*/ 0 w 67"/>
                  <a:gd name="T3" fmla="*/ 48 h 112"/>
                  <a:gd name="T4" fmla="*/ 67 w 67"/>
                  <a:gd name="T5" fmla="*/ 112 h 112"/>
                  <a:gd name="T6" fmla="*/ 57 w 67"/>
                  <a:gd name="T7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112">
                    <a:moveTo>
                      <a:pt x="57" y="0"/>
                    </a:moveTo>
                    <a:cubicBezTo>
                      <a:pt x="57" y="0"/>
                      <a:pt x="19" y="11"/>
                      <a:pt x="0" y="48"/>
                    </a:cubicBezTo>
                    <a:cubicBezTo>
                      <a:pt x="67" y="112"/>
                      <a:pt x="67" y="112"/>
                      <a:pt x="67" y="112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FFA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1" name="iṣ1íḍê"/>
              <p:cNvSpPr/>
              <p:nvPr/>
            </p:nvSpPr>
            <p:spPr bwMode="auto">
              <a:xfrm>
                <a:off x="7939088" y="4051300"/>
                <a:ext cx="234950" cy="349250"/>
              </a:xfrm>
              <a:custGeom>
                <a:avLst/>
                <a:gdLst>
                  <a:gd name="T0" fmla="*/ 11 w 71"/>
                  <a:gd name="T1" fmla="*/ 0 h 106"/>
                  <a:gd name="T2" fmla="*/ 71 w 71"/>
                  <a:gd name="T3" fmla="*/ 52 h 106"/>
                  <a:gd name="T4" fmla="*/ 0 w 71"/>
                  <a:gd name="T5" fmla="*/ 106 h 106"/>
                  <a:gd name="T6" fmla="*/ 11 w 71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06">
                    <a:moveTo>
                      <a:pt x="11" y="0"/>
                    </a:moveTo>
                    <a:cubicBezTo>
                      <a:pt x="11" y="0"/>
                      <a:pt x="58" y="24"/>
                      <a:pt x="71" y="52"/>
                    </a:cubicBezTo>
                    <a:cubicBezTo>
                      <a:pt x="0" y="106"/>
                      <a:pt x="0" y="106"/>
                      <a:pt x="0" y="106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A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2" name="îsḷiḍé"/>
              <p:cNvSpPr/>
              <p:nvPr/>
            </p:nvSpPr>
            <p:spPr bwMode="auto">
              <a:xfrm>
                <a:off x="3668713" y="2147888"/>
                <a:ext cx="1001713" cy="503238"/>
              </a:xfrm>
              <a:custGeom>
                <a:avLst/>
                <a:gdLst>
                  <a:gd name="T0" fmla="*/ 304 w 304"/>
                  <a:gd name="T1" fmla="*/ 91 h 153"/>
                  <a:gd name="T2" fmla="*/ 281 w 304"/>
                  <a:gd name="T3" fmla="*/ 61 h 153"/>
                  <a:gd name="T4" fmla="*/ 285 w 304"/>
                  <a:gd name="T5" fmla="*/ 43 h 153"/>
                  <a:gd name="T6" fmla="*/ 241 w 304"/>
                  <a:gd name="T7" fmla="*/ 0 h 153"/>
                  <a:gd name="T8" fmla="*/ 198 w 304"/>
                  <a:gd name="T9" fmla="*/ 43 h 153"/>
                  <a:gd name="T10" fmla="*/ 210 w 304"/>
                  <a:gd name="T11" fmla="*/ 73 h 153"/>
                  <a:gd name="T12" fmla="*/ 208 w 304"/>
                  <a:gd name="T13" fmla="*/ 76 h 153"/>
                  <a:gd name="T14" fmla="*/ 205 w 304"/>
                  <a:gd name="T15" fmla="*/ 76 h 153"/>
                  <a:gd name="T16" fmla="*/ 182 w 304"/>
                  <a:gd name="T17" fmla="*/ 86 h 153"/>
                  <a:gd name="T18" fmla="*/ 172 w 304"/>
                  <a:gd name="T19" fmla="*/ 84 h 153"/>
                  <a:gd name="T20" fmla="*/ 152 w 304"/>
                  <a:gd name="T21" fmla="*/ 92 h 153"/>
                  <a:gd name="T22" fmla="*/ 132 w 304"/>
                  <a:gd name="T23" fmla="*/ 84 h 153"/>
                  <a:gd name="T24" fmla="*/ 122 w 304"/>
                  <a:gd name="T25" fmla="*/ 86 h 153"/>
                  <a:gd name="T26" fmla="*/ 99 w 304"/>
                  <a:gd name="T27" fmla="*/ 76 h 153"/>
                  <a:gd name="T28" fmla="*/ 95 w 304"/>
                  <a:gd name="T29" fmla="*/ 76 h 153"/>
                  <a:gd name="T30" fmla="*/ 94 w 304"/>
                  <a:gd name="T31" fmla="*/ 73 h 153"/>
                  <a:gd name="T32" fmla="*/ 106 w 304"/>
                  <a:gd name="T33" fmla="*/ 43 h 153"/>
                  <a:gd name="T34" fmla="*/ 62 w 304"/>
                  <a:gd name="T35" fmla="*/ 0 h 153"/>
                  <a:gd name="T36" fmla="*/ 18 w 304"/>
                  <a:gd name="T37" fmla="*/ 43 h 153"/>
                  <a:gd name="T38" fmla="*/ 22 w 304"/>
                  <a:gd name="T39" fmla="*/ 61 h 153"/>
                  <a:gd name="T40" fmla="*/ 0 w 304"/>
                  <a:gd name="T41" fmla="*/ 91 h 153"/>
                  <a:gd name="T42" fmla="*/ 25 w 304"/>
                  <a:gd name="T43" fmla="*/ 121 h 153"/>
                  <a:gd name="T44" fmla="*/ 25 w 304"/>
                  <a:gd name="T45" fmla="*/ 122 h 153"/>
                  <a:gd name="T46" fmla="*/ 56 w 304"/>
                  <a:gd name="T47" fmla="*/ 153 h 153"/>
                  <a:gd name="T48" fmla="*/ 85 w 304"/>
                  <a:gd name="T49" fmla="*/ 134 h 153"/>
                  <a:gd name="T50" fmla="*/ 99 w 304"/>
                  <a:gd name="T51" fmla="*/ 138 h 153"/>
                  <a:gd name="T52" fmla="*/ 108 w 304"/>
                  <a:gd name="T53" fmla="*/ 136 h 153"/>
                  <a:gd name="T54" fmla="*/ 132 w 304"/>
                  <a:gd name="T55" fmla="*/ 147 h 153"/>
                  <a:gd name="T56" fmla="*/ 152 w 304"/>
                  <a:gd name="T57" fmla="*/ 139 h 153"/>
                  <a:gd name="T58" fmla="*/ 172 w 304"/>
                  <a:gd name="T59" fmla="*/ 147 h 153"/>
                  <a:gd name="T60" fmla="*/ 195 w 304"/>
                  <a:gd name="T61" fmla="*/ 136 h 153"/>
                  <a:gd name="T62" fmla="*/ 205 w 304"/>
                  <a:gd name="T63" fmla="*/ 138 h 153"/>
                  <a:gd name="T64" fmla="*/ 219 w 304"/>
                  <a:gd name="T65" fmla="*/ 134 h 153"/>
                  <a:gd name="T66" fmla="*/ 248 w 304"/>
                  <a:gd name="T67" fmla="*/ 153 h 153"/>
                  <a:gd name="T68" fmla="*/ 279 w 304"/>
                  <a:gd name="T69" fmla="*/ 122 h 153"/>
                  <a:gd name="T70" fmla="*/ 279 w 304"/>
                  <a:gd name="T71" fmla="*/ 121 h 153"/>
                  <a:gd name="T72" fmla="*/ 304 w 304"/>
                  <a:gd name="T73" fmla="*/ 9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04" h="153">
                    <a:moveTo>
                      <a:pt x="304" y="91"/>
                    </a:moveTo>
                    <a:cubicBezTo>
                      <a:pt x="304" y="77"/>
                      <a:pt x="294" y="65"/>
                      <a:pt x="281" y="61"/>
                    </a:cubicBezTo>
                    <a:cubicBezTo>
                      <a:pt x="284" y="56"/>
                      <a:pt x="285" y="50"/>
                      <a:pt x="285" y="43"/>
                    </a:cubicBezTo>
                    <a:cubicBezTo>
                      <a:pt x="285" y="19"/>
                      <a:pt x="266" y="0"/>
                      <a:pt x="241" y="0"/>
                    </a:cubicBezTo>
                    <a:cubicBezTo>
                      <a:pt x="217" y="0"/>
                      <a:pt x="198" y="19"/>
                      <a:pt x="198" y="43"/>
                    </a:cubicBezTo>
                    <a:cubicBezTo>
                      <a:pt x="198" y="55"/>
                      <a:pt x="202" y="65"/>
                      <a:pt x="210" y="73"/>
                    </a:cubicBezTo>
                    <a:cubicBezTo>
                      <a:pt x="209" y="74"/>
                      <a:pt x="209" y="75"/>
                      <a:pt x="208" y="76"/>
                    </a:cubicBezTo>
                    <a:cubicBezTo>
                      <a:pt x="207" y="76"/>
                      <a:pt x="206" y="76"/>
                      <a:pt x="205" y="76"/>
                    </a:cubicBezTo>
                    <a:cubicBezTo>
                      <a:pt x="196" y="76"/>
                      <a:pt x="187" y="80"/>
                      <a:pt x="182" y="86"/>
                    </a:cubicBezTo>
                    <a:cubicBezTo>
                      <a:pt x="179" y="85"/>
                      <a:pt x="175" y="84"/>
                      <a:pt x="172" y="84"/>
                    </a:cubicBezTo>
                    <a:cubicBezTo>
                      <a:pt x="164" y="84"/>
                      <a:pt x="157" y="87"/>
                      <a:pt x="152" y="92"/>
                    </a:cubicBezTo>
                    <a:cubicBezTo>
                      <a:pt x="146" y="87"/>
                      <a:pt x="139" y="84"/>
                      <a:pt x="132" y="84"/>
                    </a:cubicBezTo>
                    <a:cubicBezTo>
                      <a:pt x="128" y="84"/>
                      <a:pt x="125" y="85"/>
                      <a:pt x="122" y="86"/>
                    </a:cubicBezTo>
                    <a:cubicBezTo>
                      <a:pt x="116" y="80"/>
                      <a:pt x="108" y="76"/>
                      <a:pt x="99" y="76"/>
                    </a:cubicBezTo>
                    <a:cubicBezTo>
                      <a:pt x="98" y="76"/>
                      <a:pt x="96" y="76"/>
                      <a:pt x="95" y="76"/>
                    </a:cubicBezTo>
                    <a:cubicBezTo>
                      <a:pt x="95" y="75"/>
                      <a:pt x="95" y="74"/>
                      <a:pt x="94" y="73"/>
                    </a:cubicBezTo>
                    <a:cubicBezTo>
                      <a:pt x="101" y="65"/>
                      <a:pt x="106" y="55"/>
                      <a:pt x="106" y="43"/>
                    </a:cubicBezTo>
                    <a:cubicBezTo>
                      <a:pt x="106" y="19"/>
                      <a:pt x="86" y="0"/>
                      <a:pt x="62" y="0"/>
                    </a:cubicBezTo>
                    <a:cubicBezTo>
                      <a:pt x="38" y="0"/>
                      <a:pt x="18" y="19"/>
                      <a:pt x="18" y="43"/>
                    </a:cubicBezTo>
                    <a:cubicBezTo>
                      <a:pt x="18" y="50"/>
                      <a:pt x="20" y="56"/>
                      <a:pt x="22" y="61"/>
                    </a:cubicBezTo>
                    <a:cubicBezTo>
                      <a:pt x="9" y="65"/>
                      <a:pt x="0" y="77"/>
                      <a:pt x="0" y="91"/>
                    </a:cubicBezTo>
                    <a:cubicBezTo>
                      <a:pt x="0" y="106"/>
                      <a:pt x="11" y="119"/>
                      <a:pt x="25" y="121"/>
                    </a:cubicBezTo>
                    <a:cubicBezTo>
                      <a:pt x="25" y="122"/>
                      <a:pt x="25" y="122"/>
                      <a:pt x="25" y="122"/>
                    </a:cubicBezTo>
                    <a:cubicBezTo>
                      <a:pt x="25" y="139"/>
                      <a:pt x="39" y="153"/>
                      <a:pt x="56" y="153"/>
                    </a:cubicBezTo>
                    <a:cubicBezTo>
                      <a:pt x="69" y="153"/>
                      <a:pt x="80" y="145"/>
                      <a:pt x="85" y="134"/>
                    </a:cubicBezTo>
                    <a:cubicBezTo>
                      <a:pt x="89" y="137"/>
                      <a:pt x="94" y="138"/>
                      <a:pt x="99" y="138"/>
                    </a:cubicBezTo>
                    <a:cubicBezTo>
                      <a:pt x="102" y="138"/>
                      <a:pt x="105" y="137"/>
                      <a:pt x="108" y="136"/>
                    </a:cubicBezTo>
                    <a:cubicBezTo>
                      <a:pt x="114" y="143"/>
                      <a:pt x="122" y="147"/>
                      <a:pt x="132" y="147"/>
                    </a:cubicBezTo>
                    <a:cubicBezTo>
                      <a:pt x="139" y="147"/>
                      <a:pt x="146" y="144"/>
                      <a:pt x="152" y="139"/>
                    </a:cubicBezTo>
                    <a:cubicBezTo>
                      <a:pt x="157" y="144"/>
                      <a:pt x="164" y="147"/>
                      <a:pt x="172" y="147"/>
                    </a:cubicBezTo>
                    <a:cubicBezTo>
                      <a:pt x="181" y="147"/>
                      <a:pt x="190" y="143"/>
                      <a:pt x="195" y="136"/>
                    </a:cubicBezTo>
                    <a:cubicBezTo>
                      <a:pt x="198" y="137"/>
                      <a:pt x="202" y="138"/>
                      <a:pt x="205" y="138"/>
                    </a:cubicBezTo>
                    <a:cubicBezTo>
                      <a:pt x="210" y="138"/>
                      <a:pt x="215" y="137"/>
                      <a:pt x="219" y="134"/>
                    </a:cubicBezTo>
                    <a:cubicBezTo>
                      <a:pt x="224" y="145"/>
                      <a:pt x="235" y="153"/>
                      <a:pt x="248" y="153"/>
                    </a:cubicBezTo>
                    <a:cubicBezTo>
                      <a:pt x="265" y="153"/>
                      <a:pt x="279" y="139"/>
                      <a:pt x="279" y="122"/>
                    </a:cubicBezTo>
                    <a:cubicBezTo>
                      <a:pt x="279" y="122"/>
                      <a:pt x="279" y="122"/>
                      <a:pt x="279" y="121"/>
                    </a:cubicBezTo>
                    <a:cubicBezTo>
                      <a:pt x="293" y="119"/>
                      <a:pt x="304" y="106"/>
                      <a:pt x="304" y="91"/>
                    </a:cubicBezTo>
                    <a:close/>
                  </a:path>
                </a:pathLst>
              </a:custGeom>
              <a:solidFill>
                <a:srgbClr val="6825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3" name="î$1ïḑè"/>
              <p:cNvSpPr/>
              <p:nvPr/>
            </p:nvSpPr>
            <p:spPr bwMode="auto">
              <a:xfrm>
                <a:off x="3995738" y="2436813"/>
                <a:ext cx="339725" cy="363538"/>
              </a:xfrm>
              <a:custGeom>
                <a:avLst/>
                <a:gdLst>
                  <a:gd name="T0" fmla="*/ 160 w 214"/>
                  <a:gd name="T1" fmla="*/ 0 h 229"/>
                  <a:gd name="T2" fmla="*/ 108 w 214"/>
                  <a:gd name="T3" fmla="*/ 0 h 229"/>
                  <a:gd name="T4" fmla="*/ 54 w 214"/>
                  <a:gd name="T5" fmla="*/ 0 h 229"/>
                  <a:gd name="T6" fmla="*/ 0 w 214"/>
                  <a:gd name="T7" fmla="*/ 137 h 229"/>
                  <a:gd name="T8" fmla="*/ 108 w 214"/>
                  <a:gd name="T9" fmla="*/ 229 h 229"/>
                  <a:gd name="T10" fmla="*/ 214 w 214"/>
                  <a:gd name="T11" fmla="*/ 129 h 229"/>
                  <a:gd name="T12" fmla="*/ 160 w 214"/>
                  <a:gd name="T1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4" h="229">
                    <a:moveTo>
                      <a:pt x="160" y="0"/>
                    </a:moveTo>
                    <a:lnTo>
                      <a:pt x="108" y="0"/>
                    </a:lnTo>
                    <a:lnTo>
                      <a:pt x="54" y="0"/>
                    </a:lnTo>
                    <a:lnTo>
                      <a:pt x="0" y="137"/>
                    </a:lnTo>
                    <a:lnTo>
                      <a:pt x="108" y="229"/>
                    </a:lnTo>
                    <a:lnTo>
                      <a:pt x="214" y="129"/>
                    </a:lnTo>
                    <a:lnTo>
                      <a:pt x="160" y="0"/>
                    </a:ln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4" name="îṥlíḍe"/>
              <p:cNvSpPr/>
              <p:nvPr/>
            </p:nvSpPr>
            <p:spPr bwMode="auto">
              <a:xfrm>
                <a:off x="3879850" y="1768475"/>
                <a:ext cx="682625" cy="796925"/>
              </a:xfrm>
              <a:custGeom>
                <a:avLst/>
                <a:gdLst>
                  <a:gd name="T0" fmla="*/ 189 w 207"/>
                  <a:gd name="T1" fmla="*/ 132 h 242"/>
                  <a:gd name="T2" fmla="*/ 117 w 207"/>
                  <a:gd name="T3" fmla="*/ 23 h 242"/>
                  <a:gd name="T4" fmla="*/ 11 w 207"/>
                  <a:gd name="T5" fmla="*/ 100 h 242"/>
                  <a:gd name="T6" fmla="*/ 10 w 207"/>
                  <a:gd name="T7" fmla="*/ 181 h 242"/>
                  <a:gd name="T8" fmla="*/ 78 w 207"/>
                  <a:gd name="T9" fmla="*/ 238 h 242"/>
                  <a:gd name="T10" fmla="*/ 161 w 207"/>
                  <a:gd name="T11" fmla="*/ 209 h 242"/>
                  <a:gd name="T12" fmla="*/ 189 w 207"/>
                  <a:gd name="T13" fmla="*/ 13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7" h="242">
                    <a:moveTo>
                      <a:pt x="189" y="132"/>
                    </a:moveTo>
                    <a:cubicBezTo>
                      <a:pt x="207" y="35"/>
                      <a:pt x="117" y="23"/>
                      <a:pt x="117" y="23"/>
                    </a:cubicBezTo>
                    <a:cubicBezTo>
                      <a:pt x="117" y="23"/>
                      <a:pt x="29" y="0"/>
                      <a:pt x="11" y="100"/>
                    </a:cubicBezTo>
                    <a:cubicBezTo>
                      <a:pt x="11" y="100"/>
                      <a:pt x="0" y="157"/>
                      <a:pt x="10" y="181"/>
                    </a:cubicBezTo>
                    <a:cubicBezTo>
                      <a:pt x="23" y="213"/>
                      <a:pt x="54" y="233"/>
                      <a:pt x="78" y="238"/>
                    </a:cubicBezTo>
                    <a:cubicBezTo>
                      <a:pt x="101" y="242"/>
                      <a:pt x="137" y="235"/>
                      <a:pt x="161" y="209"/>
                    </a:cubicBezTo>
                    <a:cubicBezTo>
                      <a:pt x="179" y="188"/>
                      <a:pt x="189" y="132"/>
                      <a:pt x="189" y="132"/>
                    </a:cubicBez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5" name="iṣḷîḑé"/>
              <p:cNvSpPr/>
              <p:nvPr/>
            </p:nvSpPr>
            <p:spPr bwMode="auto">
              <a:xfrm>
                <a:off x="4456113" y="2206625"/>
                <a:ext cx="88900" cy="168275"/>
              </a:xfrm>
              <a:custGeom>
                <a:avLst/>
                <a:gdLst>
                  <a:gd name="T0" fmla="*/ 10 w 27"/>
                  <a:gd name="T1" fmla="*/ 11 h 51"/>
                  <a:gd name="T2" fmla="*/ 22 w 27"/>
                  <a:gd name="T3" fmla="*/ 9 h 51"/>
                  <a:gd name="T4" fmla="*/ 0 w 27"/>
                  <a:gd name="T5" fmla="*/ 47 h 51"/>
                  <a:gd name="T6" fmla="*/ 10 w 27"/>
                  <a:gd name="T7" fmla="*/ 1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51">
                    <a:moveTo>
                      <a:pt x="10" y="11"/>
                    </a:moveTo>
                    <a:cubicBezTo>
                      <a:pt x="10" y="11"/>
                      <a:pt x="17" y="0"/>
                      <a:pt x="22" y="9"/>
                    </a:cubicBezTo>
                    <a:cubicBezTo>
                      <a:pt x="27" y="18"/>
                      <a:pt x="20" y="51"/>
                      <a:pt x="0" y="47"/>
                    </a:cubicBezTo>
                    <a:cubicBezTo>
                      <a:pt x="0" y="47"/>
                      <a:pt x="8" y="18"/>
                      <a:pt x="10" y="11"/>
                    </a:cubicBez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6" name="ïSḻiḋe"/>
              <p:cNvSpPr/>
              <p:nvPr/>
            </p:nvSpPr>
            <p:spPr bwMode="auto">
              <a:xfrm>
                <a:off x="4483100" y="2246313"/>
                <a:ext cx="36513" cy="82550"/>
              </a:xfrm>
              <a:custGeom>
                <a:avLst/>
                <a:gdLst>
                  <a:gd name="T0" fmla="*/ 0 w 11"/>
                  <a:gd name="T1" fmla="*/ 11 h 25"/>
                  <a:gd name="T2" fmla="*/ 9 w 11"/>
                  <a:gd name="T3" fmla="*/ 6 h 25"/>
                  <a:gd name="T4" fmla="*/ 1 w 11"/>
                  <a:gd name="T5" fmla="*/ 25 h 25"/>
                  <a:gd name="T6" fmla="*/ 0 w 11"/>
                  <a:gd name="T7" fmla="*/ 1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5">
                    <a:moveTo>
                      <a:pt x="0" y="11"/>
                    </a:moveTo>
                    <a:cubicBezTo>
                      <a:pt x="0" y="11"/>
                      <a:pt x="6" y="0"/>
                      <a:pt x="9" y="6"/>
                    </a:cubicBezTo>
                    <a:cubicBezTo>
                      <a:pt x="11" y="13"/>
                      <a:pt x="8" y="21"/>
                      <a:pt x="1" y="25"/>
                    </a:cubicBezTo>
                    <a:cubicBezTo>
                      <a:pt x="1" y="25"/>
                      <a:pt x="8" y="4"/>
                      <a:pt x="0" y="11"/>
                    </a:cubicBezTo>
                    <a:close/>
                  </a:path>
                </a:pathLst>
              </a:custGeom>
              <a:solidFill>
                <a:srgbClr val="9348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7" name="íśļîďè"/>
              <p:cNvSpPr/>
              <p:nvPr/>
            </p:nvSpPr>
            <p:spPr bwMode="auto">
              <a:xfrm>
                <a:off x="3836988" y="2093913"/>
                <a:ext cx="73025" cy="165100"/>
              </a:xfrm>
              <a:custGeom>
                <a:avLst/>
                <a:gdLst>
                  <a:gd name="T0" fmla="*/ 22 w 22"/>
                  <a:gd name="T1" fmla="*/ 12 h 50"/>
                  <a:gd name="T2" fmla="*/ 11 w 22"/>
                  <a:gd name="T3" fmla="*/ 6 h 50"/>
                  <a:gd name="T4" fmla="*/ 19 w 22"/>
                  <a:gd name="T5" fmla="*/ 50 h 50"/>
                  <a:gd name="T6" fmla="*/ 22 w 22"/>
                  <a:gd name="T7" fmla="*/ 1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50">
                    <a:moveTo>
                      <a:pt x="22" y="12"/>
                    </a:moveTo>
                    <a:cubicBezTo>
                      <a:pt x="22" y="12"/>
                      <a:pt x="19" y="0"/>
                      <a:pt x="11" y="6"/>
                    </a:cubicBezTo>
                    <a:cubicBezTo>
                      <a:pt x="4" y="13"/>
                      <a:pt x="0" y="46"/>
                      <a:pt x="19" y="50"/>
                    </a:cubicBezTo>
                    <a:cubicBezTo>
                      <a:pt x="19" y="50"/>
                      <a:pt x="21" y="20"/>
                      <a:pt x="22" y="12"/>
                    </a:cubicBez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8" name="ïś1idè"/>
              <p:cNvSpPr/>
              <p:nvPr/>
            </p:nvSpPr>
            <p:spPr bwMode="auto">
              <a:xfrm>
                <a:off x="3862388" y="2133600"/>
                <a:ext cx="39688" cy="82550"/>
              </a:xfrm>
              <a:custGeom>
                <a:avLst/>
                <a:gdLst>
                  <a:gd name="T0" fmla="*/ 12 w 12"/>
                  <a:gd name="T1" fmla="*/ 12 h 25"/>
                  <a:gd name="T2" fmla="*/ 5 w 12"/>
                  <a:gd name="T3" fmla="*/ 5 h 25"/>
                  <a:gd name="T4" fmla="*/ 6 w 12"/>
                  <a:gd name="T5" fmla="*/ 25 h 25"/>
                  <a:gd name="T6" fmla="*/ 12 w 12"/>
                  <a:gd name="T7" fmla="*/ 1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25">
                    <a:moveTo>
                      <a:pt x="12" y="12"/>
                    </a:moveTo>
                    <a:cubicBezTo>
                      <a:pt x="12" y="12"/>
                      <a:pt x="10" y="0"/>
                      <a:pt x="5" y="5"/>
                    </a:cubicBezTo>
                    <a:cubicBezTo>
                      <a:pt x="0" y="11"/>
                      <a:pt x="1" y="19"/>
                      <a:pt x="6" y="25"/>
                    </a:cubicBezTo>
                    <a:cubicBezTo>
                      <a:pt x="6" y="25"/>
                      <a:pt x="7" y="3"/>
                      <a:pt x="12" y="12"/>
                    </a:cubicBezTo>
                    <a:close/>
                  </a:path>
                </a:pathLst>
              </a:custGeom>
              <a:solidFill>
                <a:srgbClr val="9348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9" name="îSliḍè"/>
              <p:cNvSpPr/>
              <p:nvPr/>
            </p:nvSpPr>
            <p:spPr bwMode="auto">
              <a:xfrm>
                <a:off x="4143375" y="2295525"/>
                <a:ext cx="73025" cy="52388"/>
              </a:xfrm>
              <a:custGeom>
                <a:avLst/>
                <a:gdLst>
                  <a:gd name="T0" fmla="*/ 22 w 22"/>
                  <a:gd name="T1" fmla="*/ 10 h 16"/>
                  <a:gd name="T2" fmla="*/ 10 w 22"/>
                  <a:gd name="T3" fmla="*/ 14 h 16"/>
                  <a:gd name="T4" fmla="*/ 1 w 22"/>
                  <a:gd name="T5" fmla="*/ 6 h 16"/>
                  <a:gd name="T6" fmla="*/ 12 w 22"/>
                  <a:gd name="T7" fmla="*/ 1 h 16"/>
                  <a:gd name="T8" fmla="*/ 22 w 22"/>
                  <a:gd name="T9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6">
                    <a:moveTo>
                      <a:pt x="22" y="10"/>
                    </a:moveTo>
                    <a:cubicBezTo>
                      <a:pt x="21" y="13"/>
                      <a:pt x="16" y="16"/>
                      <a:pt x="10" y="14"/>
                    </a:cubicBezTo>
                    <a:cubicBezTo>
                      <a:pt x="4" y="13"/>
                      <a:pt x="0" y="10"/>
                      <a:pt x="1" y="6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8" y="2"/>
                      <a:pt x="22" y="6"/>
                      <a:pt x="22" y="10"/>
                    </a:cubicBezTo>
                    <a:close/>
                  </a:path>
                </a:pathLst>
              </a:custGeom>
              <a:solidFill>
                <a:srgbClr val="9348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0" name="iŝliḍê"/>
              <p:cNvSpPr/>
              <p:nvPr/>
            </p:nvSpPr>
            <p:spPr bwMode="auto">
              <a:xfrm>
                <a:off x="4330700" y="2225675"/>
                <a:ext cx="63500" cy="79375"/>
              </a:xfrm>
              <a:custGeom>
                <a:avLst/>
                <a:gdLst>
                  <a:gd name="T0" fmla="*/ 18 w 19"/>
                  <a:gd name="T1" fmla="*/ 14 h 24"/>
                  <a:gd name="T2" fmla="*/ 7 w 19"/>
                  <a:gd name="T3" fmla="*/ 23 h 24"/>
                  <a:gd name="T4" fmla="*/ 1 w 19"/>
                  <a:gd name="T5" fmla="*/ 11 h 24"/>
                  <a:gd name="T6" fmla="*/ 11 w 19"/>
                  <a:gd name="T7" fmla="*/ 1 h 24"/>
                  <a:gd name="T8" fmla="*/ 18 w 19"/>
                  <a:gd name="T9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4">
                    <a:moveTo>
                      <a:pt x="18" y="14"/>
                    </a:moveTo>
                    <a:cubicBezTo>
                      <a:pt x="16" y="20"/>
                      <a:pt x="12" y="24"/>
                      <a:pt x="7" y="23"/>
                    </a:cubicBezTo>
                    <a:cubicBezTo>
                      <a:pt x="2" y="23"/>
                      <a:pt x="0" y="17"/>
                      <a:pt x="1" y="11"/>
                    </a:cubicBezTo>
                    <a:cubicBezTo>
                      <a:pt x="2" y="5"/>
                      <a:pt x="7" y="0"/>
                      <a:pt x="11" y="1"/>
                    </a:cubicBezTo>
                    <a:cubicBezTo>
                      <a:pt x="16" y="2"/>
                      <a:pt x="19" y="8"/>
                      <a:pt x="18" y="14"/>
                    </a:cubicBezTo>
                    <a:close/>
                  </a:path>
                </a:pathLst>
              </a:cu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1" name="iṧļiḍè"/>
              <p:cNvSpPr/>
              <p:nvPr/>
            </p:nvSpPr>
            <p:spPr bwMode="auto">
              <a:xfrm>
                <a:off x="4008438" y="2166938"/>
                <a:ext cx="61913" cy="79375"/>
              </a:xfrm>
              <a:custGeom>
                <a:avLst/>
                <a:gdLst>
                  <a:gd name="T0" fmla="*/ 17 w 19"/>
                  <a:gd name="T1" fmla="*/ 14 h 24"/>
                  <a:gd name="T2" fmla="*/ 7 w 19"/>
                  <a:gd name="T3" fmla="*/ 23 h 24"/>
                  <a:gd name="T4" fmla="*/ 1 w 19"/>
                  <a:gd name="T5" fmla="*/ 11 h 24"/>
                  <a:gd name="T6" fmla="*/ 11 w 19"/>
                  <a:gd name="T7" fmla="*/ 1 h 24"/>
                  <a:gd name="T8" fmla="*/ 17 w 19"/>
                  <a:gd name="T9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4">
                    <a:moveTo>
                      <a:pt x="17" y="14"/>
                    </a:moveTo>
                    <a:cubicBezTo>
                      <a:pt x="16" y="20"/>
                      <a:pt x="12" y="24"/>
                      <a:pt x="7" y="23"/>
                    </a:cubicBezTo>
                    <a:cubicBezTo>
                      <a:pt x="2" y="23"/>
                      <a:pt x="0" y="17"/>
                      <a:pt x="1" y="11"/>
                    </a:cubicBezTo>
                    <a:cubicBezTo>
                      <a:pt x="2" y="4"/>
                      <a:pt x="7" y="0"/>
                      <a:pt x="11" y="1"/>
                    </a:cubicBezTo>
                    <a:cubicBezTo>
                      <a:pt x="16" y="2"/>
                      <a:pt x="19" y="8"/>
                      <a:pt x="17" y="14"/>
                    </a:cubicBezTo>
                    <a:close/>
                  </a:path>
                </a:pathLst>
              </a:custGeom>
              <a:solidFill>
                <a:srgbClr val="6C31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2" name="îṡḻïḑè"/>
              <p:cNvSpPr/>
              <p:nvPr/>
            </p:nvSpPr>
            <p:spPr bwMode="auto">
              <a:xfrm>
                <a:off x="4324350" y="2157413"/>
                <a:ext cx="100013" cy="42863"/>
              </a:xfrm>
              <a:custGeom>
                <a:avLst/>
                <a:gdLst>
                  <a:gd name="T0" fmla="*/ 0 w 30"/>
                  <a:gd name="T1" fmla="*/ 4 h 13"/>
                  <a:gd name="T2" fmla="*/ 5 w 30"/>
                  <a:gd name="T3" fmla="*/ 1 h 13"/>
                  <a:gd name="T4" fmla="*/ 11 w 30"/>
                  <a:gd name="T5" fmla="*/ 0 h 13"/>
                  <a:gd name="T6" fmla="*/ 17 w 30"/>
                  <a:gd name="T7" fmla="*/ 1 h 13"/>
                  <a:gd name="T8" fmla="*/ 24 w 30"/>
                  <a:gd name="T9" fmla="*/ 4 h 13"/>
                  <a:gd name="T10" fmla="*/ 28 w 30"/>
                  <a:gd name="T11" fmla="*/ 8 h 13"/>
                  <a:gd name="T12" fmla="*/ 30 w 30"/>
                  <a:gd name="T13" fmla="*/ 13 h 13"/>
                  <a:gd name="T14" fmla="*/ 25 w 30"/>
                  <a:gd name="T15" fmla="*/ 11 h 13"/>
                  <a:gd name="T16" fmla="*/ 21 w 30"/>
                  <a:gd name="T17" fmla="*/ 9 h 13"/>
                  <a:gd name="T18" fmla="*/ 18 w 30"/>
                  <a:gd name="T19" fmla="*/ 8 h 13"/>
                  <a:gd name="T20" fmla="*/ 16 w 30"/>
                  <a:gd name="T21" fmla="*/ 7 h 13"/>
                  <a:gd name="T22" fmla="*/ 6 w 30"/>
                  <a:gd name="T23" fmla="*/ 5 h 13"/>
                  <a:gd name="T24" fmla="*/ 0 w 30"/>
                  <a:gd name="T25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" h="13">
                    <a:moveTo>
                      <a:pt x="0" y="4"/>
                    </a:moveTo>
                    <a:cubicBezTo>
                      <a:pt x="0" y="4"/>
                      <a:pt x="2" y="2"/>
                      <a:pt x="5" y="1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1"/>
                    </a:cubicBezTo>
                    <a:cubicBezTo>
                      <a:pt x="20" y="2"/>
                      <a:pt x="22" y="3"/>
                      <a:pt x="24" y="4"/>
                    </a:cubicBezTo>
                    <a:cubicBezTo>
                      <a:pt x="25" y="5"/>
                      <a:pt x="27" y="6"/>
                      <a:pt x="28" y="8"/>
                    </a:cubicBezTo>
                    <a:cubicBezTo>
                      <a:pt x="30" y="10"/>
                      <a:pt x="30" y="13"/>
                      <a:pt x="30" y="13"/>
                    </a:cubicBezTo>
                    <a:cubicBezTo>
                      <a:pt x="30" y="13"/>
                      <a:pt x="28" y="12"/>
                      <a:pt x="25" y="11"/>
                    </a:cubicBezTo>
                    <a:cubicBezTo>
                      <a:pt x="24" y="10"/>
                      <a:pt x="23" y="9"/>
                      <a:pt x="21" y="9"/>
                    </a:cubicBezTo>
                    <a:cubicBezTo>
                      <a:pt x="20" y="8"/>
                      <a:pt x="19" y="8"/>
                      <a:pt x="18" y="8"/>
                    </a:cubicBezTo>
                    <a:cubicBezTo>
                      <a:pt x="18" y="8"/>
                      <a:pt x="17" y="8"/>
                      <a:pt x="16" y="7"/>
                    </a:cubicBezTo>
                    <a:cubicBezTo>
                      <a:pt x="12" y="6"/>
                      <a:pt x="9" y="6"/>
                      <a:pt x="6" y="5"/>
                    </a:cubicBezTo>
                    <a:cubicBezTo>
                      <a:pt x="3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6825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3" name="îSļïḍe"/>
              <p:cNvSpPr/>
              <p:nvPr/>
            </p:nvSpPr>
            <p:spPr bwMode="auto">
              <a:xfrm>
                <a:off x="3990975" y="2098675"/>
                <a:ext cx="106363" cy="28575"/>
              </a:xfrm>
              <a:custGeom>
                <a:avLst/>
                <a:gdLst>
                  <a:gd name="T0" fmla="*/ 32 w 32"/>
                  <a:gd name="T1" fmla="*/ 9 h 9"/>
                  <a:gd name="T2" fmla="*/ 28 w 32"/>
                  <a:gd name="T3" fmla="*/ 5 h 9"/>
                  <a:gd name="T4" fmla="*/ 23 w 32"/>
                  <a:gd name="T5" fmla="*/ 2 h 9"/>
                  <a:gd name="T6" fmla="*/ 17 w 32"/>
                  <a:gd name="T7" fmla="*/ 0 h 9"/>
                  <a:gd name="T8" fmla="*/ 10 w 32"/>
                  <a:gd name="T9" fmla="*/ 1 h 9"/>
                  <a:gd name="T10" fmla="*/ 4 w 32"/>
                  <a:gd name="T11" fmla="*/ 3 h 9"/>
                  <a:gd name="T12" fmla="*/ 0 w 32"/>
                  <a:gd name="T13" fmla="*/ 7 h 9"/>
                  <a:gd name="T14" fmla="*/ 6 w 32"/>
                  <a:gd name="T15" fmla="*/ 6 h 9"/>
                  <a:gd name="T16" fmla="*/ 10 w 32"/>
                  <a:gd name="T17" fmla="*/ 6 h 9"/>
                  <a:gd name="T18" fmla="*/ 13 w 32"/>
                  <a:gd name="T19" fmla="*/ 6 h 9"/>
                  <a:gd name="T20" fmla="*/ 16 w 32"/>
                  <a:gd name="T21" fmla="*/ 7 h 9"/>
                  <a:gd name="T22" fmla="*/ 26 w 32"/>
                  <a:gd name="T23" fmla="*/ 8 h 9"/>
                  <a:gd name="T24" fmla="*/ 32 w 32"/>
                  <a:gd name="T2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9">
                    <a:moveTo>
                      <a:pt x="32" y="9"/>
                    </a:moveTo>
                    <a:cubicBezTo>
                      <a:pt x="32" y="9"/>
                      <a:pt x="30" y="7"/>
                      <a:pt x="28" y="5"/>
                    </a:cubicBezTo>
                    <a:cubicBezTo>
                      <a:pt x="26" y="4"/>
                      <a:pt x="25" y="3"/>
                      <a:pt x="23" y="2"/>
                    </a:cubicBezTo>
                    <a:cubicBezTo>
                      <a:pt x="21" y="1"/>
                      <a:pt x="19" y="1"/>
                      <a:pt x="17" y="0"/>
                    </a:cubicBezTo>
                    <a:cubicBezTo>
                      <a:pt x="14" y="0"/>
                      <a:pt x="12" y="0"/>
                      <a:pt x="10" y="1"/>
                    </a:cubicBezTo>
                    <a:cubicBezTo>
                      <a:pt x="8" y="1"/>
                      <a:pt x="6" y="2"/>
                      <a:pt x="4" y="3"/>
                    </a:cubicBezTo>
                    <a:cubicBezTo>
                      <a:pt x="2" y="5"/>
                      <a:pt x="1" y="7"/>
                      <a:pt x="0" y="7"/>
                    </a:cubicBezTo>
                    <a:cubicBezTo>
                      <a:pt x="1" y="7"/>
                      <a:pt x="3" y="7"/>
                      <a:pt x="6" y="6"/>
                    </a:cubicBezTo>
                    <a:cubicBezTo>
                      <a:pt x="7" y="6"/>
                      <a:pt x="9" y="6"/>
                      <a:pt x="10" y="6"/>
                    </a:cubicBezTo>
                    <a:cubicBezTo>
                      <a:pt x="11" y="6"/>
                      <a:pt x="12" y="6"/>
                      <a:pt x="13" y="6"/>
                    </a:cubicBezTo>
                    <a:cubicBezTo>
                      <a:pt x="14" y="6"/>
                      <a:pt x="15" y="7"/>
                      <a:pt x="16" y="7"/>
                    </a:cubicBezTo>
                    <a:cubicBezTo>
                      <a:pt x="19" y="7"/>
                      <a:pt x="23" y="8"/>
                      <a:pt x="26" y="8"/>
                    </a:cubicBezTo>
                    <a:cubicBezTo>
                      <a:pt x="29" y="9"/>
                      <a:pt x="32" y="9"/>
                      <a:pt x="32" y="9"/>
                    </a:cubicBezTo>
                    <a:close/>
                  </a:path>
                </a:pathLst>
              </a:custGeom>
              <a:solidFill>
                <a:srgbClr val="6825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4" name="ïşļíďé"/>
              <p:cNvSpPr/>
              <p:nvPr/>
            </p:nvSpPr>
            <p:spPr bwMode="auto">
              <a:xfrm>
                <a:off x="4116388" y="2393950"/>
                <a:ext cx="93663" cy="33338"/>
              </a:xfrm>
              <a:custGeom>
                <a:avLst/>
                <a:gdLst>
                  <a:gd name="T0" fmla="*/ 3 w 28"/>
                  <a:gd name="T1" fmla="*/ 5 h 10"/>
                  <a:gd name="T2" fmla="*/ 24 w 28"/>
                  <a:gd name="T3" fmla="*/ 9 h 10"/>
                  <a:gd name="T4" fmla="*/ 25 w 28"/>
                  <a:gd name="T5" fmla="*/ 4 h 10"/>
                  <a:gd name="T6" fmla="*/ 4 w 28"/>
                  <a:gd name="T7" fmla="*/ 0 h 10"/>
                  <a:gd name="T8" fmla="*/ 3 w 28"/>
                  <a:gd name="T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10">
                    <a:moveTo>
                      <a:pt x="3" y="5"/>
                    </a:moveTo>
                    <a:cubicBezTo>
                      <a:pt x="10" y="6"/>
                      <a:pt x="17" y="8"/>
                      <a:pt x="24" y="9"/>
                    </a:cubicBezTo>
                    <a:cubicBezTo>
                      <a:pt x="28" y="10"/>
                      <a:pt x="28" y="5"/>
                      <a:pt x="25" y="4"/>
                    </a:cubicBezTo>
                    <a:cubicBezTo>
                      <a:pt x="18" y="3"/>
                      <a:pt x="11" y="2"/>
                      <a:pt x="4" y="0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rgbClr val="9348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5" name="îṣļîdé"/>
              <p:cNvSpPr/>
              <p:nvPr/>
            </p:nvSpPr>
            <p:spPr bwMode="auto">
              <a:xfrm>
                <a:off x="3867150" y="1768475"/>
                <a:ext cx="708025" cy="487363"/>
              </a:xfrm>
              <a:custGeom>
                <a:avLst/>
                <a:gdLst>
                  <a:gd name="T0" fmla="*/ 214 w 215"/>
                  <a:gd name="T1" fmla="*/ 105 h 148"/>
                  <a:gd name="T2" fmla="*/ 206 w 215"/>
                  <a:gd name="T3" fmla="*/ 82 h 148"/>
                  <a:gd name="T4" fmla="*/ 207 w 215"/>
                  <a:gd name="T5" fmla="*/ 80 h 148"/>
                  <a:gd name="T6" fmla="*/ 181 w 215"/>
                  <a:gd name="T7" fmla="*/ 41 h 148"/>
                  <a:gd name="T8" fmla="*/ 169 w 215"/>
                  <a:gd name="T9" fmla="*/ 41 h 148"/>
                  <a:gd name="T10" fmla="*/ 145 w 215"/>
                  <a:gd name="T11" fmla="*/ 17 h 148"/>
                  <a:gd name="T12" fmla="*/ 129 w 215"/>
                  <a:gd name="T13" fmla="*/ 20 h 148"/>
                  <a:gd name="T14" fmla="*/ 107 w 215"/>
                  <a:gd name="T15" fmla="*/ 3 h 148"/>
                  <a:gd name="T16" fmla="*/ 72 w 215"/>
                  <a:gd name="T17" fmla="*/ 26 h 148"/>
                  <a:gd name="T18" fmla="*/ 61 w 215"/>
                  <a:gd name="T19" fmla="*/ 21 h 148"/>
                  <a:gd name="T20" fmla="*/ 25 w 215"/>
                  <a:gd name="T21" fmla="*/ 50 h 148"/>
                  <a:gd name="T22" fmla="*/ 25 w 215"/>
                  <a:gd name="T23" fmla="*/ 61 h 148"/>
                  <a:gd name="T24" fmla="*/ 6 w 215"/>
                  <a:gd name="T25" fmla="*/ 80 h 148"/>
                  <a:gd name="T26" fmla="*/ 9 w 215"/>
                  <a:gd name="T27" fmla="*/ 95 h 148"/>
                  <a:gd name="T28" fmla="*/ 1 w 215"/>
                  <a:gd name="T29" fmla="*/ 106 h 148"/>
                  <a:gd name="T30" fmla="*/ 11 w 215"/>
                  <a:gd name="T31" fmla="*/ 122 h 148"/>
                  <a:gd name="T32" fmla="*/ 25 w 215"/>
                  <a:gd name="T33" fmla="*/ 110 h 148"/>
                  <a:gd name="T34" fmla="*/ 25 w 215"/>
                  <a:gd name="T35" fmla="*/ 104 h 148"/>
                  <a:gd name="T36" fmla="*/ 44 w 215"/>
                  <a:gd name="T37" fmla="*/ 88 h 148"/>
                  <a:gd name="T38" fmla="*/ 50 w 215"/>
                  <a:gd name="T39" fmla="*/ 90 h 148"/>
                  <a:gd name="T40" fmla="*/ 72 w 215"/>
                  <a:gd name="T41" fmla="*/ 84 h 148"/>
                  <a:gd name="T42" fmla="*/ 90 w 215"/>
                  <a:gd name="T43" fmla="*/ 99 h 148"/>
                  <a:gd name="T44" fmla="*/ 108 w 215"/>
                  <a:gd name="T45" fmla="*/ 94 h 148"/>
                  <a:gd name="T46" fmla="*/ 128 w 215"/>
                  <a:gd name="T47" fmla="*/ 119 h 148"/>
                  <a:gd name="T48" fmla="*/ 148 w 215"/>
                  <a:gd name="T49" fmla="*/ 112 h 148"/>
                  <a:gd name="T50" fmla="*/ 168 w 215"/>
                  <a:gd name="T51" fmla="*/ 136 h 148"/>
                  <a:gd name="T52" fmla="*/ 176 w 215"/>
                  <a:gd name="T53" fmla="*/ 136 h 148"/>
                  <a:gd name="T54" fmla="*/ 189 w 215"/>
                  <a:gd name="T55" fmla="*/ 147 h 148"/>
                  <a:gd name="T56" fmla="*/ 208 w 215"/>
                  <a:gd name="T57" fmla="*/ 132 h 148"/>
                  <a:gd name="T58" fmla="*/ 206 w 215"/>
                  <a:gd name="T59" fmla="*/ 120 h 148"/>
                  <a:gd name="T60" fmla="*/ 214 w 215"/>
                  <a:gd name="T61" fmla="*/ 105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15" h="148">
                    <a:moveTo>
                      <a:pt x="214" y="105"/>
                    </a:moveTo>
                    <a:cubicBezTo>
                      <a:pt x="215" y="96"/>
                      <a:pt x="212" y="87"/>
                      <a:pt x="206" y="82"/>
                    </a:cubicBezTo>
                    <a:cubicBezTo>
                      <a:pt x="206" y="81"/>
                      <a:pt x="207" y="81"/>
                      <a:pt x="207" y="80"/>
                    </a:cubicBezTo>
                    <a:cubicBezTo>
                      <a:pt x="210" y="61"/>
                      <a:pt x="198" y="43"/>
                      <a:pt x="181" y="41"/>
                    </a:cubicBezTo>
                    <a:cubicBezTo>
                      <a:pt x="177" y="40"/>
                      <a:pt x="173" y="40"/>
                      <a:pt x="169" y="41"/>
                    </a:cubicBezTo>
                    <a:cubicBezTo>
                      <a:pt x="166" y="29"/>
                      <a:pt x="157" y="19"/>
                      <a:pt x="145" y="17"/>
                    </a:cubicBezTo>
                    <a:cubicBezTo>
                      <a:pt x="139" y="17"/>
                      <a:pt x="134" y="17"/>
                      <a:pt x="129" y="20"/>
                    </a:cubicBezTo>
                    <a:cubicBezTo>
                      <a:pt x="124" y="11"/>
                      <a:pt x="116" y="4"/>
                      <a:pt x="107" y="3"/>
                    </a:cubicBezTo>
                    <a:cubicBezTo>
                      <a:pt x="92" y="0"/>
                      <a:pt x="77" y="10"/>
                      <a:pt x="72" y="26"/>
                    </a:cubicBezTo>
                    <a:cubicBezTo>
                      <a:pt x="68" y="24"/>
                      <a:pt x="65" y="22"/>
                      <a:pt x="61" y="21"/>
                    </a:cubicBezTo>
                    <a:cubicBezTo>
                      <a:pt x="44" y="19"/>
                      <a:pt x="28" y="32"/>
                      <a:pt x="25" y="50"/>
                    </a:cubicBezTo>
                    <a:cubicBezTo>
                      <a:pt x="24" y="54"/>
                      <a:pt x="24" y="58"/>
                      <a:pt x="25" y="61"/>
                    </a:cubicBezTo>
                    <a:cubicBezTo>
                      <a:pt x="16" y="62"/>
                      <a:pt x="8" y="70"/>
                      <a:pt x="6" y="80"/>
                    </a:cubicBezTo>
                    <a:cubicBezTo>
                      <a:pt x="5" y="85"/>
                      <a:pt x="7" y="91"/>
                      <a:pt x="9" y="95"/>
                    </a:cubicBezTo>
                    <a:cubicBezTo>
                      <a:pt x="5" y="97"/>
                      <a:pt x="2" y="101"/>
                      <a:pt x="1" y="106"/>
                    </a:cubicBezTo>
                    <a:cubicBezTo>
                      <a:pt x="0" y="114"/>
                      <a:pt x="4" y="121"/>
                      <a:pt x="11" y="122"/>
                    </a:cubicBezTo>
                    <a:cubicBezTo>
                      <a:pt x="18" y="123"/>
                      <a:pt x="24" y="118"/>
                      <a:pt x="25" y="110"/>
                    </a:cubicBezTo>
                    <a:cubicBezTo>
                      <a:pt x="26" y="108"/>
                      <a:pt x="26" y="106"/>
                      <a:pt x="25" y="104"/>
                    </a:cubicBezTo>
                    <a:cubicBezTo>
                      <a:pt x="34" y="104"/>
                      <a:pt x="42" y="98"/>
                      <a:pt x="44" y="88"/>
                    </a:cubicBezTo>
                    <a:cubicBezTo>
                      <a:pt x="46" y="89"/>
                      <a:pt x="48" y="89"/>
                      <a:pt x="50" y="90"/>
                    </a:cubicBezTo>
                    <a:cubicBezTo>
                      <a:pt x="58" y="91"/>
                      <a:pt x="66" y="88"/>
                      <a:pt x="72" y="84"/>
                    </a:cubicBezTo>
                    <a:cubicBezTo>
                      <a:pt x="75" y="91"/>
                      <a:pt x="82" y="97"/>
                      <a:pt x="90" y="99"/>
                    </a:cubicBezTo>
                    <a:cubicBezTo>
                      <a:pt x="97" y="100"/>
                      <a:pt x="103" y="98"/>
                      <a:pt x="108" y="94"/>
                    </a:cubicBezTo>
                    <a:cubicBezTo>
                      <a:pt x="109" y="106"/>
                      <a:pt x="117" y="117"/>
                      <a:pt x="128" y="119"/>
                    </a:cubicBezTo>
                    <a:cubicBezTo>
                      <a:pt x="136" y="120"/>
                      <a:pt x="143" y="117"/>
                      <a:pt x="148" y="112"/>
                    </a:cubicBezTo>
                    <a:cubicBezTo>
                      <a:pt x="149" y="124"/>
                      <a:pt x="157" y="134"/>
                      <a:pt x="168" y="136"/>
                    </a:cubicBezTo>
                    <a:cubicBezTo>
                      <a:pt x="171" y="137"/>
                      <a:pt x="173" y="136"/>
                      <a:pt x="176" y="136"/>
                    </a:cubicBezTo>
                    <a:cubicBezTo>
                      <a:pt x="178" y="142"/>
                      <a:pt x="183" y="146"/>
                      <a:pt x="189" y="147"/>
                    </a:cubicBezTo>
                    <a:cubicBezTo>
                      <a:pt x="198" y="148"/>
                      <a:pt x="206" y="142"/>
                      <a:pt x="208" y="132"/>
                    </a:cubicBezTo>
                    <a:cubicBezTo>
                      <a:pt x="208" y="127"/>
                      <a:pt x="208" y="123"/>
                      <a:pt x="206" y="120"/>
                    </a:cubicBezTo>
                    <a:cubicBezTo>
                      <a:pt x="210" y="116"/>
                      <a:pt x="213" y="111"/>
                      <a:pt x="214" y="105"/>
                    </a:cubicBezTo>
                    <a:close/>
                  </a:path>
                </a:pathLst>
              </a:custGeom>
              <a:solidFill>
                <a:srgbClr val="6825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6" name="iśḷïḍe"/>
              <p:cNvSpPr/>
              <p:nvPr/>
            </p:nvSpPr>
            <p:spPr bwMode="auto">
              <a:xfrm>
                <a:off x="3773488" y="2574925"/>
                <a:ext cx="776288" cy="869950"/>
              </a:xfrm>
              <a:custGeom>
                <a:avLst/>
                <a:gdLst>
                  <a:gd name="T0" fmla="*/ 235 w 235"/>
                  <a:gd name="T1" fmla="*/ 24 h 264"/>
                  <a:gd name="T2" fmla="*/ 162 w 235"/>
                  <a:gd name="T3" fmla="*/ 0 h 264"/>
                  <a:gd name="T4" fmla="*/ 118 w 235"/>
                  <a:gd name="T5" fmla="*/ 34 h 264"/>
                  <a:gd name="T6" fmla="*/ 118 w 235"/>
                  <a:gd name="T7" fmla="*/ 34 h 264"/>
                  <a:gd name="T8" fmla="*/ 118 w 235"/>
                  <a:gd name="T9" fmla="*/ 34 h 264"/>
                  <a:gd name="T10" fmla="*/ 117 w 235"/>
                  <a:gd name="T11" fmla="*/ 34 h 264"/>
                  <a:gd name="T12" fmla="*/ 117 w 235"/>
                  <a:gd name="T13" fmla="*/ 34 h 264"/>
                  <a:gd name="T14" fmla="*/ 77 w 235"/>
                  <a:gd name="T15" fmla="*/ 0 h 264"/>
                  <a:gd name="T16" fmla="*/ 0 w 235"/>
                  <a:gd name="T17" fmla="*/ 24 h 264"/>
                  <a:gd name="T18" fmla="*/ 10 w 235"/>
                  <a:gd name="T19" fmla="*/ 105 h 264"/>
                  <a:gd name="T20" fmla="*/ 20 w 235"/>
                  <a:gd name="T21" fmla="*/ 159 h 264"/>
                  <a:gd name="T22" fmla="*/ 35 w 235"/>
                  <a:gd name="T23" fmla="*/ 264 h 264"/>
                  <a:gd name="T24" fmla="*/ 200 w 235"/>
                  <a:gd name="T25" fmla="*/ 264 h 264"/>
                  <a:gd name="T26" fmla="*/ 216 w 235"/>
                  <a:gd name="T27" fmla="*/ 159 h 264"/>
                  <a:gd name="T28" fmla="*/ 225 w 235"/>
                  <a:gd name="T29" fmla="*/ 105 h 264"/>
                  <a:gd name="T30" fmla="*/ 235 w 235"/>
                  <a:gd name="T31" fmla="*/ 2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35" h="264">
                    <a:moveTo>
                      <a:pt x="235" y="24"/>
                    </a:moveTo>
                    <a:cubicBezTo>
                      <a:pt x="162" y="0"/>
                      <a:pt x="162" y="0"/>
                      <a:pt x="162" y="0"/>
                    </a:cubicBezTo>
                    <a:cubicBezTo>
                      <a:pt x="156" y="26"/>
                      <a:pt x="123" y="34"/>
                      <a:pt x="118" y="34"/>
                    </a:cubicBezTo>
                    <a:cubicBezTo>
                      <a:pt x="118" y="34"/>
                      <a:pt x="118" y="34"/>
                      <a:pt x="118" y="34"/>
                    </a:cubicBezTo>
                    <a:cubicBezTo>
                      <a:pt x="118" y="34"/>
                      <a:pt x="118" y="34"/>
                      <a:pt x="118" y="34"/>
                    </a:cubicBezTo>
                    <a:cubicBezTo>
                      <a:pt x="117" y="34"/>
                      <a:pt x="117" y="34"/>
                      <a:pt x="117" y="34"/>
                    </a:cubicBezTo>
                    <a:cubicBezTo>
                      <a:pt x="117" y="34"/>
                      <a:pt x="117" y="34"/>
                      <a:pt x="117" y="34"/>
                    </a:cubicBezTo>
                    <a:cubicBezTo>
                      <a:pt x="112" y="34"/>
                      <a:pt x="83" y="26"/>
                      <a:pt x="77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10" y="105"/>
                      <a:pt x="4" y="136"/>
                      <a:pt x="20" y="159"/>
                    </a:cubicBezTo>
                    <a:cubicBezTo>
                      <a:pt x="35" y="181"/>
                      <a:pt x="35" y="264"/>
                      <a:pt x="35" y="264"/>
                    </a:cubicBezTo>
                    <a:cubicBezTo>
                      <a:pt x="200" y="264"/>
                      <a:pt x="200" y="264"/>
                      <a:pt x="200" y="264"/>
                    </a:cubicBezTo>
                    <a:cubicBezTo>
                      <a:pt x="200" y="264"/>
                      <a:pt x="200" y="181"/>
                      <a:pt x="216" y="159"/>
                    </a:cubicBezTo>
                    <a:cubicBezTo>
                      <a:pt x="231" y="136"/>
                      <a:pt x="225" y="105"/>
                      <a:pt x="225" y="105"/>
                    </a:cubicBezTo>
                    <a:lnTo>
                      <a:pt x="235" y="24"/>
                    </a:lnTo>
                    <a:close/>
                  </a:path>
                </a:pathLst>
              </a:custGeom>
              <a:solidFill>
                <a:srgbClr val="F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7" name="ïşḷîḋé"/>
              <p:cNvSpPr/>
              <p:nvPr/>
            </p:nvSpPr>
            <p:spPr bwMode="auto">
              <a:xfrm>
                <a:off x="3733800" y="1876425"/>
                <a:ext cx="254000" cy="195263"/>
              </a:xfrm>
              <a:custGeom>
                <a:avLst/>
                <a:gdLst>
                  <a:gd name="T0" fmla="*/ 0 w 77"/>
                  <a:gd name="T1" fmla="*/ 36 h 59"/>
                  <a:gd name="T2" fmla="*/ 67 w 77"/>
                  <a:gd name="T3" fmla="*/ 10 h 59"/>
                  <a:gd name="T4" fmla="*/ 17 w 77"/>
                  <a:gd name="T5" fmla="*/ 59 h 59"/>
                  <a:gd name="T6" fmla="*/ 0 w 77"/>
                  <a:gd name="T7" fmla="*/ 3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59">
                    <a:moveTo>
                      <a:pt x="0" y="36"/>
                    </a:moveTo>
                    <a:cubicBezTo>
                      <a:pt x="0" y="36"/>
                      <a:pt x="57" y="0"/>
                      <a:pt x="67" y="10"/>
                    </a:cubicBezTo>
                    <a:cubicBezTo>
                      <a:pt x="77" y="19"/>
                      <a:pt x="60" y="37"/>
                      <a:pt x="17" y="59"/>
                    </a:cubicBez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8" name="íšľïḍè"/>
              <p:cNvSpPr/>
              <p:nvPr/>
            </p:nvSpPr>
            <p:spPr bwMode="auto">
              <a:xfrm>
                <a:off x="3209925" y="1933575"/>
                <a:ext cx="642938" cy="922338"/>
              </a:xfrm>
              <a:custGeom>
                <a:avLst/>
                <a:gdLst>
                  <a:gd name="T0" fmla="*/ 171 w 195"/>
                  <a:gd name="T1" fmla="*/ 219 h 280"/>
                  <a:gd name="T2" fmla="*/ 74 w 195"/>
                  <a:gd name="T3" fmla="*/ 140 h 280"/>
                  <a:gd name="T4" fmla="*/ 195 w 195"/>
                  <a:gd name="T5" fmla="*/ 42 h 280"/>
                  <a:gd name="T6" fmla="*/ 176 w 195"/>
                  <a:gd name="T7" fmla="*/ 0 h 280"/>
                  <a:gd name="T8" fmla="*/ 18 w 195"/>
                  <a:gd name="T9" fmla="*/ 136 h 280"/>
                  <a:gd name="T10" fmla="*/ 179 w 195"/>
                  <a:gd name="T11" fmla="*/ 280 h 280"/>
                  <a:gd name="T12" fmla="*/ 171 w 195"/>
                  <a:gd name="T13" fmla="*/ 219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280">
                    <a:moveTo>
                      <a:pt x="171" y="219"/>
                    </a:moveTo>
                    <a:cubicBezTo>
                      <a:pt x="171" y="219"/>
                      <a:pt x="78" y="156"/>
                      <a:pt x="74" y="140"/>
                    </a:cubicBezTo>
                    <a:cubicBezTo>
                      <a:pt x="70" y="125"/>
                      <a:pt x="195" y="42"/>
                      <a:pt x="195" y="42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176" y="0"/>
                      <a:pt x="35" y="90"/>
                      <a:pt x="18" y="136"/>
                    </a:cubicBezTo>
                    <a:cubicBezTo>
                      <a:pt x="0" y="182"/>
                      <a:pt x="116" y="272"/>
                      <a:pt x="179" y="280"/>
                    </a:cubicBezTo>
                    <a:lnTo>
                      <a:pt x="171" y="219"/>
                    </a:lnTo>
                    <a:close/>
                  </a:path>
                </a:pathLst>
              </a:custGeom>
              <a:solidFill>
                <a:srgbClr val="F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9" name="î$ľidé"/>
              <p:cNvSpPr/>
              <p:nvPr/>
            </p:nvSpPr>
            <p:spPr bwMode="auto">
              <a:xfrm>
                <a:off x="3952875" y="4213225"/>
                <a:ext cx="174625" cy="1155700"/>
              </a:xfrm>
              <a:custGeom>
                <a:avLst/>
                <a:gdLst>
                  <a:gd name="T0" fmla="*/ 103 w 110"/>
                  <a:gd name="T1" fmla="*/ 728 h 728"/>
                  <a:gd name="T2" fmla="*/ 0 w 110"/>
                  <a:gd name="T3" fmla="*/ 728 h 728"/>
                  <a:gd name="T4" fmla="*/ 0 w 110"/>
                  <a:gd name="T5" fmla="*/ 0 h 728"/>
                  <a:gd name="T6" fmla="*/ 110 w 110"/>
                  <a:gd name="T7" fmla="*/ 0 h 728"/>
                  <a:gd name="T8" fmla="*/ 103 w 110"/>
                  <a:gd name="T9" fmla="*/ 728 h 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728">
                    <a:moveTo>
                      <a:pt x="103" y="728"/>
                    </a:moveTo>
                    <a:lnTo>
                      <a:pt x="0" y="728"/>
                    </a:lnTo>
                    <a:lnTo>
                      <a:pt x="0" y="0"/>
                    </a:lnTo>
                    <a:lnTo>
                      <a:pt x="110" y="0"/>
                    </a:lnTo>
                    <a:lnTo>
                      <a:pt x="103" y="728"/>
                    </a:ln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0" name="íšḷiḍê"/>
              <p:cNvSpPr/>
              <p:nvPr/>
            </p:nvSpPr>
            <p:spPr bwMode="auto">
              <a:xfrm>
                <a:off x="3773488" y="5356225"/>
                <a:ext cx="366713" cy="141288"/>
              </a:xfrm>
              <a:custGeom>
                <a:avLst/>
                <a:gdLst>
                  <a:gd name="T0" fmla="*/ 103 w 111"/>
                  <a:gd name="T1" fmla="*/ 0 h 43"/>
                  <a:gd name="T2" fmla="*/ 54 w 111"/>
                  <a:gd name="T3" fmla="*/ 0 h 43"/>
                  <a:gd name="T4" fmla="*/ 0 w 111"/>
                  <a:gd name="T5" fmla="*/ 38 h 43"/>
                  <a:gd name="T6" fmla="*/ 0 w 111"/>
                  <a:gd name="T7" fmla="*/ 43 h 43"/>
                  <a:gd name="T8" fmla="*/ 108 w 111"/>
                  <a:gd name="T9" fmla="*/ 43 h 43"/>
                  <a:gd name="T10" fmla="*/ 103 w 111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1" h="43">
                    <a:moveTo>
                      <a:pt x="103" y="0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54" y="0"/>
                      <a:pt x="5" y="27"/>
                      <a:pt x="0" y="3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08" y="43"/>
                      <a:pt x="111" y="11"/>
                      <a:pt x="103" y="0"/>
                    </a:cubicBezTo>
                    <a:close/>
                  </a:path>
                </a:pathLst>
              </a:custGeom>
              <a:solidFill>
                <a:srgbClr val="242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1" name="î$líďè"/>
              <p:cNvSpPr/>
              <p:nvPr/>
            </p:nvSpPr>
            <p:spPr bwMode="auto">
              <a:xfrm>
                <a:off x="3773488" y="5497513"/>
                <a:ext cx="357188" cy="20638"/>
              </a:xfrm>
              <a:prstGeom prst="rect">
                <a:avLst/>
              </a:prstGeom>
              <a:solidFill>
                <a:srgbClr val="376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2" name="íšḷîďè"/>
              <p:cNvSpPr/>
              <p:nvPr/>
            </p:nvSpPr>
            <p:spPr bwMode="auto">
              <a:xfrm>
                <a:off x="4195763" y="4213225"/>
                <a:ext cx="174625" cy="1155700"/>
              </a:xfrm>
              <a:custGeom>
                <a:avLst/>
                <a:gdLst>
                  <a:gd name="T0" fmla="*/ 7 w 110"/>
                  <a:gd name="T1" fmla="*/ 728 h 728"/>
                  <a:gd name="T2" fmla="*/ 110 w 110"/>
                  <a:gd name="T3" fmla="*/ 728 h 728"/>
                  <a:gd name="T4" fmla="*/ 110 w 110"/>
                  <a:gd name="T5" fmla="*/ 0 h 728"/>
                  <a:gd name="T6" fmla="*/ 0 w 110"/>
                  <a:gd name="T7" fmla="*/ 0 h 728"/>
                  <a:gd name="T8" fmla="*/ 7 w 110"/>
                  <a:gd name="T9" fmla="*/ 728 h 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728">
                    <a:moveTo>
                      <a:pt x="7" y="728"/>
                    </a:moveTo>
                    <a:lnTo>
                      <a:pt x="110" y="728"/>
                    </a:lnTo>
                    <a:lnTo>
                      <a:pt x="110" y="0"/>
                    </a:lnTo>
                    <a:lnTo>
                      <a:pt x="0" y="0"/>
                    </a:lnTo>
                    <a:lnTo>
                      <a:pt x="7" y="728"/>
                    </a:ln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3" name="í$ḷïďe"/>
              <p:cNvSpPr/>
              <p:nvPr/>
            </p:nvSpPr>
            <p:spPr bwMode="auto">
              <a:xfrm>
                <a:off x="4186238" y="5356225"/>
                <a:ext cx="363538" cy="141288"/>
              </a:xfrm>
              <a:custGeom>
                <a:avLst/>
                <a:gdLst>
                  <a:gd name="T0" fmla="*/ 7 w 110"/>
                  <a:gd name="T1" fmla="*/ 0 h 43"/>
                  <a:gd name="T2" fmla="*/ 57 w 110"/>
                  <a:gd name="T3" fmla="*/ 0 h 43"/>
                  <a:gd name="T4" fmla="*/ 110 w 110"/>
                  <a:gd name="T5" fmla="*/ 38 h 43"/>
                  <a:gd name="T6" fmla="*/ 110 w 110"/>
                  <a:gd name="T7" fmla="*/ 43 h 43"/>
                  <a:gd name="T8" fmla="*/ 3 w 110"/>
                  <a:gd name="T9" fmla="*/ 43 h 43"/>
                  <a:gd name="T10" fmla="*/ 7 w 110"/>
                  <a:gd name="T11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43">
                    <a:moveTo>
                      <a:pt x="7" y="0"/>
                    </a:moveTo>
                    <a:cubicBezTo>
                      <a:pt x="57" y="0"/>
                      <a:pt x="57" y="0"/>
                      <a:pt x="57" y="0"/>
                    </a:cubicBezTo>
                    <a:cubicBezTo>
                      <a:pt x="57" y="0"/>
                      <a:pt x="105" y="27"/>
                      <a:pt x="110" y="38"/>
                    </a:cubicBezTo>
                    <a:cubicBezTo>
                      <a:pt x="110" y="43"/>
                      <a:pt x="110" y="43"/>
                      <a:pt x="110" y="4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3" y="43"/>
                      <a:pt x="0" y="11"/>
                      <a:pt x="7" y="0"/>
                    </a:cubicBezTo>
                    <a:close/>
                  </a:path>
                </a:pathLst>
              </a:custGeom>
              <a:solidFill>
                <a:srgbClr val="2426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4" name="iṣ1iďê"/>
              <p:cNvSpPr/>
              <p:nvPr/>
            </p:nvSpPr>
            <p:spPr bwMode="auto">
              <a:xfrm>
                <a:off x="4195763" y="5497513"/>
                <a:ext cx="354013" cy="20638"/>
              </a:xfrm>
              <a:prstGeom prst="rect">
                <a:avLst/>
              </a:prstGeom>
              <a:solidFill>
                <a:srgbClr val="376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5" name="išlíḑè"/>
              <p:cNvSpPr/>
              <p:nvPr/>
            </p:nvSpPr>
            <p:spPr bwMode="auto">
              <a:xfrm>
                <a:off x="3616325" y="3422650"/>
                <a:ext cx="1090613" cy="803275"/>
              </a:xfrm>
              <a:custGeom>
                <a:avLst/>
                <a:gdLst>
                  <a:gd name="T0" fmla="*/ 248 w 331"/>
                  <a:gd name="T1" fmla="*/ 0 h 244"/>
                  <a:gd name="T2" fmla="*/ 167 w 331"/>
                  <a:gd name="T3" fmla="*/ 0 h 244"/>
                  <a:gd name="T4" fmla="*/ 164 w 331"/>
                  <a:gd name="T5" fmla="*/ 0 h 244"/>
                  <a:gd name="T6" fmla="*/ 83 w 331"/>
                  <a:gd name="T7" fmla="*/ 0 h 244"/>
                  <a:gd name="T8" fmla="*/ 0 w 331"/>
                  <a:gd name="T9" fmla="*/ 244 h 244"/>
                  <a:gd name="T10" fmla="*/ 331 w 331"/>
                  <a:gd name="T11" fmla="*/ 244 h 244"/>
                  <a:gd name="T12" fmla="*/ 248 w 331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1" h="244">
                    <a:moveTo>
                      <a:pt x="248" y="0"/>
                    </a:moveTo>
                    <a:cubicBezTo>
                      <a:pt x="167" y="0"/>
                      <a:pt x="167" y="0"/>
                      <a:pt x="167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5" y="99"/>
                      <a:pt x="0" y="244"/>
                      <a:pt x="0" y="244"/>
                    </a:cubicBezTo>
                    <a:cubicBezTo>
                      <a:pt x="331" y="244"/>
                      <a:pt x="331" y="244"/>
                      <a:pt x="331" y="244"/>
                    </a:cubicBezTo>
                    <a:cubicBezTo>
                      <a:pt x="331" y="244"/>
                      <a:pt x="327" y="99"/>
                      <a:pt x="248" y="0"/>
                    </a:cubicBezTo>
                    <a:close/>
                  </a:path>
                </a:pathLst>
              </a:custGeom>
              <a:solidFill>
                <a:srgbClr val="434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6" name="íṧľiďe"/>
              <p:cNvSpPr/>
              <p:nvPr/>
            </p:nvSpPr>
            <p:spPr bwMode="auto">
              <a:xfrm>
                <a:off x="3163888" y="2711450"/>
                <a:ext cx="1704975" cy="2124075"/>
              </a:xfrm>
              <a:custGeom>
                <a:avLst/>
                <a:gdLst>
                  <a:gd name="T0" fmla="*/ 367 w 517"/>
                  <a:gd name="T1" fmla="*/ 372 h 645"/>
                  <a:gd name="T2" fmla="*/ 404 w 517"/>
                  <a:gd name="T3" fmla="*/ 425 h 645"/>
                  <a:gd name="T4" fmla="*/ 392 w 517"/>
                  <a:gd name="T5" fmla="*/ 492 h 645"/>
                  <a:gd name="T6" fmla="*/ 325 w 517"/>
                  <a:gd name="T7" fmla="*/ 480 h 645"/>
                  <a:gd name="T8" fmla="*/ 266 w 517"/>
                  <a:gd name="T9" fmla="*/ 396 h 645"/>
                  <a:gd name="T10" fmla="*/ 265 w 517"/>
                  <a:gd name="T11" fmla="*/ 394 h 645"/>
                  <a:gd name="T12" fmla="*/ 263 w 517"/>
                  <a:gd name="T13" fmla="*/ 393 h 645"/>
                  <a:gd name="T14" fmla="*/ 275 w 517"/>
                  <a:gd name="T15" fmla="*/ 326 h 645"/>
                  <a:gd name="T16" fmla="*/ 304 w 517"/>
                  <a:gd name="T17" fmla="*/ 171 h 645"/>
                  <a:gd name="T18" fmla="*/ 148 w 517"/>
                  <a:gd name="T19" fmla="*/ 145 h 645"/>
                  <a:gd name="T20" fmla="*/ 102 w 517"/>
                  <a:gd name="T21" fmla="*/ 244 h 645"/>
                  <a:gd name="T22" fmla="*/ 57 w 517"/>
                  <a:gd name="T23" fmla="*/ 297 h 645"/>
                  <a:gd name="T24" fmla="*/ 6 w 517"/>
                  <a:gd name="T25" fmla="*/ 252 h 645"/>
                  <a:gd name="T26" fmla="*/ 93 w 517"/>
                  <a:gd name="T27" fmla="*/ 66 h 645"/>
                  <a:gd name="T28" fmla="*/ 382 w 517"/>
                  <a:gd name="T29" fmla="*/ 116 h 645"/>
                  <a:gd name="T30" fmla="*/ 367 w 517"/>
                  <a:gd name="T31" fmla="*/ 372 h 645"/>
                  <a:gd name="T32" fmla="*/ 491 w 517"/>
                  <a:gd name="T33" fmla="*/ 549 h 645"/>
                  <a:gd name="T34" fmla="*/ 501 w 517"/>
                  <a:gd name="T35" fmla="*/ 563 h 645"/>
                  <a:gd name="T36" fmla="*/ 489 w 517"/>
                  <a:gd name="T37" fmla="*/ 631 h 645"/>
                  <a:gd name="T38" fmla="*/ 422 w 517"/>
                  <a:gd name="T39" fmla="*/ 619 h 645"/>
                  <a:gd name="T40" fmla="*/ 412 w 517"/>
                  <a:gd name="T41" fmla="*/ 604 h 645"/>
                  <a:gd name="T42" fmla="*/ 424 w 517"/>
                  <a:gd name="T43" fmla="*/ 537 h 645"/>
                  <a:gd name="T44" fmla="*/ 491 w 517"/>
                  <a:gd name="T45" fmla="*/ 549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7" h="645">
                    <a:moveTo>
                      <a:pt x="367" y="372"/>
                    </a:moveTo>
                    <a:cubicBezTo>
                      <a:pt x="404" y="425"/>
                      <a:pt x="404" y="425"/>
                      <a:pt x="404" y="425"/>
                    </a:cubicBezTo>
                    <a:cubicBezTo>
                      <a:pt x="419" y="447"/>
                      <a:pt x="414" y="476"/>
                      <a:pt x="392" y="492"/>
                    </a:cubicBezTo>
                    <a:cubicBezTo>
                      <a:pt x="371" y="507"/>
                      <a:pt x="340" y="503"/>
                      <a:pt x="325" y="480"/>
                    </a:cubicBezTo>
                    <a:cubicBezTo>
                      <a:pt x="266" y="396"/>
                      <a:pt x="266" y="396"/>
                      <a:pt x="266" y="396"/>
                    </a:cubicBezTo>
                    <a:cubicBezTo>
                      <a:pt x="265" y="395"/>
                      <a:pt x="266" y="395"/>
                      <a:pt x="265" y="394"/>
                    </a:cubicBezTo>
                    <a:cubicBezTo>
                      <a:pt x="264" y="394"/>
                      <a:pt x="264" y="394"/>
                      <a:pt x="263" y="393"/>
                    </a:cubicBezTo>
                    <a:cubicBezTo>
                      <a:pt x="249" y="372"/>
                      <a:pt x="254" y="340"/>
                      <a:pt x="275" y="326"/>
                    </a:cubicBezTo>
                    <a:cubicBezTo>
                      <a:pt x="326" y="290"/>
                      <a:pt x="339" y="221"/>
                      <a:pt x="304" y="171"/>
                    </a:cubicBezTo>
                    <a:cubicBezTo>
                      <a:pt x="268" y="120"/>
                      <a:pt x="199" y="109"/>
                      <a:pt x="148" y="145"/>
                    </a:cubicBezTo>
                    <a:cubicBezTo>
                      <a:pt x="115" y="168"/>
                      <a:pt x="99" y="206"/>
                      <a:pt x="102" y="244"/>
                    </a:cubicBezTo>
                    <a:cubicBezTo>
                      <a:pt x="104" y="271"/>
                      <a:pt x="85" y="295"/>
                      <a:pt x="57" y="297"/>
                    </a:cubicBezTo>
                    <a:cubicBezTo>
                      <a:pt x="31" y="299"/>
                      <a:pt x="8" y="280"/>
                      <a:pt x="6" y="252"/>
                    </a:cubicBezTo>
                    <a:cubicBezTo>
                      <a:pt x="0" y="182"/>
                      <a:pt x="31" y="110"/>
                      <a:pt x="93" y="66"/>
                    </a:cubicBezTo>
                    <a:cubicBezTo>
                      <a:pt x="186" y="0"/>
                      <a:pt x="316" y="22"/>
                      <a:pt x="382" y="116"/>
                    </a:cubicBezTo>
                    <a:cubicBezTo>
                      <a:pt x="438" y="196"/>
                      <a:pt x="429" y="302"/>
                      <a:pt x="367" y="372"/>
                    </a:cubicBezTo>
                    <a:close/>
                    <a:moveTo>
                      <a:pt x="491" y="549"/>
                    </a:moveTo>
                    <a:cubicBezTo>
                      <a:pt x="501" y="563"/>
                      <a:pt x="501" y="563"/>
                      <a:pt x="501" y="563"/>
                    </a:cubicBezTo>
                    <a:cubicBezTo>
                      <a:pt x="517" y="586"/>
                      <a:pt x="512" y="615"/>
                      <a:pt x="489" y="631"/>
                    </a:cubicBezTo>
                    <a:cubicBezTo>
                      <a:pt x="468" y="645"/>
                      <a:pt x="438" y="641"/>
                      <a:pt x="422" y="619"/>
                    </a:cubicBezTo>
                    <a:cubicBezTo>
                      <a:pt x="412" y="604"/>
                      <a:pt x="412" y="604"/>
                      <a:pt x="412" y="604"/>
                    </a:cubicBezTo>
                    <a:cubicBezTo>
                      <a:pt x="397" y="582"/>
                      <a:pt x="403" y="552"/>
                      <a:pt x="424" y="537"/>
                    </a:cubicBezTo>
                    <a:cubicBezTo>
                      <a:pt x="446" y="521"/>
                      <a:pt x="476" y="527"/>
                      <a:pt x="491" y="549"/>
                    </a:cubicBezTo>
                    <a:close/>
                  </a:path>
                </a:pathLst>
              </a:custGeom>
              <a:solidFill>
                <a:srgbClr val="F4B5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7" name="íş1iḍé"/>
              <p:cNvSpPr/>
              <p:nvPr/>
            </p:nvSpPr>
            <p:spPr bwMode="auto">
              <a:xfrm>
                <a:off x="3090863" y="2763838"/>
                <a:ext cx="1704975" cy="2120900"/>
              </a:xfrm>
              <a:custGeom>
                <a:avLst/>
                <a:gdLst>
                  <a:gd name="T0" fmla="*/ 367 w 517"/>
                  <a:gd name="T1" fmla="*/ 371 h 644"/>
                  <a:gd name="T2" fmla="*/ 404 w 517"/>
                  <a:gd name="T3" fmla="*/ 424 h 644"/>
                  <a:gd name="T4" fmla="*/ 392 w 517"/>
                  <a:gd name="T5" fmla="*/ 491 h 644"/>
                  <a:gd name="T6" fmla="*/ 325 w 517"/>
                  <a:gd name="T7" fmla="*/ 479 h 644"/>
                  <a:gd name="T8" fmla="*/ 266 w 517"/>
                  <a:gd name="T9" fmla="*/ 395 h 644"/>
                  <a:gd name="T10" fmla="*/ 266 w 517"/>
                  <a:gd name="T11" fmla="*/ 393 h 644"/>
                  <a:gd name="T12" fmla="*/ 264 w 517"/>
                  <a:gd name="T13" fmla="*/ 392 h 644"/>
                  <a:gd name="T14" fmla="*/ 276 w 517"/>
                  <a:gd name="T15" fmla="*/ 325 h 644"/>
                  <a:gd name="T16" fmla="*/ 304 w 517"/>
                  <a:gd name="T17" fmla="*/ 170 h 644"/>
                  <a:gd name="T18" fmla="*/ 149 w 517"/>
                  <a:gd name="T19" fmla="*/ 144 h 644"/>
                  <a:gd name="T20" fmla="*/ 103 w 517"/>
                  <a:gd name="T21" fmla="*/ 243 h 644"/>
                  <a:gd name="T22" fmla="*/ 58 w 517"/>
                  <a:gd name="T23" fmla="*/ 296 h 644"/>
                  <a:gd name="T24" fmla="*/ 6 w 517"/>
                  <a:gd name="T25" fmla="*/ 252 h 644"/>
                  <a:gd name="T26" fmla="*/ 93 w 517"/>
                  <a:gd name="T27" fmla="*/ 65 h 644"/>
                  <a:gd name="T28" fmla="*/ 382 w 517"/>
                  <a:gd name="T29" fmla="*/ 115 h 644"/>
                  <a:gd name="T30" fmla="*/ 367 w 517"/>
                  <a:gd name="T31" fmla="*/ 371 h 644"/>
                  <a:gd name="T32" fmla="*/ 491 w 517"/>
                  <a:gd name="T33" fmla="*/ 548 h 644"/>
                  <a:gd name="T34" fmla="*/ 501 w 517"/>
                  <a:gd name="T35" fmla="*/ 562 h 644"/>
                  <a:gd name="T36" fmla="*/ 490 w 517"/>
                  <a:gd name="T37" fmla="*/ 630 h 644"/>
                  <a:gd name="T38" fmla="*/ 422 w 517"/>
                  <a:gd name="T39" fmla="*/ 618 h 644"/>
                  <a:gd name="T40" fmla="*/ 412 w 517"/>
                  <a:gd name="T41" fmla="*/ 603 h 644"/>
                  <a:gd name="T42" fmla="*/ 424 w 517"/>
                  <a:gd name="T43" fmla="*/ 536 h 644"/>
                  <a:gd name="T44" fmla="*/ 491 w 517"/>
                  <a:gd name="T45" fmla="*/ 548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7" h="644">
                    <a:moveTo>
                      <a:pt x="367" y="371"/>
                    </a:moveTo>
                    <a:cubicBezTo>
                      <a:pt x="404" y="424"/>
                      <a:pt x="404" y="424"/>
                      <a:pt x="404" y="424"/>
                    </a:cubicBezTo>
                    <a:cubicBezTo>
                      <a:pt x="420" y="446"/>
                      <a:pt x="415" y="475"/>
                      <a:pt x="392" y="491"/>
                    </a:cubicBezTo>
                    <a:cubicBezTo>
                      <a:pt x="371" y="506"/>
                      <a:pt x="341" y="502"/>
                      <a:pt x="325" y="479"/>
                    </a:cubicBezTo>
                    <a:cubicBezTo>
                      <a:pt x="266" y="395"/>
                      <a:pt x="266" y="395"/>
                      <a:pt x="266" y="395"/>
                    </a:cubicBezTo>
                    <a:cubicBezTo>
                      <a:pt x="266" y="395"/>
                      <a:pt x="266" y="394"/>
                      <a:pt x="266" y="393"/>
                    </a:cubicBezTo>
                    <a:cubicBezTo>
                      <a:pt x="264" y="393"/>
                      <a:pt x="264" y="393"/>
                      <a:pt x="264" y="392"/>
                    </a:cubicBezTo>
                    <a:cubicBezTo>
                      <a:pt x="249" y="371"/>
                      <a:pt x="255" y="340"/>
                      <a:pt x="276" y="325"/>
                    </a:cubicBezTo>
                    <a:cubicBezTo>
                      <a:pt x="326" y="289"/>
                      <a:pt x="339" y="220"/>
                      <a:pt x="304" y="170"/>
                    </a:cubicBezTo>
                    <a:cubicBezTo>
                      <a:pt x="268" y="119"/>
                      <a:pt x="200" y="109"/>
                      <a:pt x="149" y="144"/>
                    </a:cubicBezTo>
                    <a:cubicBezTo>
                      <a:pt x="116" y="168"/>
                      <a:pt x="99" y="206"/>
                      <a:pt x="103" y="243"/>
                    </a:cubicBezTo>
                    <a:cubicBezTo>
                      <a:pt x="105" y="270"/>
                      <a:pt x="85" y="294"/>
                      <a:pt x="58" y="296"/>
                    </a:cubicBezTo>
                    <a:cubicBezTo>
                      <a:pt x="31" y="298"/>
                      <a:pt x="9" y="279"/>
                      <a:pt x="6" y="252"/>
                    </a:cubicBezTo>
                    <a:cubicBezTo>
                      <a:pt x="0" y="181"/>
                      <a:pt x="31" y="109"/>
                      <a:pt x="93" y="65"/>
                    </a:cubicBezTo>
                    <a:cubicBezTo>
                      <a:pt x="187" y="0"/>
                      <a:pt x="317" y="22"/>
                      <a:pt x="382" y="115"/>
                    </a:cubicBezTo>
                    <a:cubicBezTo>
                      <a:pt x="438" y="195"/>
                      <a:pt x="430" y="301"/>
                      <a:pt x="367" y="371"/>
                    </a:cubicBezTo>
                    <a:close/>
                    <a:moveTo>
                      <a:pt x="491" y="548"/>
                    </a:moveTo>
                    <a:cubicBezTo>
                      <a:pt x="501" y="562"/>
                      <a:pt x="501" y="562"/>
                      <a:pt x="501" y="562"/>
                    </a:cubicBezTo>
                    <a:cubicBezTo>
                      <a:pt x="517" y="585"/>
                      <a:pt x="512" y="614"/>
                      <a:pt x="490" y="630"/>
                    </a:cubicBezTo>
                    <a:cubicBezTo>
                      <a:pt x="469" y="644"/>
                      <a:pt x="438" y="640"/>
                      <a:pt x="422" y="618"/>
                    </a:cubicBezTo>
                    <a:cubicBezTo>
                      <a:pt x="412" y="603"/>
                      <a:pt x="412" y="603"/>
                      <a:pt x="412" y="603"/>
                    </a:cubicBezTo>
                    <a:cubicBezTo>
                      <a:pt x="397" y="582"/>
                      <a:pt x="403" y="551"/>
                      <a:pt x="424" y="536"/>
                    </a:cubicBezTo>
                    <a:cubicBezTo>
                      <a:pt x="447" y="520"/>
                      <a:pt x="476" y="526"/>
                      <a:pt x="491" y="548"/>
                    </a:cubicBezTo>
                    <a:close/>
                  </a:path>
                </a:pathLst>
              </a:custGeom>
              <a:solidFill>
                <a:srgbClr val="FFD1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8" name="îslïḓê"/>
              <p:cNvSpPr/>
              <p:nvPr/>
            </p:nvSpPr>
            <p:spPr bwMode="auto">
              <a:xfrm>
                <a:off x="4195763" y="2654300"/>
                <a:ext cx="596900" cy="939800"/>
              </a:xfrm>
              <a:custGeom>
                <a:avLst/>
                <a:gdLst>
                  <a:gd name="T0" fmla="*/ 107 w 181"/>
                  <a:gd name="T1" fmla="*/ 0 h 285"/>
                  <a:gd name="T2" fmla="*/ 176 w 181"/>
                  <a:gd name="T3" fmla="*/ 149 h 285"/>
                  <a:gd name="T4" fmla="*/ 17 w 181"/>
                  <a:gd name="T5" fmla="*/ 285 h 285"/>
                  <a:gd name="T6" fmla="*/ 0 w 181"/>
                  <a:gd name="T7" fmla="*/ 218 h 285"/>
                  <a:gd name="T8" fmla="*/ 123 w 181"/>
                  <a:gd name="T9" fmla="*/ 143 h 285"/>
                  <a:gd name="T10" fmla="*/ 97 w 181"/>
                  <a:gd name="T11" fmla="*/ 81 h 285"/>
                  <a:gd name="T12" fmla="*/ 107 w 181"/>
                  <a:gd name="T13" fmla="*/ 0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1" h="285">
                    <a:moveTo>
                      <a:pt x="107" y="0"/>
                    </a:moveTo>
                    <a:cubicBezTo>
                      <a:pt x="107" y="0"/>
                      <a:pt x="171" y="114"/>
                      <a:pt x="176" y="149"/>
                    </a:cubicBezTo>
                    <a:cubicBezTo>
                      <a:pt x="181" y="185"/>
                      <a:pt x="47" y="280"/>
                      <a:pt x="17" y="28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218"/>
                      <a:pt x="111" y="166"/>
                      <a:pt x="123" y="143"/>
                    </a:cubicBezTo>
                    <a:cubicBezTo>
                      <a:pt x="97" y="81"/>
                      <a:pt x="97" y="81"/>
                      <a:pt x="97" y="81"/>
                    </a:cubicBez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F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9" name="ïṩḻîďê"/>
              <p:cNvSpPr/>
              <p:nvPr/>
            </p:nvSpPr>
            <p:spPr bwMode="auto">
              <a:xfrm>
                <a:off x="4103688" y="3405188"/>
                <a:ext cx="131763" cy="174625"/>
              </a:xfrm>
              <a:custGeom>
                <a:avLst/>
                <a:gdLst>
                  <a:gd name="T0" fmla="*/ 31 w 40"/>
                  <a:gd name="T1" fmla="*/ 2 h 53"/>
                  <a:gd name="T2" fmla="*/ 7 w 40"/>
                  <a:gd name="T3" fmla="*/ 8 h 53"/>
                  <a:gd name="T4" fmla="*/ 40 w 40"/>
                  <a:gd name="T5" fmla="*/ 39 h 53"/>
                  <a:gd name="T6" fmla="*/ 31 w 40"/>
                  <a:gd name="T7" fmla="*/ 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53">
                    <a:moveTo>
                      <a:pt x="31" y="2"/>
                    </a:moveTo>
                    <a:cubicBezTo>
                      <a:pt x="31" y="2"/>
                      <a:pt x="11" y="0"/>
                      <a:pt x="7" y="8"/>
                    </a:cubicBezTo>
                    <a:cubicBezTo>
                      <a:pt x="3" y="16"/>
                      <a:pt x="0" y="53"/>
                      <a:pt x="40" y="39"/>
                    </a:cubicBezTo>
                    <a:lnTo>
                      <a:pt x="31" y="2"/>
                    </a:lnTo>
                    <a:close/>
                  </a:path>
                </a:pathLst>
              </a:custGeom>
              <a:solidFill>
                <a:srgbClr val="B27E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2443480" y="0"/>
            <a:ext cx="2439670" cy="6874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891665" y="2510155"/>
            <a:ext cx="3522980" cy="5848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rPr>
              <a:t>创新实现</a:t>
            </a:r>
            <a:endParaRPr lang="zh-CN" altLang="en-US" sz="32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DLaM Display" panose="02010000000000000000" pitchFamily="2" charset="0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3429635" y="4845685"/>
            <a:ext cx="603885" cy="1454785"/>
            <a:chOff x="5453187" y="1772221"/>
            <a:chExt cx="1523085" cy="3809494"/>
          </a:xfrm>
        </p:grpSpPr>
        <p:sp>
          <p:nvSpPr>
            <p:cNvPr id="184" name="íSliďe"/>
            <p:cNvSpPr/>
            <p:nvPr/>
          </p:nvSpPr>
          <p:spPr>
            <a:xfrm>
              <a:off x="6719411" y="2774220"/>
              <a:ext cx="232761" cy="232762"/>
            </a:xfrm>
            <a:custGeom>
              <a:avLst/>
              <a:gdLst>
                <a:gd name="connsiteX0" fmla="*/ 225526 w 232761"/>
                <a:gd name="connsiteY0" fmla="*/ 155273 h 232762"/>
                <a:gd name="connsiteX1" fmla="*/ 76967 w 232761"/>
                <a:gd name="connsiteY1" fmla="*/ 225996 h 232762"/>
                <a:gd name="connsiteX2" fmla="*/ 6226 w 232761"/>
                <a:gd name="connsiteY2" fmla="*/ 77427 h 232762"/>
                <a:gd name="connsiteX3" fmla="*/ 153777 w 232761"/>
                <a:gd name="connsiteY3" fmla="*/ 6345 h 232762"/>
                <a:gd name="connsiteX4" fmla="*/ 225875 w 232761"/>
                <a:gd name="connsiteY4" fmla="*/ 154247 h 232762"/>
                <a:gd name="connsiteX5" fmla="*/ 225526 w 232761"/>
                <a:gd name="connsiteY5" fmla="*/ 155273 h 23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761" h="232762">
                  <a:moveTo>
                    <a:pt x="225526" y="155273"/>
                  </a:moveTo>
                  <a:cubicBezTo>
                    <a:pt x="204021" y="215829"/>
                    <a:pt x="137508" y="247493"/>
                    <a:pt x="76967" y="225996"/>
                  </a:cubicBezTo>
                  <a:cubicBezTo>
                    <a:pt x="16407" y="204500"/>
                    <a:pt x="-15259" y="137983"/>
                    <a:pt x="6226" y="77427"/>
                  </a:cubicBezTo>
                  <a:cubicBezTo>
                    <a:pt x="27597" y="17270"/>
                    <a:pt x="93430" y="-14447"/>
                    <a:pt x="153777" y="6345"/>
                  </a:cubicBezTo>
                  <a:cubicBezTo>
                    <a:pt x="214531" y="27274"/>
                    <a:pt x="246819" y="93493"/>
                    <a:pt x="225875" y="154247"/>
                  </a:cubicBezTo>
                  <a:cubicBezTo>
                    <a:pt x="225759" y="154590"/>
                    <a:pt x="225642" y="154931"/>
                    <a:pt x="225526" y="155273"/>
                  </a:cubicBezTo>
                  <a:close/>
                </a:path>
              </a:pathLst>
            </a:custGeom>
            <a:solidFill>
              <a:srgbClr val="FCC8A3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ïṡḻíďe"/>
            <p:cNvSpPr/>
            <p:nvPr/>
          </p:nvSpPr>
          <p:spPr>
            <a:xfrm>
              <a:off x="6667365" y="2823839"/>
              <a:ext cx="126045" cy="146988"/>
            </a:xfrm>
            <a:custGeom>
              <a:avLst/>
              <a:gdLst>
                <a:gd name="connsiteX0" fmla="*/ 119452 w 126045"/>
                <a:gd name="connsiteY0" fmla="*/ 0 h 146988"/>
                <a:gd name="connsiteX1" fmla="*/ 0 w 126045"/>
                <a:gd name="connsiteY1" fmla="*/ 42274 h 146988"/>
                <a:gd name="connsiteX2" fmla="*/ 33741 w 126045"/>
                <a:gd name="connsiteY2" fmla="*/ 146989 h 146988"/>
                <a:gd name="connsiteX3" fmla="*/ 126046 w 126045"/>
                <a:gd name="connsiteY3" fmla="*/ 125658 h 146988"/>
                <a:gd name="connsiteX4" fmla="*/ 119452 w 126045"/>
                <a:gd name="connsiteY4" fmla="*/ 0 h 14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045" h="146988">
                  <a:moveTo>
                    <a:pt x="119452" y="0"/>
                  </a:moveTo>
                  <a:lnTo>
                    <a:pt x="0" y="42274"/>
                  </a:lnTo>
                  <a:lnTo>
                    <a:pt x="33741" y="146989"/>
                  </a:lnTo>
                  <a:lnTo>
                    <a:pt x="126046" y="125658"/>
                  </a:lnTo>
                  <a:lnTo>
                    <a:pt x="119452" y="0"/>
                  </a:lnTo>
                  <a:close/>
                </a:path>
              </a:pathLst>
            </a:custGeom>
            <a:solidFill>
              <a:srgbClr val="FCC8A3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íşļîde"/>
            <p:cNvSpPr/>
            <p:nvPr/>
          </p:nvSpPr>
          <p:spPr>
            <a:xfrm>
              <a:off x="5501736" y="2830044"/>
              <a:ext cx="256549" cy="645714"/>
            </a:xfrm>
            <a:custGeom>
              <a:avLst/>
              <a:gdLst>
                <a:gd name="connsiteX0" fmla="*/ 11906 w 256549"/>
                <a:gd name="connsiteY0" fmla="*/ 65901 h 645714"/>
                <a:gd name="connsiteX1" fmla="*/ 23347 w 256549"/>
                <a:gd name="connsiteY1" fmla="*/ 523544 h 645714"/>
                <a:gd name="connsiteX2" fmla="*/ 188369 w 256549"/>
                <a:gd name="connsiteY2" fmla="*/ 644741 h 645714"/>
                <a:gd name="connsiteX3" fmla="*/ 256047 w 256549"/>
                <a:gd name="connsiteY3" fmla="*/ 637372 h 645714"/>
                <a:gd name="connsiteX4" fmla="*/ 189920 w 256549"/>
                <a:gd name="connsiteY4" fmla="*/ -30 h 64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549" h="645714">
                  <a:moveTo>
                    <a:pt x="11906" y="65901"/>
                  </a:moveTo>
                  <a:cubicBezTo>
                    <a:pt x="-7855" y="218127"/>
                    <a:pt x="-3996" y="372502"/>
                    <a:pt x="23347" y="523544"/>
                  </a:cubicBezTo>
                  <a:cubicBezTo>
                    <a:pt x="38414" y="600742"/>
                    <a:pt x="110202" y="653467"/>
                    <a:pt x="188369" y="644741"/>
                  </a:cubicBezTo>
                  <a:lnTo>
                    <a:pt x="256047" y="637372"/>
                  </a:lnTo>
                  <a:lnTo>
                    <a:pt x="189920" y="-30"/>
                  </a:lnTo>
                  <a:close/>
                </a:path>
              </a:pathLst>
            </a:custGeom>
            <a:solidFill>
              <a:srgbClr val="0E1859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îṡlîḍê"/>
            <p:cNvSpPr/>
            <p:nvPr/>
          </p:nvSpPr>
          <p:spPr>
            <a:xfrm>
              <a:off x="5453187" y="2515706"/>
              <a:ext cx="289004" cy="467144"/>
            </a:xfrm>
            <a:custGeom>
              <a:avLst/>
              <a:gdLst>
                <a:gd name="connsiteX0" fmla="*/ 288501 w 289004"/>
                <a:gd name="connsiteY0" fmla="*/ -30 h 467144"/>
                <a:gd name="connsiteX1" fmla="*/ 89930 w 289004"/>
                <a:gd name="connsiteY1" fmla="*/ 152582 h 467144"/>
                <a:gd name="connsiteX2" fmla="*/ 341 w 289004"/>
                <a:gd name="connsiteY2" fmla="*/ 396916 h 467144"/>
                <a:gd name="connsiteX3" fmla="*/ 36216 w 289004"/>
                <a:gd name="connsiteY3" fmla="*/ 450121 h 467144"/>
                <a:gd name="connsiteX4" fmla="*/ 41451 w 289004"/>
                <a:gd name="connsiteY4" fmla="*/ 450825 h 467144"/>
                <a:gd name="connsiteX5" fmla="*/ 243512 w 289004"/>
                <a:gd name="connsiteY5" fmla="*/ 467114 h 467144"/>
                <a:gd name="connsiteX6" fmla="*/ 288501 w 289004"/>
                <a:gd name="connsiteY6" fmla="*/ -30 h 467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9004" h="467144">
                  <a:moveTo>
                    <a:pt x="288501" y="-30"/>
                  </a:moveTo>
                  <a:cubicBezTo>
                    <a:pt x="288501" y="-30"/>
                    <a:pt x="172151" y="19361"/>
                    <a:pt x="89930" y="152582"/>
                  </a:cubicBezTo>
                  <a:cubicBezTo>
                    <a:pt x="46164" y="228238"/>
                    <a:pt x="15855" y="310907"/>
                    <a:pt x="341" y="396916"/>
                  </a:cubicBezTo>
                  <a:cubicBezTo>
                    <a:pt x="-4449" y="421516"/>
                    <a:pt x="11627" y="445337"/>
                    <a:pt x="36216" y="450121"/>
                  </a:cubicBezTo>
                  <a:cubicBezTo>
                    <a:pt x="37941" y="450456"/>
                    <a:pt x="39687" y="450691"/>
                    <a:pt x="41451" y="450825"/>
                  </a:cubicBezTo>
                  <a:lnTo>
                    <a:pt x="243512" y="467114"/>
                  </a:lnTo>
                  <a:lnTo>
                    <a:pt x="288501" y="-30"/>
                  </a:lnTo>
                </a:path>
              </a:pathLst>
            </a:custGeom>
            <a:solidFill>
              <a:srgbClr val="0E1859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ïṣliďê"/>
            <p:cNvSpPr/>
            <p:nvPr/>
          </p:nvSpPr>
          <p:spPr>
            <a:xfrm>
              <a:off x="5680913" y="4792476"/>
              <a:ext cx="289516" cy="249764"/>
            </a:xfrm>
            <a:custGeom>
              <a:avLst/>
              <a:gdLst>
                <a:gd name="connsiteX0" fmla="*/ 199540 w 289516"/>
                <a:gd name="connsiteY0" fmla="*/ 0 h 249764"/>
                <a:gd name="connsiteX1" fmla="*/ 0 w 289516"/>
                <a:gd name="connsiteY1" fmla="*/ 127985 h 249764"/>
                <a:gd name="connsiteX2" fmla="*/ 96182 w 289516"/>
                <a:gd name="connsiteY2" fmla="*/ 249764 h 249764"/>
                <a:gd name="connsiteX3" fmla="*/ 289517 w 289516"/>
                <a:gd name="connsiteY3" fmla="*/ 132251 h 249764"/>
                <a:gd name="connsiteX4" fmla="*/ 199540 w 289516"/>
                <a:gd name="connsiteY4" fmla="*/ 0 h 24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516" h="249764">
                  <a:moveTo>
                    <a:pt x="199540" y="0"/>
                  </a:moveTo>
                  <a:lnTo>
                    <a:pt x="0" y="127985"/>
                  </a:lnTo>
                  <a:lnTo>
                    <a:pt x="96182" y="249764"/>
                  </a:lnTo>
                  <a:lnTo>
                    <a:pt x="289517" y="132251"/>
                  </a:lnTo>
                  <a:lnTo>
                    <a:pt x="199540" y="0"/>
                  </a:lnTo>
                  <a:close/>
                </a:path>
              </a:pathLst>
            </a:custGeom>
            <a:solidFill>
              <a:srgbClr val="F6EBE6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ïsļîḑè"/>
            <p:cNvSpPr/>
            <p:nvPr/>
          </p:nvSpPr>
          <p:spPr>
            <a:xfrm>
              <a:off x="5560676" y="4883571"/>
              <a:ext cx="332444" cy="530128"/>
            </a:xfrm>
            <a:custGeom>
              <a:avLst/>
              <a:gdLst>
                <a:gd name="connsiteX0" fmla="*/ 117212 w 332444"/>
                <a:gd name="connsiteY0" fmla="*/ 5445 h 530128"/>
                <a:gd name="connsiteX1" fmla="*/ 13080 w 332444"/>
                <a:gd name="connsiteY1" fmla="*/ 73510 h 530128"/>
                <a:gd name="connsiteX2" fmla="*/ 6874 w 332444"/>
                <a:gd name="connsiteY2" fmla="*/ 126643 h 530128"/>
                <a:gd name="connsiteX3" fmla="*/ 290186 w 332444"/>
                <a:gd name="connsiteY3" fmla="*/ 522620 h 530128"/>
                <a:gd name="connsiteX4" fmla="*/ 317392 w 332444"/>
                <a:gd name="connsiteY4" fmla="*/ 525994 h 530128"/>
                <a:gd name="connsiteX5" fmla="*/ 323539 w 332444"/>
                <a:gd name="connsiteY5" fmla="*/ 517772 h 530128"/>
                <a:gd name="connsiteX6" fmla="*/ 323539 w 332444"/>
                <a:gd name="connsiteY6" fmla="*/ 517772 h 530128"/>
                <a:gd name="connsiteX7" fmla="*/ 318497 w 332444"/>
                <a:gd name="connsiteY7" fmla="*/ 400259 h 530128"/>
                <a:gd name="connsiteX8" fmla="*/ 284756 w 332444"/>
                <a:gd name="connsiteY8" fmla="*/ 142544 h 530128"/>
                <a:gd name="connsiteX9" fmla="*/ 268913 w 332444"/>
                <a:gd name="connsiteY9" fmla="*/ 113088 h 530128"/>
                <a:gd name="connsiteX10" fmla="*/ 261099 w 332444"/>
                <a:gd name="connsiteY10" fmla="*/ 112099 h 530128"/>
                <a:gd name="connsiteX11" fmla="*/ 155802 w 332444"/>
                <a:gd name="connsiteY11" fmla="*/ 20570 h 530128"/>
                <a:gd name="connsiteX12" fmla="*/ 129274 w 332444"/>
                <a:gd name="connsiteY12" fmla="*/ 170 h 530128"/>
                <a:gd name="connsiteX13" fmla="*/ 117212 w 332444"/>
                <a:gd name="connsiteY13" fmla="*/ 5445 h 530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2444" h="530128">
                  <a:moveTo>
                    <a:pt x="117212" y="5445"/>
                  </a:moveTo>
                  <a:lnTo>
                    <a:pt x="13080" y="73510"/>
                  </a:lnTo>
                  <a:cubicBezTo>
                    <a:pt x="-2298" y="87026"/>
                    <a:pt x="-4974" y="109966"/>
                    <a:pt x="6874" y="126643"/>
                  </a:cubicBezTo>
                  <a:lnTo>
                    <a:pt x="290186" y="522620"/>
                  </a:lnTo>
                  <a:cubicBezTo>
                    <a:pt x="296760" y="531074"/>
                    <a:pt x="308956" y="532587"/>
                    <a:pt x="317392" y="525994"/>
                  </a:cubicBezTo>
                  <a:cubicBezTo>
                    <a:pt x="320146" y="523861"/>
                    <a:pt x="322260" y="521010"/>
                    <a:pt x="323539" y="517772"/>
                  </a:cubicBezTo>
                  <a:lnTo>
                    <a:pt x="323539" y="517772"/>
                  </a:lnTo>
                  <a:cubicBezTo>
                    <a:pt x="336279" y="479299"/>
                    <a:pt x="334477" y="437490"/>
                    <a:pt x="318497" y="400259"/>
                  </a:cubicBezTo>
                  <a:cubicBezTo>
                    <a:pt x="291544" y="336266"/>
                    <a:pt x="257026" y="228449"/>
                    <a:pt x="284756" y="142544"/>
                  </a:cubicBezTo>
                  <a:cubicBezTo>
                    <a:pt x="288518" y="130036"/>
                    <a:pt x="281421" y="116831"/>
                    <a:pt x="268913" y="113088"/>
                  </a:cubicBezTo>
                  <a:cubicBezTo>
                    <a:pt x="266373" y="112312"/>
                    <a:pt x="263736" y="111983"/>
                    <a:pt x="261099" y="112099"/>
                  </a:cubicBezTo>
                  <a:cubicBezTo>
                    <a:pt x="222315" y="113069"/>
                    <a:pt x="165304" y="99882"/>
                    <a:pt x="155802" y="20570"/>
                  </a:cubicBezTo>
                  <a:cubicBezTo>
                    <a:pt x="154115" y="7617"/>
                    <a:pt x="142247" y="-1517"/>
                    <a:pt x="129274" y="170"/>
                  </a:cubicBezTo>
                  <a:cubicBezTo>
                    <a:pt x="124833" y="752"/>
                    <a:pt x="120665" y="2575"/>
                    <a:pt x="117212" y="5445"/>
                  </a:cubicBezTo>
                  <a:close/>
                </a:path>
              </a:pathLst>
            </a:custGeom>
            <a:solidFill>
              <a:srgbClr val="1F252A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išľíḍé"/>
            <p:cNvSpPr/>
            <p:nvPr/>
          </p:nvSpPr>
          <p:spPr>
            <a:xfrm>
              <a:off x="5799784" y="5195241"/>
              <a:ext cx="174718" cy="236771"/>
            </a:xfrm>
            <a:custGeom>
              <a:avLst/>
              <a:gdLst>
                <a:gd name="connsiteX0" fmla="*/ 14738 w 174718"/>
                <a:gd name="connsiteY0" fmla="*/ 0 h 236771"/>
                <a:gd name="connsiteX1" fmla="*/ 0 w 174718"/>
                <a:gd name="connsiteY1" fmla="*/ 236772 h 236771"/>
                <a:gd name="connsiteX2" fmla="*/ 154939 w 174718"/>
                <a:gd name="connsiteY2" fmla="*/ 231148 h 236771"/>
                <a:gd name="connsiteX3" fmla="*/ 174719 w 174718"/>
                <a:gd name="connsiteY3" fmla="*/ 5818 h 236771"/>
                <a:gd name="connsiteX4" fmla="*/ 14738 w 174718"/>
                <a:gd name="connsiteY4" fmla="*/ 0 h 236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718" h="236771">
                  <a:moveTo>
                    <a:pt x="14738" y="0"/>
                  </a:moveTo>
                  <a:lnTo>
                    <a:pt x="0" y="236772"/>
                  </a:lnTo>
                  <a:lnTo>
                    <a:pt x="154939" y="231148"/>
                  </a:lnTo>
                  <a:lnTo>
                    <a:pt x="174719" y="5818"/>
                  </a:lnTo>
                  <a:lnTo>
                    <a:pt x="14738" y="0"/>
                  </a:lnTo>
                  <a:close/>
                </a:path>
              </a:pathLst>
            </a:custGeom>
            <a:solidFill>
              <a:srgbClr val="F6EBE6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iṡļíḋê"/>
            <p:cNvSpPr/>
            <p:nvPr/>
          </p:nvSpPr>
          <p:spPr>
            <a:xfrm>
              <a:off x="5766236" y="5351495"/>
              <a:ext cx="544293" cy="230220"/>
            </a:xfrm>
            <a:custGeom>
              <a:avLst/>
              <a:gdLst>
                <a:gd name="connsiteX0" fmla="*/ 6283 w 544293"/>
                <a:gd name="connsiteY0" fmla="*/ 64004 h 230220"/>
                <a:gd name="connsiteX1" fmla="*/ -503 w 544293"/>
                <a:gd name="connsiteY1" fmla="*/ 187916 h 230220"/>
                <a:gd name="connsiteX2" fmla="*/ 38280 w 544293"/>
                <a:gd name="connsiteY2" fmla="*/ 224566 h 230220"/>
                <a:gd name="connsiteX3" fmla="*/ 525009 w 544293"/>
                <a:gd name="connsiteY3" fmla="*/ 230190 h 230220"/>
                <a:gd name="connsiteX4" fmla="*/ 543781 w 544293"/>
                <a:gd name="connsiteY4" fmla="*/ 210197 h 230220"/>
                <a:gd name="connsiteX5" fmla="*/ 540716 w 544293"/>
                <a:gd name="connsiteY5" fmla="*/ 200327 h 230220"/>
                <a:gd name="connsiteX6" fmla="*/ 540716 w 544293"/>
                <a:gd name="connsiteY6" fmla="*/ 200327 h 230220"/>
                <a:gd name="connsiteX7" fmla="*/ 443758 w 544293"/>
                <a:gd name="connsiteY7" fmla="*/ 134783 h 230220"/>
                <a:gd name="connsiteX8" fmla="*/ 216101 w 544293"/>
                <a:gd name="connsiteY8" fmla="*/ 9513 h 230220"/>
                <a:gd name="connsiteX9" fmla="*/ 183000 w 544293"/>
                <a:gd name="connsiteY9" fmla="*/ 4646 h 230220"/>
                <a:gd name="connsiteX10" fmla="*/ 177318 w 544293"/>
                <a:gd name="connsiteY10" fmla="*/ 10677 h 230220"/>
                <a:gd name="connsiteX11" fmla="*/ 41576 w 544293"/>
                <a:gd name="connsiteY11" fmla="*/ 41509 h 230220"/>
                <a:gd name="connsiteX12" fmla="*/ 9309 w 544293"/>
                <a:gd name="connsiteY12" fmla="*/ 50352 h 230220"/>
                <a:gd name="connsiteX13" fmla="*/ 6283 w 544293"/>
                <a:gd name="connsiteY13" fmla="*/ 64004 h 23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4293" h="230220">
                  <a:moveTo>
                    <a:pt x="6283" y="64004"/>
                  </a:moveTo>
                  <a:lnTo>
                    <a:pt x="-503" y="187916"/>
                  </a:lnTo>
                  <a:cubicBezTo>
                    <a:pt x="1261" y="208200"/>
                    <a:pt x="17938" y="223946"/>
                    <a:pt x="38280" y="224566"/>
                  </a:cubicBezTo>
                  <a:lnTo>
                    <a:pt x="525009" y="230190"/>
                  </a:lnTo>
                  <a:cubicBezTo>
                    <a:pt x="535713" y="229860"/>
                    <a:pt x="544111" y="220901"/>
                    <a:pt x="543781" y="210197"/>
                  </a:cubicBezTo>
                  <a:cubicBezTo>
                    <a:pt x="543665" y="206687"/>
                    <a:pt x="542617" y="203274"/>
                    <a:pt x="540716" y="200327"/>
                  </a:cubicBezTo>
                  <a:lnTo>
                    <a:pt x="540716" y="200327"/>
                  </a:lnTo>
                  <a:cubicBezTo>
                    <a:pt x="517485" y="167381"/>
                    <a:pt x="482988" y="144072"/>
                    <a:pt x="443758" y="134783"/>
                  </a:cubicBezTo>
                  <a:cubicBezTo>
                    <a:pt x="376470" y="118688"/>
                    <a:pt x="269234" y="82814"/>
                    <a:pt x="216101" y="9513"/>
                  </a:cubicBezTo>
                  <a:cubicBezTo>
                    <a:pt x="208306" y="-978"/>
                    <a:pt x="193490" y="-3149"/>
                    <a:pt x="183000" y="4646"/>
                  </a:cubicBezTo>
                  <a:cubicBezTo>
                    <a:pt x="180770" y="6314"/>
                    <a:pt x="178850" y="8350"/>
                    <a:pt x="177318" y="10677"/>
                  </a:cubicBezTo>
                  <a:cubicBezTo>
                    <a:pt x="154630" y="43255"/>
                    <a:pt x="110999" y="80680"/>
                    <a:pt x="41576" y="41509"/>
                  </a:cubicBezTo>
                  <a:cubicBezTo>
                    <a:pt x="30233" y="35033"/>
                    <a:pt x="15786" y="38989"/>
                    <a:pt x="9309" y="50352"/>
                  </a:cubicBezTo>
                  <a:cubicBezTo>
                    <a:pt x="6943" y="54482"/>
                    <a:pt x="5896" y="59253"/>
                    <a:pt x="6283" y="64004"/>
                  </a:cubicBezTo>
                  <a:close/>
                </a:path>
              </a:pathLst>
            </a:custGeom>
            <a:solidFill>
              <a:srgbClr val="1F252A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ïślïdè"/>
            <p:cNvSpPr/>
            <p:nvPr/>
          </p:nvSpPr>
          <p:spPr>
            <a:xfrm>
              <a:off x="5883555" y="3624907"/>
              <a:ext cx="700103" cy="1448748"/>
            </a:xfrm>
            <a:custGeom>
              <a:avLst/>
              <a:gdLst>
                <a:gd name="connsiteX0" fmla="*/ 511823 w 700103"/>
                <a:gd name="connsiteY0" fmla="*/ -30 h 1448748"/>
                <a:gd name="connsiteX1" fmla="*/ 693717 w 700103"/>
                <a:gd name="connsiteY1" fmla="*/ 736851 h 1448748"/>
                <a:gd name="connsiteX2" fmla="*/ 629919 w 700103"/>
                <a:gd name="connsiteY2" fmla="*/ 937555 h 1448748"/>
                <a:gd name="connsiteX3" fmla="*/ 30911 w 700103"/>
                <a:gd name="connsiteY3" fmla="*/ 1448718 h 1448748"/>
                <a:gd name="connsiteX4" fmla="*/ -503 w 700103"/>
                <a:gd name="connsiteY4" fmla="*/ 1120224 h 1448748"/>
                <a:gd name="connsiteX5" fmla="*/ 363478 w 700103"/>
                <a:gd name="connsiteY5" fmla="*/ 790566 h 1448748"/>
                <a:gd name="connsiteX6" fmla="*/ 255078 w 700103"/>
                <a:gd name="connsiteY6" fmla="*/ 451019 h 144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0103" h="1448748">
                  <a:moveTo>
                    <a:pt x="511823" y="-30"/>
                  </a:moveTo>
                  <a:lnTo>
                    <a:pt x="693717" y="736851"/>
                  </a:lnTo>
                  <a:cubicBezTo>
                    <a:pt x="711887" y="810423"/>
                    <a:pt x="687240" y="887970"/>
                    <a:pt x="629919" y="937555"/>
                  </a:cubicBezTo>
                  <a:lnTo>
                    <a:pt x="30911" y="1448718"/>
                  </a:lnTo>
                  <a:lnTo>
                    <a:pt x="-503" y="1120224"/>
                  </a:lnTo>
                  <a:lnTo>
                    <a:pt x="363478" y="790566"/>
                  </a:lnTo>
                  <a:lnTo>
                    <a:pt x="255078" y="451019"/>
                  </a:lnTo>
                  <a:close/>
                </a:path>
              </a:pathLst>
            </a:custGeom>
            <a:solidFill>
              <a:srgbClr val="0E1859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îšḷíḍè"/>
            <p:cNvSpPr/>
            <p:nvPr/>
          </p:nvSpPr>
          <p:spPr>
            <a:xfrm>
              <a:off x="5778453" y="3489165"/>
              <a:ext cx="617235" cy="184414"/>
            </a:xfrm>
            <a:custGeom>
              <a:avLst/>
              <a:gdLst>
                <a:gd name="connsiteX0" fmla="*/ 605406 w 617235"/>
                <a:gd name="connsiteY0" fmla="*/ 0 h 184414"/>
                <a:gd name="connsiteX1" fmla="*/ 617235 w 617235"/>
                <a:gd name="connsiteY1" fmla="*/ 135935 h 184414"/>
                <a:gd name="connsiteX2" fmla="*/ 0 w 617235"/>
                <a:gd name="connsiteY2" fmla="*/ 184414 h 184414"/>
                <a:gd name="connsiteX3" fmla="*/ 0 w 617235"/>
                <a:gd name="connsiteY3" fmla="*/ 20749 h 184414"/>
                <a:gd name="connsiteX4" fmla="*/ 605406 w 617235"/>
                <a:gd name="connsiteY4" fmla="*/ 0 h 1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35" h="184414">
                  <a:moveTo>
                    <a:pt x="605406" y="0"/>
                  </a:moveTo>
                  <a:lnTo>
                    <a:pt x="617235" y="135935"/>
                  </a:lnTo>
                  <a:lnTo>
                    <a:pt x="0" y="184414"/>
                  </a:lnTo>
                  <a:lnTo>
                    <a:pt x="0" y="20749"/>
                  </a:lnTo>
                  <a:lnTo>
                    <a:pt x="605406" y="0"/>
                  </a:lnTo>
                  <a:close/>
                </a:path>
              </a:pathLst>
            </a:custGeom>
            <a:solidFill>
              <a:srgbClr val="F6EBE6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ïšľiḍê"/>
            <p:cNvSpPr/>
            <p:nvPr/>
          </p:nvSpPr>
          <p:spPr>
            <a:xfrm>
              <a:off x="5761388" y="3625101"/>
              <a:ext cx="634299" cy="1634713"/>
            </a:xfrm>
            <a:custGeom>
              <a:avLst/>
              <a:gdLst>
                <a:gd name="connsiteX0" fmla="*/ 17065 w 634299"/>
                <a:gd name="connsiteY0" fmla="*/ 48479 h 1634713"/>
                <a:gd name="connsiteX1" fmla="*/ 0 w 634299"/>
                <a:gd name="connsiteY1" fmla="*/ 1634714 h 1634713"/>
                <a:gd name="connsiteX2" fmla="*/ 263726 w 634299"/>
                <a:gd name="connsiteY2" fmla="*/ 1634714 h 1634713"/>
                <a:gd name="connsiteX3" fmla="*/ 517368 w 634299"/>
                <a:gd name="connsiteY3" fmla="*/ 242589 h 1634713"/>
                <a:gd name="connsiteX4" fmla="*/ 634300 w 634299"/>
                <a:gd name="connsiteY4" fmla="*/ 0 h 1634713"/>
                <a:gd name="connsiteX5" fmla="*/ 17065 w 634299"/>
                <a:gd name="connsiteY5" fmla="*/ 48479 h 1634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4299" h="1634713">
                  <a:moveTo>
                    <a:pt x="17065" y="48479"/>
                  </a:moveTo>
                  <a:lnTo>
                    <a:pt x="0" y="1634714"/>
                  </a:lnTo>
                  <a:lnTo>
                    <a:pt x="263726" y="1634714"/>
                  </a:lnTo>
                  <a:lnTo>
                    <a:pt x="517368" y="242589"/>
                  </a:lnTo>
                  <a:lnTo>
                    <a:pt x="634300" y="0"/>
                  </a:lnTo>
                  <a:lnTo>
                    <a:pt x="17065" y="48479"/>
                  </a:lnTo>
                  <a:close/>
                </a:path>
              </a:pathLst>
            </a:custGeom>
            <a:solidFill>
              <a:srgbClr val="28326E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îṧľíḑe"/>
            <p:cNvSpPr/>
            <p:nvPr/>
          </p:nvSpPr>
          <p:spPr>
            <a:xfrm>
              <a:off x="6039658" y="2413900"/>
              <a:ext cx="680646" cy="831706"/>
            </a:xfrm>
            <a:custGeom>
              <a:avLst/>
              <a:gdLst>
                <a:gd name="connsiteX0" fmla="*/ -503 w 680646"/>
                <a:gd name="connsiteY0" fmla="*/ -30 h 831706"/>
                <a:gd name="connsiteX1" fmla="*/ 329154 w 680646"/>
                <a:gd name="connsiteY1" fmla="*/ 520829 h 831706"/>
                <a:gd name="connsiteX2" fmla="*/ 648341 w 680646"/>
                <a:gd name="connsiteY2" fmla="*/ 438026 h 831706"/>
                <a:gd name="connsiteX3" fmla="*/ 680143 w 680646"/>
                <a:gd name="connsiteY3" fmla="*/ 565429 h 831706"/>
                <a:gd name="connsiteX4" fmla="*/ 226767 w 680646"/>
                <a:gd name="connsiteY4" fmla="*/ 831676 h 83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646" h="831706">
                  <a:moveTo>
                    <a:pt x="-503" y="-30"/>
                  </a:moveTo>
                  <a:cubicBezTo>
                    <a:pt x="-503" y="-30"/>
                    <a:pt x="230257" y="50000"/>
                    <a:pt x="329154" y="520829"/>
                  </a:cubicBezTo>
                  <a:lnTo>
                    <a:pt x="648341" y="438026"/>
                  </a:lnTo>
                  <a:lnTo>
                    <a:pt x="680143" y="565429"/>
                  </a:lnTo>
                  <a:lnTo>
                    <a:pt x="226767" y="831676"/>
                  </a:lnTo>
                  <a:close/>
                </a:path>
              </a:pathLst>
            </a:custGeom>
            <a:solidFill>
              <a:srgbClr val="8084C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î$ḻîḋe"/>
            <p:cNvSpPr/>
            <p:nvPr/>
          </p:nvSpPr>
          <p:spPr>
            <a:xfrm>
              <a:off x="5725614" y="3744711"/>
              <a:ext cx="232758" cy="232760"/>
            </a:xfrm>
            <a:custGeom>
              <a:avLst/>
              <a:gdLst>
                <a:gd name="connsiteX0" fmla="*/ 225503 w 232758"/>
                <a:gd name="connsiteY0" fmla="*/ 155333 h 232760"/>
                <a:gd name="connsiteX1" fmla="*/ 76885 w 232758"/>
                <a:gd name="connsiteY1" fmla="*/ 225976 h 232760"/>
                <a:gd name="connsiteX2" fmla="*/ 6260 w 232758"/>
                <a:gd name="connsiteY2" fmla="*/ 77359 h 232760"/>
                <a:gd name="connsiteX3" fmla="*/ 153948 w 232758"/>
                <a:gd name="connsiteY3" fmla="*/ 6405 h 232760"/>
                <a:gd name="connsiteX4" fmla="*/ 225813 w 232758"/>
                <a:gd name="connsiteY4" fmla="*/ 154422 h 232760"/>
                <a:gd name="connsiteX5" fmla="*/ 225503 w 232758"/>
                <a:gd name="connsiteY5" fmla="*/ 155333 h 23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2758" h="232760">
                  <a:moveTo>
                    <a:pt x="225503" y="155333"/>
                  </a:moveTo>
                  <a:cubicBezTo>
                    <a:pt x="203978" y="215873"/>
                    <a:pt x="137445" y="247501"/>
                    <a:pt x="76885" y="225976"/>
                  </a:cubicBezTo>
                  <a:cubicBezTo>
                    <a:pt x="16344" y="204452"/>
                    <a:pt x="-15283" y="137919"/>
                    <a:pt x="6260" y="77359"/>
                  </a:cubicBezTo>
                  <a:cubicBezTo>
                    <a:pt x="27650" y="17187"/>
                    <a:pt x="93582" y="-14499"/>
                    <a:pt x="153948" y="6405"/>
                  </a:cubicBezTo>
                  <a:cubicBezTo>
                    <a:pt x="214662" y="27426"/>
                    <a:pt x="246853" y="93706"/>
                    <a:pt x="225813" y="154422"/>
                  </a:cubicBezTo>
                  <a:cubicBezTo>
                    <a:pt x="225716" y="154732"/>
                    <a:pt x="225619" y="155022"/>
                    <a:pt x="225503" y="155333"/>
                  </a:cubicBezTo>
                  <a:close/>
                </a:path>
              </a:pathLst>
            </a:custGeom>
            <a:solidFill>
              <a:srgbClr val="FCC8A3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iṩľíḋé"/>
            <p:cNvSpPr/>
            <p:nvPr/>
          </p:nvSpPr>
          <p:spPr>
            <a:xfrm>
              <a:off x="5662103" y="2368536"/>
              <a:ext cx="721755" cy="1141184"/>
            </a:xfrm>
            <a:custGeom>
              <a:avLst/>
              <a:gdLst>
                <a:gd name="connsiteX0" fmla="*/ -503 w 721755"/>
                <a:gd name="connsiteY0" fmla="*/ 186893 h 1141184"/>
                <a:gd name="connsiteX1" fmla="*/ 293279 w 721755"/>
                <a:gd name="connsiteY1" fmla="*/ 927 h 1141184"/>
                <a:gd name="connsiteX2" fmla="*/ 571161 w 721755"/>
                <a:gd name="connsiteY2" fmla="*/ 222961 h 1141184"/>
                <a:gd name="connsiteX3" fmla="*/ 721252 w 721755"/>
                <a:gd name="connsiteY3" fmla="*/ 1120600 h 1141184"/>
                <a:gd name="connsiteX4" fmla="*/ 116041 w 721755"/>
                <a:gd name="connsiteY4" fmla="*/ 1141155 h 114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755" h="1141184">
                  <a:moveTo>
                    <a:pt x="-503" y="186893"/>
                  </a:moveTo>
                  <a:cubicBezTo>
                    <a:pt x="54568" y="125422"/>
                    <a:pt x="212805" y="-12841"/>
                    <a:pt x="293279" y="927"/>
                  </a:cubicBezTo>
                  <a:cubicBezTo>
                    <a:pt x="405751" y="20319"/>
                    <a:pt x="521713" y="70931"/>
                    <a:pt x="571161" y="222961"/>
                  </a:cubicBezTo>
                  <a:cubicBezTo>
                    <a:pt x="655516" y="481646"/>
                    <a:pt x="721252" y="1120600"/>
                    <a:pt x="721252" y="1120600"/>
                  </a:cubicBezTo>
                  <a:lnTo>
                    <a:pt x="116041" y="1141155"/>
                  </a:lnTo>
                  <a:close/>
                </a:path>
              </a:pathLst>
            </a:custGeom>
            <a:solidFill>
              <a:srgbClr val="8B8BCF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î$ḻiďé"/>
            <p:cNvSpPr/>
            <p:nvPr/>
          </p:nvSpPr>
          <p:spPr>
            <a:xfrm>
              <a:off x="5680331" y="2545375"/>
              <a:ext cx="98121" cy="964539"/>
            </a:xfrm>
            <a:custGeom>
              <a:avLst/>
              <a:gdLst>
                <a:gd name="connsiteX0" fmla="*/ 98122 w 98121"/>
                <a:gd name="connsiteY0" fmla="*/ 964539 h 964539"/>
                <a:gd name="connsiteX1" fmla="*/ 0 w 98121"/>
                <a:gd name="connsiteY1" fmla="*/ 0 h 96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121" h="964539">
                  <a:moveTo>
                    <a:pt x="98122" y="964539"/>
                  </a:moveTo>
                  <a:lnTo>
                    <a:pt x="0" y="0"/>
                  </a:lnTo>
                </a:path>
              </a:pathLst>
            </a:custGeom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îŝļiḍé"/>
            <p:cNvSpPr/>
            <p:nvPr/>
          </p:nvSpPr>
          <p:spPr>
            <a:xfrm>
              <a:off x="5579107" y="2516025"/>
              <a:ext cx="336250" cy="1227946"/>
            </a:xfrm>
            <a:custGeom>
              <a:avLst/>
              <a:gdLst>
                <a:gd name="connsiteX0" fmla="*/ 281838 w 336250"/>
                <a:gd name="connsiteY0" fmla="*/ 110183 h 1227946"/>
                <a:gd name="connsiteX1" fmla="*/ 222500 w 336250"/>
                <a:gd name="connsiteY1" fmla="*/ 580236 h 1227946"/>
                <a:gd name="connsiteX2" fmla="*/ 335747 w 336250"/>
                <a:gd name="connsiteY2" fmla="*/ 1181376 h 1227946"/>
                <a:gd name="connsiteX3" fmla="*/ 197485 w 336250"/>
                <a:gd name="connsiteY3" fmla="*/ 1227916 h 1227946"/>
                <a:gd name="connsiteX4" fmla="*/ 6477 w 336250"/>
                <a:gd name="connsiteY4" fmla="*/ 645004 h 1227946"/>
                <a:gd name="connsiteX5" fmla="*/ -503 w 336250"/>
                <a:gd name="connsiteY5" fmla="*/ 599433 h 1227946"/>
                <a:gd name="connsiteX6" fmla="*/ 53405 w 336250"/>
                <a:gd name="connsiteY6" fmla="*/ 118521 h 1227946"/>
                <a:gd name="connsiteX7" fmla="*/ 167525 w 336250"/>
                <a:gd name="connsiteY7" fmla="*/ -10 h 1227946"/>
                <a:gd name="connsiteX8" fmla="*/ 180032 w 336250"/>
                <a:gd name="connsiteY8" fmla="*/ 426 h 1227946"/>
                <a:gd name="connsiteX9" fmla="*/ 180032 w 336250"/>
                <a:gd name="connsiteY9" fmla="*/ 426 h 1227946"/>
                <a:gd name="connsiteX10" fmla="*/ 281838 w 336250"/>
                <a:gd name="connsiteY10" fmla="*/ 110183 h 1227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250" h="1227946">
                  <a:moveTo>
                    <a:pt x="281838" y="110183"/>
                  </a:moveTo>
                  <a:lnTo>
                    <a:pt x="222500" y="580236"/>
                  </a:lnTo>
                  <a:lnTo>
                    <a:pt x="335747" y="1181376"/>
                  </a:lnTo>
                  <a:lnTo>
                    <a:pt x="197485" y="1227916"/>
                  </a:lnTo>
                  <a:lnTo>
                    <a:pt x="6477" y="645004"/>
                  </a:lnTo>
                  <a:cubicBezTo>
                    <a:pt x="2425" y="630130"/>
                    <a:pt x="78" y="614831"/>
                    <a:pt x="-503" y="599433"/>
                  </a:cubicBezTo>
                  <a:lnTo>
                    <a:pt x="53405" y="118521"/>
                  </a:lnTo>
                  <a:cubicBezTo>
                    <a:pt x="52184" y="54275"/>
                    <a:pt x="103281" y="1206"/>
                    <a:pt x="167525" y="-10"/>
                  </a:cubicBezTo>
                  <a:cubicBezTo>
                    <a:pt x="171714" y="-88"/>
                    <a:pt x="175882" y="58"/>
                    <a:pt x="180032" y="426"/>
                  </a:cubicBezTo>
                  <a:lnTo>
                    <a:pt x="180032" y="426"/>
                  </a:lnTo>
                  <a:cubicBezTo>
                    <a:pt x="237258" y="5142"/>
                    <a:pt x="281431" y="52760"/>
                    <a:pt x="281838" y="110183"/>
                  </a:cubicBezTo>
                  <a:close/>
                </a:path>
              </a:pathLst>
            </a:custGeom>
            <a:solidFill>
              <a:srgbClr val="8B8BCF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í$ḻïḓè"/>
            <p:cNvSpPr/>
            <p:nvPr/>
          </p:nvSpPr>
          <p:spPr>
            <a:xfrm rot="21568200">
              <a:off x="5875068" y="2057180"/>
              <a:ext cx="193916" cy="456478"/>
            </a:xfrm>
            <a:custGeom>
              <a:avLst/>
              <a:gdLst>
                <a:gd name="connsiteX0" fmla="*/ -503 w 193916"/>
                <a:gd name="connsiteY0" fmla="*/ -30 h 456478"/>
                <a:gd name="connsiteX1" fmla="*/ 193413 w 193916"/>
                <a:gd name="connsiteY1" fmla="*/ -30 h 456478"/>
                <a:gd name="connsiteX2" fmla="*/ 193413 w 193916"/>
                <a:gd name="connsiteY2" fmla="*/ -30 h 456478"/>
                <a:gd name="connsiteX3" fmla="*/ 193413 w 193916"/>
                <a:gd name="connsiteY3" fmla="*/ 375779 h 456478"/>
                <a:gd name="connsiteX4" fmla="*/ 112744 w 193916"/>
                <a:gd name="connsiteY4" fmla="*/ 456448 h 456478"/>
                <a:gd name="connsiteX5" fmla="*/ 96455 w 193916"/>
                <a:gd name="connsiteY5" fmla="*/ 456448 h 456478"/>
                <a:gd name="connsiteX6" fmla="*/ -503 w 193916"/>
                <a:gd name="connsiteY6" fmla="*/ 359490 h 456478"/>
                <a:gd name="connsiteX7" fmla="*/ -503 w 193916"/>
                <a:gd name="connsiteY7" fmla="*/ -30 h 456478"/>
                <a:gd name="connsiteX8" fmla="*/ -503 w 193916"/>
                <a:gd name="connsiteY8" fmla="*/ -30 h 45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916" h="456478">
                  <a:moveTo>
                    <a:pt x="-503" y="-30"/>
                  </a:moveTo>
                  <a:lnTo>
                    <a:pt x="193413" y="-30"/>
                  </a:lnTo>
                  <a:lnTo>
                    <a:pt x="193413" y="-30"/>
                  </a:lnTo>
                  <a:lnTo>
                    <a:pt x="193413" y="375779"/>
                  </a:lnTo>
                  <a:cubicBezTo>
                    <a:pt x="193413" y="420332"/>
                    <a:pt x="157306" y="456448"/>
                    <a:pt x="112744" y="456448"/>
                  </a:cubicBezTo>
                  <a:lnTo>
                    <a:pt x="96455" y="456448"/>
                  </a:lnTo>
                  <a:cubicBezTo>
                    <a:pt x="42915" y="456448"/>
                    <a:pt x="-503" y="413038"/>
                    <a:pt x="-503" y="359490"/>
                  </a:cubicBezTo>
                  <a:lnTo>
                    <a:pt x="-503" y="-30"/>
                  </a:lnTo>
                  <a:lnTo>
                    <a:pt x="-503" y="-30"/>
                  </a:lnTo>
                  <a:close/>
                </a:path>
              </a:pathLst>
            </a:custGeom>
            <a:solidFill>
              <a:srgbClr val="FFC8A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íṡḷidê"/>
            <p:cNvSpPr/>
            <p:nvPr/>
          </p:nvSpPr>
          <p:spPr>
            <a:xfrm>
              <a:off x="5789710" y="1844747"/>
              <a:ext cx="423123" cy="423127"/>
            </a:xfrm>
            <a:custGeom>
              <a:avLst/>
              <a:gdLst>
                <a:gd name="connsiteX0" fmla="*/ 422611 w 423123"/>
                <a:gd name="connsiteY0" fmla="*/ 209602 h 423127"/>
                <a:gd name="connsiteX1" fmla="*/ 212988 w 423123"/>
                <a:gd name="connsiteY1" fmla="*/ 423089 h 423127"/>
                <a:gd name="connsiteX2" fmla="*/ -494 w 423123"/>
                <a:gd name="connsiteY2" fmla="*/ 213465 h 423127"/>
                <a:gd name="connsiteX3" fmla="*/ 209129 w 423123"/>
                <a:gd name="connsiteY3" fmla="*/ -19 h 423127"/>
                <a:gd name="connsiteX4" fmla="*/ 209303 w 423123"/>
                <a:gd name="connsiteY4" fmla="*/ -21 h 423127"/>
                <a:gd name="connsiteX5" fmla="*/ 422611 w 423123"/>
                <a:gd name="connsiteY5" fmla="*/ 209393 h 423127"/>
                <a:gd name="connsiteX6" fmla="*/ 422611 w 423123"/>
                <a:gd name="connsiteY6" fmla="*/ 209602 h 42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123" h="423127">
                  <a:moveTo>
                    <a:pt x="422611" y="209602"/>
                  </a:moveTo>
                  <a:cubicBezTo>
                    <a:pt x="423678" y="326441"/>
                    <a:pt x="329823" y="422020"/>
                    <a:pt x="212988" y="423089"/>
                  </a:cubicBezTo>
                  <a:cubicBezTo>
                    <a:pt x="96154" y="424155"/>
                    <a:pt x="572" y="330303"/>
                    <a:pt x="-494" y="213465"/>
                  </a:cubicBezTo>
                  <a:cubicBezTo>
                    <a:pt x="-1561" y="96629"/>
                    <a:pt x="92294" y="1047"/>
                    <a:pt x="209129" y="-19"/>
                  </a:cubicBezTo>
                  <a:cubicBezTo>
                    <a:pt x="209187" y="-19"/>
                    <a:pt x="209245" y="-21"/>
                    <a:pt x="209303" y="-21"/>
                  </a:cubicBezTo>
                  <a:cubicBezTo>
                    <a:pt x="326041" y="-1095"/>
                    <a:pt x="421526" y="92661"/>
                    <a:pt x="422611" y="209393"/>
                  </a:cubicBezTo>
                  <a:cubicBezTo>
                    <a:pt x="422611" y="209463"/>
                    <a:pt x="422611" y="209532"/>
                    <a:pt x="422611" y="209602"/>
                  </a:cubicBezTo>
                  <a:close/>
                </a:path>
              </a:pathLst>
            </a:custGeom>
            <a:solidFill>
              <a:srgbClr val="FFC8A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í$ļîḋê"/>
            <p:cNvSpPr/>
            <p:nvPr/>
          </p:nvSpPr>
          <p:spPr>
            <a:xfrm>
              <a:off x="5974502" y="2051083"/>
              <a:ext cx="239684" cy="268186"/>
            </a:xfrm>
            <a:custGeom>
              <a:avLst/>
              <a:gdLst>
                <a:gd name="connsiteX0" fmla="*/ 102272 w 239684"/>
                <a:gd name="connsiteY0" fmla="*/ 268156 h 268186"/>
                <a:gd name="connsiteX1" fmla="*/ 102272 w 239684"/>
                <a:gd name="connsiteY1" fmla="*/ 268156 h 268186"/>
                <a:gd name="connsiteX2" fmla="*/ 1048 w 239684"/>
                <a:gd name="connsiteY2" fmla="*/ 180506 h 268186"/>
                <a:gd name="connsiteX3" fmla="*/ -503 w 239684"/>
                <a:gd name="connsiteY3" fmla="*/ 2103 h 268186"/>
                <a:gd name="connsiteX4" fmla="*/ 237819 w 239684"/>
                <a:gd name="connsiteY4" fmla="*/ -30 h 268186"/>
                <a:gd name="connsiteX5" fmla="*/ 239177 w 239684"/>
                <a:gd name="connsiteY5" fmla="*/ 145407 h 268186"/>
                <a:gd name="connsiteX6" fmla="*/ 102272 w 239684"/>
                <a:gd name="connsiteY6" fmla="*/ 268156 h 26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684" h="268186">
                  <a:moveTo>
                    <a:pt x="102272" y="268156"/>
                  </a:moveTo>
                  <a:lnTo>
                    <a:pt x="102272" y="268156"/>
                  </a:lnTo>
                  <a:cubicBezTo>
                    <a:pt x="46812" y="268156"/>
                    <a:pt x="1630" y="229373"/>
                    <a:pt x="1048" y="180506"/>
                  </a:cubicBezTo>
                  <a:lnTo>
                    <a:pt x="-503" y="2103"/>
                  </a:lnTo>
                  <a:lnTo>
                    <a:pt x="237819" y="-30"/>
                  </a:lnTo>
                  <a:lnTo>
                    <a:pt x="239177" y="145407"/>
                  </a:lnTo>
                  <a:cubicBezTo>
                    <a:pt x="239759" y="212502"/>
                    <a:pt x="178481" y="267574"/>
                    <a:pt x="102272" y="268156"/>
                  </a:cubicBezTo>
                  <a:close/>
                </a:path>
              </a:pathLst>
            </a:custGeom>
            <a:solidFill>
              <a:srgbClr val="FFC8A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ïṩļïḍe"/>
            <p:cNvSpPr/>
            <p:nvPr/>
          </p:nvSpPr>
          <p:spPr>
            <a:xfrm>
              <a:off x="6185289" y="2101695"/>
              <a:ext cx="70778" cy="103163"/>
            </a:xfrm>
            <a:custGeom>
              <a:avLst/>
              <a:gdLst>
                <a:gd name="connsiteX0" fmla="*/ 21409 w 70778"/>
                <a:gd name="connsiteY0" fmla="*/ -30 h 103163"/>
                <a:gd name="connsiteX1" fmla="*/ 68144 w 70778"/>
                <a:gd name="connsiteY1" fmla="*/ 67646 h 103163"/>
                <a:gd name="connsiteX2" fmla="*/ 61744 w 70778"/>
                <a:gd name="connsiteY2" fmla="*/ 90348 h 103163"/>
                <a:gd name="connsiteX3" fmla="*/ 53018 w 70778"/>
                <a:gd name="connsiteY3" fmla="*/ 92468 h 103163"/>
                <a:gd name="connsiteX4" fmla="*/ -503 w 70778"/>
                <a:gd name="connsiteY4" fmla="*/ 103133 h 103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8" h="103163">
                  <a:moveTo>
                    <a:pt x="21409" y="-30"/>
                  </a:moveTo>
                  <a:lnTo>
                    <a:pt x="68144" y="67646"/>
                  </a:lnTo>
                  <a:cubicBezTo>
                    <a:pt x="72643" y="75680"/>
                    <a:pt x="69791" y="85844"/>
                    <a:pt x="61744" y="90348"/>
                  </a:cubicBezTo>
                  <a:cubicBezTo>
                    <a:pt x="59087" y="91839"/>
                    <a:pt x="56062" y="92574"/>
                    <a:pt x="53018" y="92468"/>
                  </a:cubicBezTo>
                  <a:lnTo>
                    <a:pt x="-503" y="103133"/>
                  </a:lnTo>
                  <a:close/>
                </a:path>
              </a:pathLst>
            </a:custGeom>
            <a:solidFill>
              <a:srgbClr val="FFC8A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ïṡḻîḓê"/>
            <p:cNvSpPr/>
            <p:nvPr/>
          </p:nvSpPr>
          <p:spPr>
            <a:xfrm>
              <a:off x="5721177" y="1772221"/>
              <a:ext cx="513754" cy="487709"/>
            </a:xfrm>
            <a:custGeom>
              <a:avLst/>
              <a:gdLst>
                <a:gd name="connsiteX0" fmla="*/ 301301 w 513754"/>
                <a:gd name="connsiteY0" fmla="*/ 375983 h 487709"/>
                <a:gd name="connsiteX1" fmla="*/ 329031 w 513754"/>
                <a:gd name="connsiteY1" fmla="*/ 201459 h 487709"/>
                <a:gd name="connsiteX2" fmla="*/ 513251 w 513754"/>
                <a:gd name="connsiteY2" fmla="*/ 164808 h 487709"/>
                <a:gd name="connsiteX3" fmla="*/ 149271 w 513754"/>
                <a:gd name="connsiteY3" fmla="*/ 36436 h 487709"/>
                <a:gd name="connsiteX4" fmla="*/ 25552 w 513754"/>
                <a:gd name="connsiteY4" fmla="*/ 433770 h 487709"/>
                <a:gd name="connsiteX5" fmla="*/ 219469 w 513754"/>
                <a:gd name="connsiteY5" fmla="*/ 487679 h 48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3754" h="487709">
                  <a:moveTo>
                    <a:pt x="301301" y="375983"/>
                  </a:moveTo>
                  <a:cubicBezTo>
                    <a:pt x="343148" y="327890"/>
                    <a:pt x="353910" y="260151"/>
                    <a:pt x="329031" y="201459"/>
                  </a:cubicBezTo>
                  <a:cubicBezTo>
                    <a:pt x="329031" y="201459"/>
                    <a:pt x="481061" y="217360"/>
                    <a:pt x="513251" y="164808"/>
                  </a:cubicBezTo>
                  <a:cubicBezTo>
                    <a:pt x="513251" y="164808"/>
                    <a:pt x="383521" y="-93294"/>
                    <a:pt x="149271" y="36436"/>
                  </a:cubicBezTo>
                  <a:cubicBezTo>
                    <a:pt x="-84980" y="166166"/>
                    <a:pt x="25552" y="433770"/>
                    <a:pt x="25552" y="433770"/>
                  </a:cubicBezTo>
                  <a:lnTo>
                    <a:pt x="219469" y="487679"/>
                  </a:lnTo>
                  <a:close/>
                </a:path>
              </a:pathLst>
            </a:custGeom>
            <a:solidFill>
              <a:srgbClr val="121C21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îṥḷíḋe"/>
            <p:cNvSpPr/>
            <p:nvPr/>
          </p:nvSpPr>
          <p:spPr>
            <a:xfrm>
              <a:off x="5918267" y="2089478"/>
              <a:ext cx="116349" cy="116349"/>
            </a:xfrm>
            <a:custGeom>
              <a:avLst/>
              <a:gdLst>
                <a:gd name="connsiteX0" fmla="*/ 115846 w 116349"/>
                <a:gd name="connsiteY0" fmla="*/ 58145 h 116349"/>
                <a:gd name="connsiteX1" fmla="*/ 57672 w 116349"/>
                <a:gd name="connsiteY1" fmla="*/ 116319 h 116349"/>
                <a:gd name="connsiteX2" fmla="*/ -503 w 116349"/>
                <a:gd name="connsiteY2" fmla="*/ 58145 h 116349"/>
                <a:gd name="connsiteX3" fmla="*/ 57672 w 116349"/>
                <a:gd name="connsiteY3" fmla="*/ -30 h 116349"/>
                <a:gd name="connsiteX4" fmla="*/ 115846 w 116349"/>
                <a:gd name="connsiteY4" fmla="*/ 58145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5846" y="58145"/>
                  </a:moveTo>
                  <a:cubicBezTo>
                    <a:pt x="115846" y="90275"/>
                    <a:pt x="89803" y="116319"/>
                    <a:pt x="57672" y="116319"/>
                  </a:cubicBezTo>
                  <a:cubicBezTo>
                    <a:pt x="25539" y="116319"/>
                    <a:pt x="-503" y="90275"/>
                    <a:pt x="-503" y="58145"/>
                  </a:cubicBezTo>
                  <a:cubicBezTo>
                    <a:pt x="-503" y="26015"/>
                    <a:pt x="25539" y="-30"/>
                    <a:pt x="57672" y="-30"/>
                  </a:cubicBezTo>
                  <a:cubicBezTo>
                    <a:pt x="89803" y="-30"/>
                    <a:pt x="115846" y="26015"/>
                    <a:pt x="115846" y="58145"/>
                  </a:cubicBezTo>
                  <a:close/>
                </a:path>
              </a:pathLst>
            </a:custGeom>
            <a:solidFill>
              <a:srgbClr val="FFC8A2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iṡḷïdê"/>
            <p:cNvSpPr/>
            <p:nvPr/>
          </p:nvSpPr>
          <p:spPr>
            <a:xfrm>
              <a:off x="5869400" y="2182170"/>
              <a:ext cx="114416" cy="103196"/>
            </a:xfrm>
            <a:custGeom>
              <a:avLst/>
              <a:gdLst>
                <a:gd name="connsiteX0" fmla="*/ -503 w 114416"/>
                <a:gd name="connsiteY0" fmla="*/ -30 h 103196"/>
                <a:gd name="connsiteX1" fmla="*/ 5314 w 114416"/>
                <a:gd name="connsiteY1" fmla="*/ 100806 h 103196"/>
                <a:gd name="connsiteX2" fmla="*/ 113907 w 114416"/>
                <a:gd name="connsiteY2" fmla="*/ 23240 h 103196"/>
                <a:gd name="connsiteX3" fmla="*/ 49139 w 114416"/>
                <a:gd name="connsiteY3" fmla="*/ 35650 h 10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416" h="103196">
                  <a:moveTo>
                    <a:pt x="-503" y="-30"/>
                  </a:moveTo>
                  <a:lnTo>
                    <a:pt x="5314" y="100806"/>
                  </a:lnTo>
                  <a:cubicBezTo>
                    <a:pt x="5314" y="100806"/>
                    <a:pt x="114877" y="124270"/>
                    <a:pt x="113907" y="23240"/>
                  </a:cubicBezTo>
                  <a:lnTo>
                    <a:pt x="49139" y="35650"/>
                  </a:lnTo>
                  <a:close/>
                </a:path>
              </a:pathLst>
            </a:custGeom>
            <a:solidFill>
              <a:srgbClr val="121C21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ïṥ1iďé"/>
            <p:cNvSpPr/>
            <p:nvPr/>
          </p:nvSpPr>
          <p:spPr>
            <a:xfrm>
              <a:off x="5865715" y="2386558"/>
              <a:ext cx="242201" cy="149509"/>
            </a:xfrm>
            <a:custGeom>
              <a:avLst/>
              <a:gdLst>
                <a:gd name="connsiteX0" fmla="*/ 9968 w 242201"/>
                <a:gd name="connsiteY0" fmla="*/ -30 h 149509"/>
                <a:gd name="connsiteX1" fmla="*/ 141831 w 242201"/>
                <a:gd name="connsiteY1" fmla="*/ 43989 h 149509"/>
                <a:gd name="connsiteX2" fmla="*/ 206987 w 242201"/>
                <a:gd name="connsiteY2" fmla="*/ 14513 h 149509"/>
                <a:gd name="connsiteX3" fmla="*/ 241698 w 242201"/>
                <a:gd name="connsiteY3" fmla="*/ 49418 h 149509"/>
                <a:gd name="connsiteX4" fmla="*/ 222306 w 242201"/>
                <a:gd name="connsiteY4" fmla="*/ 123882 h 149509"/>
                <a:gd name="connsiteX5" fmla="*/ 27227 w 242201"/>
                <a:gd name="connsiteY5" fmla="*/ 149479 h 149509"/>
                <a:gd name="connsiteX6" fmla="*/ -503 w 242201"/>
                <a:gd name="connsiteY6" fmla="*/ 88008 h 14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201" h="149509">
                  <a:moveTo>
                    <a:pt x="9968" y="-30"/>
                  </a:moveTo>
                  <a:cubicBezTo>
                    <a:pt x="9968" y="-30"/>
                    <a:pt x="48751" y="51358"/>
                    <a:pt x="141831" y="43989"/>
                  </a:cubicBezTo>
                  <a:cubicBezTo>
                    <a:pt x="141831" y="43989"/>
                    <a:pt x="187402" y="38947"/>
                    <a:pt x="206987" y="14513"/>
                  </a:cubicBezTo>
                  <a:lnTo>
                    <a:pt x="241698" y="49418"/>
                  </a:lnTo>
                  <a:lnTo>
                    <a:pt x="222306" y="123882"/>
                  </a:lnTo>
                  <a:lnTo>
                    <a:pt x="27227" y="149479"/>
                  </a:lnTo>
                  <a:lnTo>
                    <a:pt x="-503" y="88008"/>
                  </a:lnTo>
                  <a:close/>
                </a:path>
              </a:pathLst>
            </a:custGeom>
            <a:solidFill>
              <a:srgbClr val="8B8BCF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işľîdê"/>
            <p:cNvSpPr/>
            <p:nvPr/>
          </p:nvSpPr>
          <p:spPr>
            <a:xfrm>
              <a:off x="5787761" y="2442600"/>
              <a:ext cx="121962" cy="653691"/>
            </a:xfrm>
            <a:custGeom>
              <a:avLst/>
              <a:gdLst>
                <a:gd name="connsiteX0" fmla="*/ -503 w 121962"/>
                <a:gd name="connsiteY0" fmla="*/ -30 h 653691"/>
                <a:gd name="connsiteX1" fmla="*/ 30911 w 121962"/>
                <a:gd name="connsiteY1" fmla="*/ 653661 h 6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2" h="653691">
                  <a:moveTo>
                    <a:pt x="-503" y="-30"/>
                  </a:moveTo>
                  <a:cubicBezTo>
                    <a:pt x="-503" y="-30"/>
                    <a:pt x="251588" y="204745"/>
                    <a:pt x="30911" y="653661"/>
                  </a:cubicBezTo>
                </a:path>
              </a:pathLst>
            </a:custGeom>
            <a:noFill/>
            <a:ln w="34145" cap="flat">
              <a:solidFill>
                <a:srgbClr val="0E185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iṡḷïďè"/>
            <p:cNvSpPr/>
            <p:nvPr/>
          </p:nvSpPr>
          <p:spPr>
            <a:xfrm>
              <a:off x="5801917" y="2758295"/>
              <a:ext cx="77178" cy="747353"/>
            </a:xfrm>
            <a:custGeom>
              <a:avLst/>
              <a:gdLst>
                <a:gd name="connsiteX0" fmla="*/ 77179 w 77178"/>
                <a:gd name="connsiteY0" fmla="*/ 747353 h 747353"/>
                <a:gd name="connsiteX1" fmla="*/ 0 w 77178"/>
                <a:gd name="connsiteY1" fmla="*/ 337996 h 747353"/>
                <a:gd name="connsiteX2" fmla="*/ 42856 w 77178"/>
                <a:gd name="connsiteY2" fmla="*/ 0 h 747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78" h="747353">
                  <a:moveTo>
                    <a:pt x="77179" y="747353"/>
                  </a:moveTo>
                  <a:lnTo>
                    <a:pt x="0" y="337996"/>
                  </a:lnTo>
                  <a:lnTo>
                    <a:pt x="42856" y="0"/>
                  </a:lnTo>
                </a:path>
              </a:pathLst>
            </a:custGeom>
            <a:noFill/>
            <a:ln w="16976" cap="rnd">
              <a:solidFill>
                <a:srgbClr val="8084C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íŝļïḍé"/>
            <p:cNvSpPr/>
            <p:nvPr/>
          </p:nvSpPr>
          <p:spPr>
            <a:xfrm>
              <a:off x="5801917" y="3700146"/>
              <a:ext cx="147570" cy="126821"/>
            </a:xfrm>
            <a:custGeom>
              <a:avLst/>
              <a:gdLst>
                <a:gd name="connsiteX0" fmla="*/ 147570 w 147570"/>
                <a:gd name="connsiteY0" fmla="*/ 119259 h 126821"/>
                <a:gd name="connsiteX1" fmla="*/ 104327 w 147570"/>
                <a:gd name="connsiteY1" fmla="*/ 0 h 126821"/>
                <a:gd name="connsiteX2" fmla="*/ 0 w 147570"/>
                <a:gd name="connsiteY2" fmla="*/ 34711 h 126821"/>
                <a:gd name="connsiteX3" fmla="*/ 22106 w 147570"/>
                <a:gd name="connsiteY3" fmla="*/ 126821 h 126821"/>
                <a:gd name="connsiteX4" fmla="*/ 147570 w 147570"/>
                <a:gd name="connsiteY4" fmla="*/ 119259 h 126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70" h="126821">
                  <a:moveTo>
                    <a:pt x="147570" y="119259"/>
                  </a:moveTo>
                  <a:lnTo>
                    <a:pt x="104327" y="0"/>
                  </a:lnTo>
                  <a:lnTo>
                    <a:pt x="0" y="34711"/>
                  </a:lnTo>
                  <a:lnTo>
                    <a:pt x="22106" y="126821"/>
                  </a:lnTo>
                  <a:lnTo>
                    <a:pt x="147570" y="119259"/>
                  </a:lnTo>
                  <a:close/>
                </a:path>
              </a:pathLst>
            </a:custGeom>
            <a:solidFill>
              <a:srgbClr val="FCC8A3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iSḻîḑê"/>
            <p:cNvSpPr/>
            <p:nvPr/>
          </p:nvSpPr>
          <p:spPr>
            <a:xfrm>
              <a:off x="6741441" y="2643885"/>
              <a:ext cx="214859" cy="63410"/>
            </a:xfrm>
            <a:custGeom>
              <a:avLst/>
              <a:gdLst>
                <a:gd name="connsiteX0" fmla="*/ 0 w 214859"/>
                <a:gd name="connsiteY0" fmla="*/ 63411 h 63410"/>
                <a:gd name="connsiteX1" fmla="*/ 0 w 214859"/>
                <a:gd name="connsiteY1" fmla="*/ 36262 h 63410"/>
                <a:gd name="connsiteX2" fmla="*/ 37814 w 214859"/>
                <a:gd name="connsiteY2" fmla="*/ 0 h 63410"/>
                <a:gd name="connsiteX3" fmla="*/ 173555 w 214859"/>
                <a:gd name="connsiteY3" fmla="*/ 0 h 63410"/>
                <a:gd name="connsiteX4" fmla="*/ 214859 w 214859"/>
                <a:gd name="connsiteY4" fmla="*/ 31802 h 63410"/>
                <a:gd name="connsiteX5" fmla="*/ 214859 w 214859"/>
                <a:gd name="connsiteY5" fmla="*/ 63411 h 63410"/>
                <a:gd name="connsiteX6" fmla="*/ 0 w 214859"/>
                <a:gd name="connsiteY6" fmla="*/ 63411 h 63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859" h="63410">
                  <a:moveTo>
                    <a:pt x="0" y="63411"/>
                  </a:moveTo>
                  <a:lnTo>
                    <a:pt x="0" y="36262"/>
                  </a:lnTo>
                  <a:lnTo>
                    <a:pt x="37814" y="0"/>
                  </a:lnTo>
                  <a:lnTo>
                    <a:pt x="173555" y="0"/>
                  </a:lnTo>
                  <a:lnTo>
                    <a:pt x="214859" y="31802"/>
                  </a:lnTo>
                  <a:lnTo>
                    <a:pt x="214859" y="63411"/>
                  </a:lnTo>
                  <a:lnTo>
                    <a:pt x="0" y="63411"/>
                  </a:lnTo>
                  <a:close/>
                </a:path>
              </a:pathLst>
            </a:custGeom>
            <a:solidFill>
              <a:srgbClr val="F6EBE6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iSľîďê"/>
            <p:cNvSpPr/>
            <p:nvPr/>
          </p:nvSpPr>
          <p:spPr>
            <a:xfrm>
              <a:off x="6741440" y="2717961"/>
              <a:ext cx="218543" cy="298243"/>
            </a:xfrm>
            <a:custGeom>
              <a:avLst/>
              <a:gdLst>
                <a:gd name="connsiteX0" fmla="*/ -503 w 218543"/>
                <a:gd name="connsiteY0" fmla="*/ -30 h 298243"/>
                <a:gd name="connsiteX1" fmla="*/ 21798 w 218543"/>
                <a:gd name="connsiteY1" fmla="*/ 256715 h 298243"/>
                <a:gd name="connsiteX2" fmla="*/ 66786 w 218543"/>
                <a:gd name="connsiteY2" fmla="*/ 298213 h 298243"/>
                <a:gd name="connsiteX3" fmla="*/ 149395 w 218543"/>
                <a:gd name="connsiteY3" fmla="*/ 298213 h 298243"/>
                <a:gd name="connsiteX4" fmla="*/ 194189 w 218543"/>
                <a:gd name="connsiteY4" fmla="*/ 256909 h 298243"/>
                <a:gd name="connsiteX5" fmla="*/ 218041 w 218543"/>
                <a:gd name="connsiteY5" fmla="*/ -30 h 29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543" h="298243">
                  <a:moveTo>
                    <a:pt x="-503" y="-30"/>
                  </a:moveTo>
                  <a:lnTo>
                    <a:pt x="21798" y="256715"/>
                  </a:lnTo>
                  <a:cubicBezTo>
                    <a:pt x="23794" y="280101"/>
                    <a:pt x="43322" y="298099"/>
                    <a:pt x="66786" y="298213"/>
                  </a:cubicBezTo>
                  <a:lnTo>
                    <a:pt x="149395" y="298213"/>
                  </a:lnTo>
                  <a:cubicBezTo>
                    <a:pt x="172761" y="298099"/>
                    <a:pt x="192191" y="280188"/>
                    <a:pt x="194189" y="256909"/>
                  </a:cubicBezTo>
                  <a:lnTo>
                    <a:pt x="218041" y="-30"/>
                  </a:lnTo>
                  <a:close/>
                </a:path>
              </a:pathLst>
            </a:custGeom>
            <a:solidFill>
              <a:srgbClr val="F6EBE6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iŝļíḑê"/>
            <p:cNvSpPr/>
            <p:nvPr/>
          </p:nvSpPr>
          <p:spPr>
            <a:xfrm>
              <a:off x="6725927" y="2699345"/>
              <a:ext cx="250345" cy="27148"/>
            </a:xfrm>
            <a:custGeom>
              <a:avLst/>
              <a:gdLst>
                <a:gd name="connsiteX0" fmla="*/ 0 w 250345"/>
                <a:gd name="connsiteY0" fmla="*/ 0 h 27148"/>
                <a:gd name="connsiteX1" fmla="*/ 250346 w 250345"/>
                <a:gd name="connsiteY1" fmla="*/ 0 h 27148"/>
                <a:gd name="connsiteX2" fmla="*/ 250346 w 250345"/>
                <a:gd name="connsiteY2" fmla="*/ 27148 h 27148"/>
                <a:gd name="connsiteX3" fmla="*/ 0 w 250345"/>
                <a:gd name="connsiteY3" fmla="*/ 27148 h 2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345" h="27148">
                  <a:moveTo>
                    <a:pt x="0" y="0"/>
                  </a:moveTo>
                  <a:lnTo>
                    <a:pt x="250346" y="0"/>
                  </a:lnTo>
                  <a:lnTo>
                    <a:pt x="250346" y="27148"/>
                  </a:lnTo>
                  <a:lnTo>
                    <a:pt x="0" y="27148"/>
                  </a:lnTo>
                  <a:close/>
                </a:path>
              </a:pathLst>
            </a:custGeom>
            <a:solidFill>
              <a:srgbClr val="D7C4BF"/>
            </a:solidFill>
            <a:ln w="192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îSľïḍê"/>
            <p:cNvSpPr/>
            <p:nvPr/>
          </p:nvSpPr>
          <p:spPr>
            <a:xfrm>
              <a:off x="6753270" y="2848272"/>
              <a:ext cx="34904" cy="6980"/>
            </a:xfrm>
            <a:custGeom>
              <a:avLst/>
              <a:gdLst>
                <a:gd name="connsiteX0" fmla="*/ 0 w 34904"/>
                <a:gd name="connsiteY0" fmla="*/ 6981 h 6980"/>
                <a:gd name="connsiteX1" fmla="*/ 34905 w 34904"/>
                <a:gd name="connsiteY1" fmla="*/ 0 h 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904" h="6980">
                  <a:moveTo>
                    <a:pt x="0" y="6981"/>
                  </a:moveTo>
                  <a:lnTo>
                    <a:pt x="34905" y="0"/>
                  </a:lnTo>
                </a:path>
              </a:pathLst>
            </a:custGeom>
            <a:ln w="51122" cap="rnd">
              <a:solidFill>
                <a:srgbClr val="FCC8A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57" name="组合 556"/>
          <p:cNvGrpSpPr/>
          <p:nvPr/>
        </p:nvGrpSpPr>
        <p:grpSpPr>
          <a:xfrm>
            <a:off x="6784023" y="0"/>
            <a:ext cx="3522821" cy="6874510"/>
            <a:chOff x="6784023" y="0"/>
            <a:chExt cx="3522821" cy="6874510"/>
          </a:xfrm>
        </p:grpSpPr>
        <p:sp>
          <p:nvSpPr>
            <p:cNvPr id="7" name="矩形 6"/>
            <p:cNvSpPr/>
            <p:nvPr/>
          </p:nvSpPr>
          <p:spPr>
            <a:xfrm>
              <a:off x="7312604" y="0"/>
              <a:ext cx="2439698" cy="687451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784023" y="2543452"/>
              <a:ext cx="3522821" cy="15684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2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cs typeface="ADLaM Display" panose="02010000000000000000" pitchFamily="2" charset="0"/>
                </a:rPr>
                <a:t> 实验结果</a:t>
              </a:r>
              <a:endParaRPr lang="en-US" altLang="zh-CN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  <a:p>
              <a:pPr algn="ctr"/>
              <a:endParaRPr lang="en-US" altLang="zh-CN" sz="3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  <a:p>
              <a:pPr algn="ctr"/>
              <a:endParaRPr lang="zh-CN" altLang="en-US" sz="32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DLaM Display" panose="02010000000000000000" pitchFamily="2" charset="0"/>
              </a:endParaRPr>
            </a:p>
          </p:txBody>
        </p:sp>
        <p:grpSp>
          <p:nvGrpSpPr>
            <p:cNvPr id="370" name="组合 369"/>
            <p:cNvGrpSpPr/>
            <p:nvPr/>
          </p:nvGrpSpPr>
          <p:grpSpPr>
            <a:xfrm>
              <a:off x="7970271" y="5140773"/>
              <a:ext cx="1301476" cy="1033596"/>
              <a:chOff x="3776504" y="1882821"/>
              <a:chExt cx="4626293" cy="3997067"/>
            </a:xfrm>
          </p:grpSpPr>
          <p:sp>
            <p:nvSpPr>
              <p:cNvPr id="371" name="任意多边形: 形状 370"/>
              <p:cNvSpPr/>
              <p:nvPr/>
            </p:nvSpPr>
            <p:spPr>
              <a:xfrm>
                <a:off x="6324146" y="5689652"/>
                <a:ext cx="204144" cy="181331"/>
              </a:xfrm>
              <a:custGeom>
                <a:avLst/>
                <a:gdLst>
                  <a:gd name="connsiteX0" fmla="*/ -361 w 75742"/>
                  <a:gd name="connsiteY0" fmla="*/ 103 h 67278"/>
                  <a:gd name="connsiteX1" fmla="*/ 13590 w 75742"/>
                  <a:gd name="connsiteY1" fmla="*/ 66981 h 67278"/>
                  <a:gd name="connsiteX2" fmla="*/ 65875 w 75742"/>
                  <a:gd name="connsiteY2" fmla="*/ 66981 h 67278"/>
                  <a:gd name="connsiteX3" fmla="*/ 75382 w 75742"/>
                  <a:gd name="connsiteY3" fmla="*/ 27291 h 6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742" h="67278">
                    <a:moveTo>
                      <a:pt x="-361" y="103"/>
                    </a:moveTo>
                    <a:cubicBezTo>
                      <a:pt x="-361" y="-6338"/>
                      <a:pt x="13590" y="66981"/>
                      <a:pt x="13590" y="66981"/>
                    </a:cubicBezTo>
                    <a:lnTo>
                      <a:pt x="65875" y="66981"/>
                    </a:lnTo>
                    <a:lnTo>
                      <a:pt x="75382" y="27291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2" name="任意多边形: 形状 371"/>
              <p:cNvSpPr/>
              <p:nvPr/>
            </p:nvSpPr>
            <p:spPr>
              <a:xfrm>
                <a:off x="6287760" y="5449691"/>
                <a:ext cx="733947" cy="330974"/>
              </a:xfrm>
              <a:custGeom>
                <a:avLst/>
                <a:gdLst>
                  <a:gd name="connsiteX0" fmla="*/ -361 w 272311"/>
                  <a:gd name="connsiteY0" fmla="*/ 27033 h 122799"/>
                  <a:gd name="connsiteX1" fmla="*/ 15729 w 272311"/>
                  <a:gd name="connsiteY1" fmla="*/ 99947 h 122799"/>
                  <a:gd name="connsiteX2" fmla="*/ 44248 w 272311"/>
                  <a:gd name="connsiteY2" fmla="*/ 122501 h 122799"/>
                  <a:gd name="connsiteX3" fmla="*/ 260662 w 272311"/>
                  <a:gd name="connsiteY3" fmla="*/ 122501 h 122799"/>
                  <a:gd name="connsiteX4" fmla="*/ 271951 w 272311"/>
                  <a:gd name="connsiteY4" fmla="*/ 111213 h 122799"/>
                  <a:gd name="connsiteX5" fmla="*/ 270905 w 272311"/>
                  <a:gd name="connsiteY5" fmla="*/ 106483 h 122799"/>
                  <a:gd name="connsiteX6" fmla="*/ 220117 w 272311"/>
                  <a:gd name="connsiteY6" fmla="*/ 74779 h 122799"/>
                  <a:gd name="connsiteX7" fmla="*/ 158135 w 272311"/>
                  <a:gd name="connsiteY7" fmla="*/ 55956 h 122799"/>
                  <a:gd name="connsiteX8" fmla="*/ 131209 w 272311"/>
                  <a:gd name="connsiteY8" fmla="*/ -298 h 122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311" h="122799">
                    <a:moveTo>
                      <a:pt x="-361" y="27033"/>
                    </a:moveTo>
                    <a:cubicBezTo>
                      <a:pt x="-361" y="31050"/>
                      <a:pt x="9383" y="73020"/>
                      <a:pt x="15729" y="99947"/>
                    </a:cubicBezTo>
                    <a:cubicBezTo>
                      <a:pt x="18842" y="113185"/>
                      <a:pt x="30654" y="122525"/>
                      <a:pt x="44248" y="122501"/>
                    </a:cubicBezTo>
                    <a:lnTo>
                      <a:pt x="260662" y="122501"/>
                    </a:lnTo>
                    <a:cubicBezTo>
                      <a:pt x="266889" y="122501"/>
                      <a:pt x="271951" y="117439"/>
                      <a:pt x="271951" y="111213"/>
                    </a:cubicBezTo>
                    <a:cubicBezTo>
                      <a:pt x="271951" y="109573"/>
                      <a:pt x="271595" y="107957"/>
                      <a:pt x="270905" y="106483"/>
                    </a:cubicBezTo>
                    <a:cubicBezTo>
                      <a:pt x="264821" y="93364"/>
                      <a:pt x="251037" y="76704"/>
                      <a:pt x="220117" y="74779"/>
                    </a:cubicBezTo>
                    <a:cubicBezTo>
                      <a:pt x="176768" y="72070"/>
                      <a:pt x="174296" y="65273"/>
                      <a:pt x="158135" y="55956"/>
                    </a:cubicBezTo>
                    <a:cubicBezTo>
                      <a:pt x="141974" y="46640"/>
                      <a:pt x="131209" y="-298"/>
                      <a:pt x="131209" y="-298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3" name="任意多边形: 形状 372"/>
              <p:cNvSpPr/>
              <p:nvPr/>
            </p:nvSpPr>
            <p:spPr>
              <a:xfrm>
                <a:off x="6649484" y="5752739"/>
                <a:ext cx="372290" cy="118052"/>
              </a:xfrm>
              <a:custGeom>
                <a:avLst/>
                <a:gdLst>
                  <a:gd name="connsiteX0" fmla="*/ 130851 w 138128"/>
                  <a:gd name="connsiteY0" fmla="*/ 43503 h 43800"/>
                  <a:gd name="connsiteX1" fmla="*/ 49738 w 138128"/>
                  <a:gd name="connsiteY1" fmla="*/ 43503 h 43800"/>
                  <a:gd name="connsiteX2" fmla="*/ 4131 w 138128"/>
                  <a:gd name="connsiteY2" fmla="*/ 11775 h 43800"/>
                  <a:gd name="connsiteX3" fmla="*/ -361 w 138128"/>
                  <a:gd name="connsiteY3" fmla="*/ -298 h 43800"/>
                  <a:gd name="connsiteX4" fmla="*/ 137768 w 138128"/>
                  <a:gd name="connsiteY4" fmla="*/ -298 h 43800"/>
                  <a:gd name="connsiteX5" fmla="*/ 137768 w 138128"/>
                  <a:gd name="connsiteY5" fmla="*/ 36610 h 43800"/>
                  <a:gd name="connsiteX6" fmla="*/ 130875 w 138128"/>
                  <a:gd name="connsiteY6" fmla="*/ 43503 h 43800"/>
                  <a:gd name="connsiteX7" fmla="*/ 130851 w 138128"/>
                  <a:gd name="connsiteY7" fmla="*/ 43503 h 4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8128" h="43800">
                    <a:moveTo>
                      <a:pt x="130851" y="43503"/>
                    </a:moveTo>
                    <a:lnTo>
                      <a:pt x="49738" y="43503"/>
                    </a:lnTo>
                    <a:cubicBezTo>
                      <a:pt x="29394" y="43503"/>
                      <a:pt x="11189" y="30859"/>
                      <a:pt x="4131" y="11775"/>
                    </a:cubicBezTo>
                    <a:lnTo>
                      <a:pt x="-361" y="-298"/>
                    </a:lnTo>
                    <a:lnTo>
                      <a:pt x="137768" y="-298"/>
                    </a:lnTo>
                    <a:lnTo>
                      <a:pt x="137768" y="36610"/>
                    </a:lnTo>
                    <a:cubicBezTo>
                      <a:pt x="137768" y="40413"/>
                      <a:pt x="134677" y="43503"/>
                      <a:pt x="130875" y="43503"/>
                    </a:cubicBezTo>
                    <a:cubicBezTo>
                      <a:pt x="130875" y="43503"/>
                      <a:pt x="130851" y="43503"/>
                      <a:pt x="130851" y="4350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4" name="任意多边形: 形状 373"/>
              <p:cNvSpPr/>
              <p:nvPr/>
            </p:nvSpPr>
            <p:spPr>
              <a:xfrm>
                <a:off x="4986152" y="5689652"/>
                <a:ext cx="204144" cy="181331"/>
              </a:xfrm>
              <a:custGeom>
                <a:avLst/>
                <a:gdLst>
                  <a:gd name="connsiteX0" fmla="*/ -361 w 75742"/>
                  <a:gd name="connsiteY0" fmla="*/ 103 h 67278"/>
                  <a:gd name="connsiteX1" fmla="*/ 13590 w 75742"/>
                  <a:gd name="connsiteY1" fmla="*/ 66981 h 67278"/>
                  <a:gd name="connsiteX2" fmla="*/ 65875 w 75742"/>
                  <a:gd name="connsiteY2" fmla="*/ 66981 h 67278"/>
                  <a:gd name="connsiteX3" fmla="*/ 75382 w 75742"/>
                  <a:gd name="connsiteY3" fmla="*/ 27291 h 6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742" h="67278">
                    <a:moveTo>
                      <a:pt x="-361" y="103"/>
                    </a:moveTo>
                    <a:cubicBezTo>
                      <a:pt x="-361" y="-6338"/>
                      <a:pt x="13590" y="66981"/>
                      <a:pt x="13590" y="66981"/>
                    </a:cubicBezTo>
                    <a:lnTo>
                      <a:pt x="65875" y="66981"/>
                    </a:lnTo>
                    <a:lnTo>
                      <a:pt x="75382" y="27291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5" name="任意多边形: 形状 374"/>
              <p:cNvSpPr/>
              <p:nvPr/>
            </p:nvSpPr>
            <p:spPr>
              <a:xfrm>
                <a:off x="4949707" y="5449691"/>
                <a:ext cx="733882" cy="330974"/>
              </a:xfrm>
              <a:custGeom>
                <a:avLst/>
                <a:gdLst>
                  <a:gd name="connsiteX0" fmla="*/ -361 w 272287"/>
                  <a:gd name="connsiteY0" fmla="*/ 27033 h 122799"/>
                  <a:gd name="connsiteX1" fmla="*/ 15704 w 272287"/>
                  <a:gd name="connsiteY1" fmla="*/ 99947 h 122799"/>
                  <a:gd name="connsiteX2" fmla="*/ 44224 w 272287"/>
                  <a:gd name="connsiteY2" fmla="*/ 122501 h 122799"/>
                  <a:gd name="connsiteX3" fmla="*/ 260661 w 272287"/>
                  <a:gd name="connsiteY3" fmla="*/ 122501 h 122799"/>
                  <a:gd name="connsiteX4" fmla="*/ 271927 w 272287"/>
                  <a:gd name="connsiteY4" fmla="*/ 111236 h 122799"/>
                  <a:gd name="connsiteX5" fmla="*/ 270881 w 272287"/>
                  <a:gd name="connsiteY5" fmla="*/ 106483 h 122799"/>
                  <a:gd name="connsiteX6" fmla="*/ 220093 w 272287"/>
                  <a:gd name="connsiteY6" fmla="*/ 74779 h 122799"/>
                  <a:gd name="connsiteX7" fmla="*/ 158110 w 272287"/>
                  <a:gd name="connsiteY7" fmla="*/ 55956 h 122799"/>
                  <a:gd name="connsiteX8" fmla="*/ 131183 w 272287"/>
                  <a:gd name="connsiteY8" fmla="*/ -298 h 122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2287" h="122799">
                    <a:moveTo>
                      <a:pt x="-361" y="27033"/>
                    </a:moveTo>
                    <a:cubicBezTo>
                      <a:pt x="-361" y="31050"/>
                      <a:pt x="9359" y="73020"/>
                      <a:pt x="15704" y="99947"/>
                    </a:cubicBezTo>
                    <a:cubicBezTo>
                      <a:pt x="18818" y="113185"/>
                      <a:pt x="30630" y="122525"/>
                      <a:pt x="44224" y="122501"/>
                    </a:cubicBezTo>
                    <a:lnTo>
                      <a:pt x="260661" y="122501"/>
                    </a:lnTo>
                    <a:cubicBezTo>
                      <a:pt x="266888" y="122501"/>
                      <a:pt x="271927" y="117463"/>
                      <a:pt x="271927" y="111236"/>
                    </a:cubicBezTo>
                    <a:cubicBezTo>
                      <a:pt x="271927" y="109596"/>
                      <a:pt x="271570" y="107980"/>
                      <a:pt x="270881" y="106483"/>
                    </a:cubicBezTo>
                    <a:cubicBezTo>
                      <a:pt x="264797" y="93364"/>
                      <a:pt x="251036" y="76704"/>
                      <a:pt x="220093" y="74779"/>
                    </a:cubicBezTo>
                    <a:cubicBezTo>
                      <a:pt x="176744" y="72070"/>
                      <a:pt x="174272" y="65273"/>
                      <a:pt x="158110" y="55956"/>
                    </a:cubicBezTo>
                    <a:cubicBezTo>
                      <a:pt x="141950" y="46640"/>
                      <a:pt x="131183" y="-298"/>
                      <a:pt x="131183" y="-298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6" name="任意多边形: 形状 375"/>
              <p:cNvSpPr/>
              <p:nvPr/>
            </p:nvSpPr>
            <p:spPr>
              <a:xfrm>
                <a:off x="5311620" y="5752739"/>
                <a:ext cx="371969" cy="118052"/>
              </a:xfrm>
              <a:custGeom>
                <a:avLst/>
                <a:gdLst>
                  <a:gd name="connsiteX0" fmla="*/ 130732 w 138009"/>
                  <a:gd name="connsiteY0" fmla="*/ 43503 h 43800"/>
                  <a:gd name="connsiteX1" fmla="*/ 49714 w 138009"/>
                  <a:gd name="connsiteY1" fmla="*/ 43503 h 43800"/>
                  <a:gd name="connsiteX2" fmla="*/ 4107 w 138009"/>
                  <a:gd name="connsiteY2" fmla="*/ 11775 h 43800"/>
                  <a:gd name="connsiteX3" fmla="*/ -361 w 138009"/>
                  <a:gd name="connsiteY3" fmla="*/ -298 h 43800"/>
                  <a:gd name="connsiteX4" fmla="*/ 137648 w 138009"/>
                  <a:gd name="connsiteY4" fmla="*/ -298 h 43800"/>
                  <a:gd name="connsiteX5" fmla="*/ 137648 w 138009"/>
                  <a:gd name="connsiteY5" fmla="*/ 36610 h 43800"/>
                  <a:gd name="connsiteX6" fmla="*/ 130756 w 138009"/>
                  <a:gd name="connsiteY6" fmla="*/ 43503 h 43800"/>
                  <a:gd name="connsiteX7" fmla="*/ 130732 w 138009"/>
                  <a:gd name="connsiteY7" fmla="*/ 43503 h 4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8009" h="43800">
                    <a:moveTo>
                      <a:pt x="130732" y="43503"/>
                    </a:moveTo>
                    <a:lnTo>
                      <a:pt x="49714" y="43503"/>
                    </a:lnTo>
                    <a:cubicBezTo>
                      <a:pt x="29370" y="43503"/>
                      <a:pt x="11165" y="30859"/>
                      <a:pt x="4107" y="11775"/>
                    </a:cubicBezTo>
                    <a:lnTo>
                      <a:pt x="-361" y="-298"/>
                    </a:lnTo>
                    <a:lnTo>
                      <a:pt x="137648" y="-298"/>
                    </a:lnTo>
                    <a:lnTo>
                      <a:pt x="137648" y="36610"/>
                    </a:lnTo>
                    <a:cubicBezTo>
                      <a:pt x="137648" y="40413"/>
                      <a:pt x="134559" y="43503"/>
                      <a:pt x="130756" y="43503"/>
                    </a:cubicBezTo>
                    <a:cubicBezTo>
                      <a:pt x="130756" y="43503"/>
                      <a:pt x="130732" y="43503"/>
                      <a:pt x="130732" y="4350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7" name="任意多边形: 形状 376"/>
              <p:cNvSpPr/>
              <p:nvPr/>
            </p:nvSpPr>
            <p:spPr>
              <a:xfrm>
                <a:off x="4306393" y="2143142"/>
                <a:ext cx="482016" cy="599815"/>
              </a:xfrm>
              <a:custGeom>
                <a:avLst/>
                <a:gdLst>
                  <a:gd name="connsiteX0" fmla="*/ 178479 w 178839"/>
                  <a:gd name="connsiteY0" fmla="*/ -298 h 222545"/>
                  <a:gd name="connsiteX1" fmla="*/ 165194 w 178839"/>
                  <a:gd name="connsiteY1" fmla="*/ 156867 h 222545"/>
                  <a:gd name="connsiteX2" fmla="*/ 144898 w 178839"/>
                  <a:gd name="connsiteY2" fmla="*/ 176997 h 222545"/>
                  <a:gd name="connsiteX3" fmla="*/ 100074 w 178839"/>
                  <a:gd name="connsiteY3" fmla="*/ 180443 h 222545"/>
                  <a:gd name="connsiteX4" fmla="*/ 103283 w 178839"/>
                  <a:gd name="connsiteY4" fmla="*/ 222248 h 222545"/>
                  <a:gd name="connsiteX5" fmla="*/ -361 w 178839"/>
                  <a:gd name="connsiteY5" fmla="*/ 210816 h 222545"/>
                  <a:gd name="connsiteX6" fmla="*/ 8789 w 178839"/>
                  <a:gd name="connsiteY6" fmla="*/ 87019 h 222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839" h="222545">
                    <a:moveTo>
                      <a:pt x="178479" y="-298"/>
                    </a:moveTo>
                    <a:lnTo>
                      <a:pt x="165194" y="156867"/>
                    </a:lnTo>
                    <a:cubicBezTo>
                      <a:pt x="164290" y="167657"/>
                      <a:pt x="155687" y="176189"/>
                      <a:pt x="144898" y="176997"/>
                    </a:cubicBezTo>
                    <a:lnTo>
                      <a:pt x="100074" y="180443"/>
                    </a:lnTo>
                    <a:lnTo>
                      <a:pt x="103283" y="222248"/>
                    </a:lnTo>
                    <a:lnTo>
                      <a:pt x="-361" y="210816"/>
                    </a:lnTo>
                    <a:lnTo>
                      <a:pt x="8789" y="87019"/>
                    </a:ln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8" name="任意多边形: 形状 377"/>
              <p:cNvSpPr/>
              <p:nvPr/>
            </p:nvSpPr>
            <p:spPr>
              <a:xfrm>
                <a:off x="4469416" y="2587433"/>
                <a:ext cx="117990" cy="166588"/>
              </a:xfrm>
              <a:custGeom>
                <a:avLst/>
                <a:gdLst>
                  <a:gd name="connsiteX0" fmla="*/ 39589 w 43777"/>
                  <a:gd name="connsiteY0" fmla="*/ 15601 h 61808"/>
                  <a:gd name="connsiteX1" fmla="*/ -361 w 43777"/>
                  <a:gd name="connsiteY1" fmla="*/ -298 h 61808"/>
                  <a:gd name="connsiteX2" fmla="*/ 43416 w 43777"/>
                  <a:gd name="connsiteY2" fmla="*/ 61494 h 61808"/>
                  <a:gd name="connsiteX3" fmla="*/ 39589 w 43777"/>
                  <a:gd name="connsiteY3" fmla="*/ 15601 h 61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777" h="61808">
                    <a:moveTo>
                      <a:pt x="39589" y="15601"/>
                    </a:moveTo>
                    <a:lnTo>
                      <a:pt x="-361" y="-298"/>
                    </a:lnTo>
                    <a:cubicBezTo>
                      <a:pt x="-361" y="-298"/>
                      <a:pt x="43416" y="62682"/>
                      <a:pt x="43416" y="61494"/>
                    </a:cubicBezTo>
                    <a:cubicBezTo>
                      <a:pt x="43416" y="60305"/>
                      <a:pt x="39589" y="15601"/>
                      <a:pt x="39589" y="15601"/>
                    </a:cubicBezTo>
                    <a:close/>
                  </a:path>
                </a:pathLst>
              </a:custGeom>
              <a:solidFill>
                <a:srgbClr val="231F2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9" name="任意多边形: 形状 378"/>
              <p:cNvSpPr/>
              <p:nvPr/>
            </p:nvSpPr>
            <p:spPr>
              <a:xfrm>
                <a:off x="4319185" y="2078963"/>
                <a:ext cx="493541" cy="453314"/>
              </a:xfrm>
              <a:custGeom>
                <a:avLst/>
                <a:gdLst>
                  <a:gd name="connsiteX0" fmla="*/ 1524 w 183115"/>
                  <a:gd name="connsiteY0" fmla="*/ 167893 h 168190"/>
                  <a:gd name="connsiteX1" fmla="*/ 40667 w 183115"/>
                  <a:gd name="connsiteY1" fmla="*/ 164898 h 168190"/>
                  <a:gd name="connsiteX2" fmla="*/ 61676 w 183115"/>
                  <a:gd name="connsiteY2" fmla="*/ 154156 h 168190"/>
                  <a:gd name="connsiteX3" fmla="*/ 102079 w 183115"/>
                  <a:gd name="connsiteY3" fmla="*/ 106410 h 168190"/>
                  <a:gd name="connsiteX4" fmla="*/ 106832 w 183115"/>
                  <a:gd name="connsiteY4" fmla="*/ 94527 h 168190"/>
                  <a:gd name="connsiteX5" fmla="*/ 107948 w 183115"/>
                  <a:gd name="connsiteY5" fmla="*/ 70452 h 168190"/>
                  <a:gd name="connsiteX6" fmla="*/ 163514 w 183115"/>
                  <a:gd name="connsiteY6" fmla="*/ 47755 h 168190"/>
                  <a:gd name="connsiteX7" fmla="*/ 176751 w 183115"/>
                  <a:gd name="connsiteY7" fmla="*/ 36038 h 168190"/>
                  <a:gd name="connsiteX8" fmla="*/ 181101 w 183115"/>
                  <a:gd name="connsiteY8" fmla="*/ 28243 h 168190"/>
                  <a:gd name="connsiteX9" fmla="*/ 181838 w 183115"/>
                  <a:gd name="connsiteY9" fmla="*/ 17073 h 168190"/>
                  <a:gd name="connsiteX10" fmla="*/ 180720 w 183115"/>
                  <a:gd name="connsiteY10" fmla="*/ 14198 h 168190"/>
                  <a:gd name="connsiteX11" fmla="*/ 158451 w 183115"/>
                  <a:gd name="connsiteY11" fmla="*/ -276 h 168190"/>
                  <a:gd name="connsiteX12" fmla="*/ 57303 w 183115"/>
                  <a:gd name="connsiteY12" fmla="*/ 4121 h 168190"/>
                  <a:gd name="connsiteX13" fmla="*/ 34535 w 183115"/>
                  <a:gd name="connsiteY13" fmla="*/ 13627 h 168190"/>
                  <a:gd name="connsiteX14" fmla="*/ 11506 w 183115"/>
                  <a:gd name="connsiteY14" fmla="*/ 35397 h 168190"/>
                  <a:gd name="connsiteX15" fmla="*/ -353 w 183115"/>
                  <a:gd name="connsiteY15" fmla="*/ 63512 h 168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3115" h="168190">
                    <a:moveTo>
                      <a:pt x="1524" y="167893"/>
                    </a:moveTo>
                    <a:lnTo>
                      <a:pt x="40667" y="164898"/>
                    </a:lnTo>
                    <a:cubicBezTo>
                      <a:pt x="48818" y="164257"/>
                      <a:pt x="56400" y="160407"/>
                      <a:pt x="61676" y="154156"/>
                    </a:cubicBezTo>
                    <a:lnTo>
                      <a:pt x="102079" y="106410"/>
                    </a:lnTo>
                    <a:cubicBezTo>
                      <a:pt x="104930" y="103083"/>
                      <a:pt x="106594" y="98900"/>
                      <a:pt x="106832" y="94527"/>
                    </a:cubicBezTo>
                    <a:lnTo>
                      <a:pt x="107948" y="70452"/>
                    </a:lnTo>
                    <a:lnTo>
                      <a:pt x="163514" y="47755"/>
                    </a:lnTo>
                    <a:cubicBezTo>
                      <a:pt x="169123" y="45474"/>
                      <a:pt x="173804" y="41338"/>
                      <a:pt x="176751" y="36038"/>
                    </a:cubicBezTo>
                    <a:lnTo>
                      <a:pt x="181101" y="28243"/>
                    </a:lnTo>
                    <a:cubicBezTo>
                      <a:pt x="183002" y="24821"/>
                      <a:pt x="183287" y="20709"/>
                      <a:pt x="181838" y="17073"/>
                    </a:cubicBezTo>
                    <a:lnTo>
                      <a:pt x="180720" y="14198"/>
                    </a:lnTo>
                    <a:cubicBezTo>
                      <a:pt x="177132" y="5119"/>
                      <a:pt x="168195" y="-704"/>
                      <a:pt x="158451" y="-276"/>
                    </a:cubicBezTo>
                    <a:lnTo>
                      <a:pt x="57303" y="4121"/>
                    </a:lnTo>
                    <a:cubicBezTo>
                      <a:pt x="48818" y="4453"/>
                      <a:pt x="40738" y="7828"/>
                      <a:pt x="34535" y="13627"/>
                    </a:cubicBezTo>
                    <a:lnTo>
                      <a:pt x="11506" y="35397"/>
                    </a:lnTo>
                    <a:cubicBezTo>
                      <a:pt x="3758" y="42669"/>
                      <a:pt x="-568" y="52889"/>
                      <a:pt x="-353" y="6351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0" name="任意多边形: 形状 379"/>
              <p:cNvSpPr/>
              <p:nvPr/>
            </p:nvSpPr>
            <p:spPr>
              <a:xfrm rot="20674199">
                <a:off x="4716457" y="2261771"/>
                <a:ext cx="61940" cy="37663"/>
              </a:xfrm>
              <a:custGeom>
                <a:avLst/>
                <a:gdLst>
                  <a:gd name="connsiteX0" fmla="*/ 17035 w 22981"/>
                  <a:gd name="connsiteY0" fmla="*/ -298 h 13974"/>
                  <a:gd name="connsiteX1" fmla="*/ 22621 w 22981"/>
                  <a:gd name="connsiteY1" fmla="*/ -298 h 13974"/>
                  <a:gd name="connsiteX2" fmla="*/ 22621 w 22981"/>
                  <a:gd name="connsiteY2" fmla="*/ 13677 h 13974"/>
                  <a:gd name="connsiteX3" fmla="*/ 17035 w 22981"/>
                  <a:gd name="connsiteY3" fmla="*/ 13677 h 13974"/>
                  <a:gd name="connsiteX4" fmla="*/ 5223 w 22981"/>
                  <a:gd name="connsiteY4" fmla="*/ 13677 h 13974"/>
                  <a:gd name="connsiteX5" fmla="*/ -362 w 22981"/>
                  <a:gd name="connsiteY5" fmla="*/ 13677 h 13974"/>
                  <a:gd name="connsiteX6" fmla="*/ -362 w 22981"/>
                  <a:gd name="connsiteY6" fmla="*/ -298 h 13974"/>
                  <a:gd name="connsiteX7" fmla="*/ 5223 w 22981"/>
                  <a:gd name="connsiteY7" fmla="*/ -298 h 13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981" h="13974">
                    <a:moveTo>
                      <a:pt x="17035" y="-298"/>
                    </a:moveTo>
                    <a:cubicBezTo>
                      <a:pt x="20120" y="-298"/>
                      <a:pt x="22621" y="-298"/>
                      <a:pt x="22621" y="-298"/>
                    </a:cubicBezTo>
                    <a:lnTo>
                      <a:pt x="22621" y="13677"/>
                    </a:lnTo>
                    <a:cubicBezTo>
                      <a:pt x="22621" y="13677"/>
                      <a:pt x="20120" y="13677"/>
                      <a:pt x="17035" y="13677"/>
                    </a:cubicBezTo>
                    <a:lnTo>
                      <a:pt x="5223" y="13677"/>
                    </a:lnTo>
                    <a:cubicBezTo>
                      <a:pt x="2139" y="13677"/>
                      <a:pt x="-362" y="13677"/>
                      <a:pt x="-362" y="13677"/>
                    </a:cubicBezTo>
                    <a:lnTo>
                      <a:pt x="-362" y="-298"/>
                    </a:lnTo>
                    <a:cubicBezTo>
                      <a:pt x="-362" y="-298"/>
                      <a:pt x="2139" y="-298"/>
                      <a:pt x="5223" y="-298"/>
                    </a:cubicBezTo>
                    <a:close/>
                  </a:path>
                </a:pathLst>
              </a:custGeom>
              <a:solidFill>
                <a:srgbClr val="231F2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1" name="任意多边形: 形状 380"/>
              <p:cNvSpPr/>
              <p:nvPr/>
            </p:nvSpPr>
            <p:spPr>
              <a:xfrm>
                <a:off x="6802577" y="3759328"/>
                <a:ext cx="1037187" cy="178329"/>
              </a:xfrm>
              <a:custGeom>
                <a:avLst/>
                <a:gdLst>
                  <a:gd name="connsiteX0" fmla="*/ 0 w 384820"/>
                  <a:gd name="connsiteY0" fmla="*/ 0 h 66164"/>
                  <a:gd name="connsiteX1" fmla="*/ 384821 w 384820"/>
                  <a:gd name="connsiteY1" fmla="*/ 0 h 66164"/>
                  <a:gd name="connsiteX2" fmla="*/ 384821 w 384820"/>
                  <a:gd name="connsiteY2" fmla="*/ 66165 h 66164"/>
                  <a:gd name="connsiteX3" fmla="*/ 0 w 384820"/>
                  <a:gd name="connsiteY3" fmla="*/ 66165 h 6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4820" h="66164">
                    <a:moveTo>
                      <a:pt x="0" y="0"/>
                    </a:moveTo>
                    <a:lnTo>
                      <a:pt x="384821" y="0"/>
                    </a:lnTo>
                    <a:lnTo>
                      <a:pt x="384821" y="66165"/>
                    </a:lnTo>
                    <a:lnTo>
                      <a:pt x="0" y="66165"/>
                    </a:lnTo>
                    <a:close/>
                  </a:path>
                </a:pathLst>
              </a:custGeom>
              <a:solidFill>
                <a:srgbClr val="F1F2F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2" name="任意多边形: 形状 381"/>
              <p:cNvSpPr/>
              <p:nvPr/>
            </p:nvSpPr>
            <p:spPr>
              <a:xfrm>
                <a:off x="7479005" y="3759328"/>
                <a:ext cx="360760" cy="178329"/>
              </a:xfrm>
              <a:custGeom>
                <a:avLst/>
                <a:gdLst>
                  <a:gd name="connsiteX0" fmla="*/ 1 w 133850"/>
                  <a:gd name="connsiteY0" fmla="*/ 0 h 66164"/>
                  <a:gd name="connsiteX1" fmla="*/ 133851 w 133850"/>
                  <a:gd name="connsiteY1" fmla="*/ 0 h 66164"/>
                  <a:gd name="connsiteX2" fmla="*/ 133851 w 133850"/>
                  <a:gd name="connsiteY2" fmla="*/ 66165 h 66164"/>
                  <a:gd name="connsiteX3" fmla="*/ 1 w 133850"/>
                  <a:gd name="connsiteY3" fmla="*/ 66165 h 6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850" h="66164">
                    <a:moveTo>
                      <a:pt x="1" y="0"/>
                    </a:moveTo>
                    <a:lnTo>
                      <a:pt x="133851" y="0"/>
                    </a:lnTo>
                    <a:lnTo>
                      <a:pt x="133851" y="66165"/>
                    </a:lnTo>
                    <a:lnTo>
                      <a:pt x="1" y="66165"/>
                    </a:ln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3" name="任意多边形: 形状 382"/>
              <p:cNvSpPr/>
              <p:nvPr/>
            </p:nvSpPr>
            <p:spPr>
              <a:xfrm>
                <a:off x="6757801" y="3759328"/>
                <a:ext cx="52460" cy="42787"/>
              </a:xfrm>
              <a:custGeom>
                <a:avLst/>
                <a:gdLst>
                  <a:gd name="connsiteX0" fmla="*/ 0 w 19464"/>
                  <a:gd name="connsiteY0" fmla="*/ 0 h 15875"/>
                  <a:gd name="connsiteX1" fmla="*/ 19464 w 19464"/>
                  <a:gd name="connsiteY1" fmla="*/ 0 h 15875"/>
                  <a:gd name="connsiteX2" fmla="*/ 19464 w 19464"/>
                  <a:gd name="connsiteY2" fmla="*/ 15876 h 15875"/>
                  <a:gd name="connsiteX3" fmla="*/ 0 w 19464"/>
                  <a:gd name="connsiteY3" fmla="*/ 15876 h 15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4" h="15875">
                    <a:moveTo>
                      <a:pt x="0" y="0"/>
                    </a:moveTo>
                    <a:lnTo>
                      <a:pt x="19464" y="0"/>
                    </a:lnTo>
                    <a:lnTo>
                      <a:pt x="19464" y="15876"/>
                    </a:lnTo>
                    <a:lnTo>
                      <a:pt x="0" y="15876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4" name="任意多边形: 形状 383"/>
              <p:cNvSpPr/>
              <p:nvPr/>
            </p:nvSpPr>
            <p:spPr>
              <a:xfrm>
                <a:off x="6757801" y="3827098"/>
                <a:ext cx="52460" cy="42787"/>
              </a:xfrm>
              <a:custGeom>
                <a:avLst/>
                <a:gdLst>
                  <a:gd name="connsiteX0" fmla="*/ 0 w 19464"/>
                  <a:gd name="connsiteY0" fmla="*/ 0 h 15875"/>
                  <a:gd name="connsiteX1" fmla="*/ 19464 w 19464"/>
                  <a:gd name="connsiteY1" fmla="*/ 0 h 15875"/>
                  <a:gd name="connsiteX2" fmla="*/ 19464 w 19464"/>
                  <a:gd name="connsiteY2" fmla="*/ 15876 h 15875"/>
                  <a:gd name="connsiteX3" fmla="*/ 0 w 19464"/>
                  <a:gd name="connsiteY3" fmla="*/ 15876 h 15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4" h="15875">
                    <a:moveTo>
                      <a:pt x="0" y="0"/>
                    </a:moveTo>
                    <a:lnTo>
                      <a:pt x="19464" y="0"/>
                    </a:lnTo>
                    <a:lnTo>
                      <a:pt x="19464" y="15876"/>
                    </a:lnTo>
                    <a:lnTo>
                      <a:pt x="0" y="15876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5" name="任意多边形: 形状 384"/>
              <p:cNvSpPr/>
              <p:nvPr/>
            </p:nvSpPr>
            <p:spPr>
              <a:xfrm>
                <a:off x="6757801" y="3894870"/>
                <a:ext cx="52460" cy="42787"/>
              </a:xfrm>
              <a:custGeom>
                <a:avLst/>
                <a:gdLst>
                  <a:gd name="connsiteX0" fmla="*/ 0 w 19464"/>
                  <a:gd name="connsiteY0" fmla="*/ 0 h 15875"/>
                  <a:gd name="connsiteX1" fmla="*/ 19464 w 19464"/>
                  <a:gd name="connsiteY1" fmla="*/ 0 h 15875"/>
                  <a:gd name="connsiteX2" fmla="*/ 19464 w 19464"/>
                  <a:gd name="connsiteY2" fmla="*/ 15876 h 15875"/>
                  <a:gd name="connsiteX3" fmla="*/ 0 w 19464"/>
                  <a:gd name="connsiteY3" fmla="*/ 15876 h 15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4" h="15875">
                    <a:moveTo>
                      <a:pt x="0" y="0"/>
                    </a:moveTo>
                    <a:lnTo>
                      <a:pt x="19464" y="0"/>
                    </a:lnTo>
                    <a:lnTo>
                      <a:pt x="19464" y="15876"/>
                    </a:lnTo>
                    <a:lnTo>
                      <a:pt x="0" y="15876"/>
                    </a:ln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6" name="任意多边形: 形状 385"/>
              <p:cNvSpPr/>
              <p:nvPr/>
            </p:nvSpPr>
            <p:spPr>
              <a:xfrm>
                <a:off x="6518619" y="3932471"/>
                <a:ext cx="1560392" cy="115362"/>
              </a:xfrm>
              <a:custGeom>
                <a:avLst/>
                <a:gdLst>
                  <a:gd name="connsiteX0" fmla="*/ 0 w 578941"/>
                  <a:gd name="connsiteY0" fmla="*/ 0 h 42802"/>
                  <a:gd name="connsiteX1" fmla="*/ 578942 w 578941"/>
                  <a:gd name="connsiteY1" fmla="*/ 0 h 42802"/>
                  <a:gd name="connsiteX2" fmla="*/ 578942 w 578941"/>
                  <a:gd name="connsiteY2" fmla="*/ 42803 h 42802"/>
                  <a:gd name="connsiteX3" fmla="*/ 0 w 578941"/>
                  <a:gd name="connsiteY3" fmla="*/ 42803 h 4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8941" h="42802">
                    <a:moveTo>
                      <a:pt x="0" y="0"/>
                    </a:moveTo>
                    <a:lnTo>
                      <a:pt x="578942" y="0"/>
                    </a:lnTo>
                    <a:lnTo>
                      <a:pt x="578942" y="42803"/>
                    </a:lnTo>
                    <a:lnTo>
                      <a:pt x="0" y="42803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7" name="任意多边形: 形状 386"/>
              <p:cNvSpPr/>
              <p:nvPr/>
            </p:nvSpPr>
            <p:spPr>
              <a:xfrm>
                <a:off x="7304964" y="3514060"/>
                <a:ext cx="153732" cy="2356731"/>
              </a:xfrm>
              <a:custGeom>
                <a:avLst/>
                <a:gdLst>
                  <a:gd name="connsiteX0" fmla="*/ 0 w 57038"/>
                  <a:gd name="connsiteY0" fmla="*/ 0 h 874401"/>
                  <a:gd name="connsiteX1" fmla="*/ 57038 w 57038"/>
                  <a:gd name="connsiteY1" fmla="*/ 0 h 874401"/>
                  <a:gd name="connsiteX2" fmla="*/ 57038 w 57038"/>
                  <a:gd name="connsiteY2" fmla="*/ 874402 h 874401"/>
                  <a:gd name="connsiteX3" fmla="*/ 0 w 57038"/>
                  <a:gd name="connsiteY3" fmla="*/ 874402 h 874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874401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874402"/>
                    </a:lnTo>
                    <a:lnTo>
                      <a:pt x="0" y="874402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8" name="任意多边形: 形状 387"/>
              <p:cNvSpPr/>
              <p:nvPr/>
            </p:nvSpPr>
            <p:spPr>
              <a:xfrm>
                <a:off x="7304964" y="3602839"/>
                <a:ext cx="153732" cy="465298"/>
              </a:xfrm>
              <a:custGeom>
                <a:avLst/>
                <a:gdLst>
                  <a:gd name="connsiteX0" fmla="*/ 0 w 57038"/>
                  <a:gd name="connsiteY0" fmla="*/ 0 h 172636"/>
                  <a:gd name="connsiteX1" fmla="*/ 57038 w 57038"/>
                  <a:gd name="connsiteY1" fmla="*/ 0 h 172636"/>
                  <a:gd name="connsiteX2" fmla="*/ 57038 w 57038"/>
                  <a:gd name="connsiteY2" fmla="*/ 172637 h 172636"/>
                  <a:gd name="connsiteX3" fmla="*/ 0 w 57038"/>
                  <a:gd name="connsiteY3" fmla="*/ 172637 h 17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172636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172637"/>
                    </a:lnTo>
                    <a:lnTo>
                      <a:pt x="0" y="172637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9" name="任意多边形: 形状 388"/>
              <p:cNvSpPr/>
              <p:nvPr/>
            </p:nvSpPr>
            <p:spPr>
              <a:xfrm>
                <a:off x="7304964" y="5656783"/>
                <a:ext cx="153732" cy="214008"/>
              </a:xfrm>
              <a:custGeom>
                <a:avLst/>
                <a:gdLst>
                  <a:gd name="connsiteX0" fmla="*/ 0 w 57038"/>
                  <a:gd name="connsiteY0" fmla="*/ 0 h 79402"/>
                  <a:gd name="connsiteX1" fmla="*/ 57038 w 57038"/>
                  <a:gd name="connsiteY1" fmla="*/ 0 h 79402"/>
                  <a:gd name="connsiteX2" fmla="*/ 57038 w 57038"/>
                  <a:gd name="connsiteY2" fmla="*/ 79403 h 79402"/>
                  <a:gd name="connsiteX3" fmla="*/ 0 w 57038"/>
                  <a:gd name="connsiteY3" fmla="*/ 79403 h 79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79402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79403"/>
                    </a:lnTo>
                    <a:lnTo>
                      <a:pt x="0" y="79403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0" name="任意多边形: 形状 389"/>
              <p:cNvSpPr/>
              <p:nvPr/>
            </p:nvSpPr>
            <p:spPr>
              <a:xfrm>
                <a:off x="4218447" y="3514060"/>
                <a:ext cx="153732" cy="2356731"/>
              </a:xfrm>
              <a:custGeom>
                <a:avLst/>
                <a:gdLst>
                  <a:gd name="connsiteX0" fmla="*/ 0 w 57038"/>
                  <a:gd name="connsiteY0" fmla="*/ 0 h 874401"/>
                  <a:gd name="connsiteX1" fmla="*/ 57039 w 57038"/>
                  <a:gd name="connsiteY1" fmla="*/ 0 h 874401"/>
                  <a:gd name="connsiteX2" fmla="*/ 57039 w 57038"/>
                  <a:gd name="connsiteY2" fmla="*/ 874402 h 874401"/>
                  <a:gd name="connsiteX3" fmla="*/ 0 w 57038"/>
                  <a:gd name="connsiteY3" fmla="*/ 874402 h 874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874401">
                    <a:moveTo>
                      <a:pt x="0" y="0"/>
                    </a:moveTo>
                    <a:lnTo>
                      <a:pt x="57039" y="0"/>
                    </a:lnTo>
                    <a:lnTo>
                      <a:pt x="57039" y="874402"/>
                    </a:lnTo>
                    <a:lnTo>
                      <a:pt x="0" y="874402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1" name="任意多边形: 形状 390"/>
              <p:cNvSpPr/>
              <p:nvPr/>
            </p:nvSpPr>
            <p:spPr>
              <a:xfrm>
                <a:off x="4218447" y="3602839"/>
                <a:ext cx="153732" cy="465298"/>
              </a:xfrm>
              <a:custGeom>
                <a:avLst/>
                <a:gdLst>
                  <a:gd name="connsiteX0" fmla="*/ 0 w 57038"/>
                  <a:gd name="connsiteY0" fmla="*/ 0 h 172636"/>
                  <a:gd name="connsiteX1" fmla="*/ 57039 w 57038"/>
                  <a:gd name="connsiteY1" fmla="*/ 0 h 172636"/>
                  <a:gd name="connsiteX2" fmla="*/ 57039 w 57038"/>
                  <a:gd name="connsiteY2" fmla="*/ 172637 h 172636"/>
                  <a:gd name="connsiteX3" fmla="*/ 0 w 57038"/>
                  <a:gd name="connsiteY3" fmla="*/ 172637 h 17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172636">
                    <a:moveTo>
                      <a:pt x="0" y="0"/>
                    </a:moveTo>
                    <a:lnTo>
                      <a:pt x="57039" y="0"/>
                    </a:lnTo>
                    <a:lnTo>
                      <a:pt x="57039" y="172637"/>
                    </a:lnTo>
                    <a:lnTo>
                      <a:pt x="0" y="172637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2" name="任意多边形: 形状 391"/>
              <p:cNvSpPr/>
              <p:nvPr/>
            </p:nvSpPr>
            <p:spPr>
              <a:xfrm>
                <a:off x="4218447" y="5656783"/>
                <a:ext cx="153732" cy="214008"/>
              </a:xfrm>
              <a:custGeom>
                <a:avLst/>
                <a:gdLst>
                  <a:gd name="connsiteX0" fmla="*/ 0 w 57038"/>
                  <a:gd name="connsiteY0" fmla="*/ 0 h 79402"/>
                  <a:gd name="connsiteX1" fmla="*/ 57039 w 57038"/>
                  <a:gd name="connsiteY1" fmla="*/ 0 h 79402"/>
                  <a:gd name="connsiteX2" fmla="*/ 57039 w 57038"/>
                  <a:gd name="connsiteY2" fmla="*/ 79403 h 79402"/>
                  <a:gd name="connsiteX3" fmla="*/ 0 w 57038"/>
                  <a:gd name="connsiteY3" fmla="*/ 79403 h 79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79402">
                    <a:moveTo>
                      <a:pt x="0" y="0"/>
                    </a:moveTo>
                    <a:lnTo>
                      <a:pt x="57039" y="0"/>
                    </a:lnTo>
                    <a:lnTo>
                      <a:pt x="57039" y="79403"/>
                    </a:lnTo>
                    <a:lnTo>
                      <a:pt x="0" y="79403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3" name="任意多边形: 形状 392"/>
              <p:cNvSpPr/>
              <p:nvPr/>
            </p:nvSpPr>
            <p:spPr>
              <a:xfrm>
                <a:off x="7977548" y="3514060"/>
                <a:ext cx="153732" cy="2356731"/>
              </a:xfrm>
              <a:custGeom>
                <a:avLst/>
                <a:gdLst>
                  <a:gd name="connsiteX0" fmla="*/ 0 w 57038"/>
                  <a:gd name="connsiteY0" fmla="*/ 0 h 874401"/>
                  <a:gd name="connsiteX1" fmla="*/ 57038 w 57038"/>
                  <a:gd name="connsiteY1" fmla="*/ 0 h 874401"/>
                  <a:gd name="connsiteX2" fmla="*/ 57038 w 57038"/>
                  <a:gd name="connsiteY2" fmla="*/ 874402 h 874401"/>
                  <a:gd name="connsiteX3" fmla="*/ 0 w 57038"/>
                  <a:gd name="connsiteY3" fmla="*/ 874402 h 874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874401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874402"/>
                    </a:lnTo>
                    <a:lnTo>
                      <a:pt x="0" y="874402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4" name="任意多边形: 形状 393"/>
              <p:cNvSpPr/>
              <p:nvPr/>
            </p:nvSpPr>
            <p:spPr>
              <a:xfrm>
                <a:off x="7977548" y="3602839"/>
                <a:ext cx="153732" cy="465298"/>
              </a:xfrm>
              <a:custGeom>
                <a:avLst/>
                <a:gdLst>
                  <a:gd name="connsiteX0" fmla="*/ 0 w 57038"/>
                  <a:gd name="connsiteY0" fmla="*/ 0 h 172636"/>
                  <a:gd name="connsiteX1" fmla="*/ 57038 w 57038"/>
                  <a:gd name="connsiteY1" fmla="*/ 0 h 172636"/>
                  <a:gd name="connsiteX2" fmla="*/ 57038 w 57038"/>
                  <a:gd name="connsiteY2" fmla="*/ 172637 h 172636"/>
                  <a:gd name="connsiteX3" fmla="*/ 0 w 57038"/>
                  <a:gd name="connsiteY3" fmla="*/ 172637 h 17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172636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172637"/>
                    </a:lnTo>
                    <a:lnTo>
                      <a:pt x="0" y="172637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5" name="任意多边形: 形状 394"/>
              <p:cNvSpPr/>
              <p:nvPr/>
            </p:nvSpPr>
            <p:spPr>
              <a:xfrm>
                <a:off x="7977548" y="5656783"/>
                <a:ext cx="153732" cy="214008"/>
              </a:xfrm>
              <a:custGeom>
                <a:avLst/>
                <a:gdLst>
                  <a:gd name="connsiteX0" fmla="*/ 0 w 57038"/>
                  <a:gd name="connsiteY0" fmla="*/ 0 h 79402"/>
                  <a:gd name="connsiteX1" fmla="*/ 57038 w 57038"/>
                  <a:gd name="connsiteY1" fmla="*/ 0 h 79402"/>
                  <a:gd name="connsiteX2" fmla="*/ 57038 w 57038"/>
                  <a:gd name="connsiteY2" fmla="*/ 79403 h 79402"/>
                  <a:gd name="connsiteX3" fmla="*/ 0 w 57038"/>
                  <a:gd name="connsiteY3" fmla="*/ 79403 h 79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038" h="79402">
                    <a:moveTo>
                      <a:pt x="0" y="0"/>
                    </a:moveTo>
                    <a:lnTo>
                      <a:pt x="57038" y="0"/>
                    </a:lnTo>
                    <a:lnTo>
                      <a:pt x="57038" y="79403"/>
                    </a:lnTo>
                    <a:lnTo>
                      <a:pt x="0" y="79403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6" name="任意多边形: 形状 395"/>
              <p:cNvSpPr/>
              <p:nvPr/>
            </p:nvSpPr>
            <p:spPr>
              <a:xfrm>
                <a:off x="4826911" y="3429761"/>
                <a:ext cx="3575886" cy="162313"/>
              </a:xfrm>
              <a:custGeom>
                <a:avLst/>
                <a:gdLst>
                  <a:gd name="connsiteX0" fmla="*/ 0 w 2274485"/>
                  <a:gd name="connsiteY0" fmla="*/ 0 h 56682"/>
                  <a:gd name="connsiteX1" fmla="*/ 2274485 w 2274485"/>
                  <a:gd name="connsiteY1" fmla="*/ 0 h 56682"/>
                  <a:gd name="connsiteX2" fmla="*/ 2274485 w 2274485"/>
                  <a:gd name="connsiteY2" fmla="*/ 56682 h 56682"/>
                  <a:gd name="connsiteX3" fmla="*/ -1 w 2274485"/>
                  <a:gd name="connsiteY3" fmla="*/ 56682 h 56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4485" h="56682">
                    <a:moveTo>
                      <a:pt x="0" y="0"/>
                    </a:moveTo>
                    <a:lnTo>
                      <a:pt x="2274485" y="0"/>
                    </a:lnTo>
                    <a:lnTo>
                      <a:pt x="2274485" y="56682"/>
                    </a:lnTo>
                    <a:lnTo>
                      <a:pt x="-1" y="56682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7" name="任意多边形: 形状 396"/>
              <p:cNvSpPr/>
              <p:nvPr/>
            </p:nvSpPr>
            <p:spPr>
              <a:xfrm>
                <a:off x="6381347" y="2683451"/>
                <a:ext cx="317393" cy="738305"/>
              </a:xfrm>
              <a:custGeom>
                <a:avLst/>
                <a:gdLst>
                  <a:gd name="connsiteX0" fmla="*/ 42085 w 117760"/>
                  <a:gd name="connsiteY0" fmla="*/ 273630 h 273928"/>
                  <a:gd name="connsiteX1" fmla="*/ 21029 w 117760"/>
                  <a:gd name="connsiteY1" fmla="*/ 273630 h 273928"/>
                  <a:gd name="connsiteX2" fmla="*/ 17464 w 117760"/>
                  <a:gd name="connsiteY2" fmla="*/ 270065 h 273928"/>
                  <a:gd name="connsiteX3" fmla="*/ 21029 w 117760"/>
                  <a:gd name="connsiteY3" fmla="*/ 266500 h 273928"/>
                  <a:gd name="connsiteX4" fmla="*/ 42085 w 117760"/>
                  <a:gd name="connsiteY4" fmla="*/ 266500 h 273928"/>
                  <a:gd name="connsiteX5" fmla="*/ 110199 w 117760"/>
                  <a:gd name="connsiteY5" fmla="*/ 198387 h 273928"/>
                  <a:gd name="connsiteX6" fmla="*/ 96272 w 117760"/>
                  <a:gd name="connsiteY6" fmla="*/ 150617 h 273928"/>
                  <a:gd name="connsiteX7" fmla="*/ 77497 w 117760"/>
                  <a:gd name="connsiteY7" fmla="*/ 121123 h 273928"/>
                  <a:gd name="connsiteX8" fmla="*/ 77497 w 117760"/>
                  <a:gd name="connsiteY8" fmla="*/ 117416 h 273928"/>
                  <a:gd name="connsiteX9" fmla="*/ 56558 w 117760"/>
                  <a:gd name="connsiteY9" fmla="*/ 36041 h 273928"/>
                  <a:gd name="connsiteX10" fmla="*/ 54372 w 117760"/>
                  <a:gd name="connsiteY10" fmla="*/ 34805 h 273928"/>
                  <a:gd name="connsiteX11" fmla="*/ 1635 w 117760"/>
                  <a:gd name="connsiteY11" fmla="*/ 6475 h 273928"/>
                  <a:gd name="connsiteX12" fmla="*/ -4 w 117760"/>
                  <a:gd name="connsiteY12" fmla="*/ 1698 h 273928"/>
                  <a:gd name="connsiteX13" fmla="*/ 4772 w 117760"/>
                  <a:gd name="connsiteY13" fmla="*/ 59 h 273928"/>
                  <a:gd name="connsiteX14" fmla="*/ 5010 w 117760"/>
                  <a:gd name="connsiteY14" fmla="*/ 201 h 273928"/>
                  <a:gd name="connsiteX15" fmla="*/ 57747 w 117760"/>
                  <a:gd name="connsiteY15" fmla="*/ 28530 h 273928"/>
                  <a:gd name="connsiteX16" fmla="*/ 84983 w 117760"/>
                  <a:gd name="connsiteY16" fmla="*/ 118604 h 273928"/>
                  <a:gd name="connsiteX17" fmla="*/ 84722 w 117760"/>
                  <a:gd name="connsiteY17" fmla="*/ 119103 h 273928"/>
                  <a:gd name="connsiteX18" fmla="*/ 102356 w 117760"/>
                  <a:gd name="connsiteY18" fmla="*/ 146790 h 273928"/>
                  <a:gd name="connsiteX19" fmla="*/ 117400 w 117760"/>
                  <a:gd name="connsiteY19" fmla="*/ 198387 h 273928"/>
                  <a:gd name="connsiteX20" fmla="*/ 42085 w 117760"/>
                  <a:gd name="connsiteY20" fmla="*/ 273630 h 27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760" h="273928">
                    <a:moveTo>
                      <a:pt x="42085" y="273630"/>
                    </a:moveTo>
                    <a:lnTo>
                      <a:pt x="21029" y="273630"/>
                    </a:lnTo>
                    <a:cubicBezTo>
                      <a:pt x="19056" y="273630"/>
                      <a:pt x="17464" y="272038"/>
                      <a:pt x="17464" y="270065"/>
                    </a:cubicBezTo>
                    <a:cubicBezTo>
                      <a:pt x="17464" y="268092"/>
                      <a:pt x="19056" y="266500"/>
                      <a:pt x="21029" y="266500"/>
                    </a:cubicBezTo>
                    <a:lnTo>
                      <a:pt x="42085" y="266500"/>
                    </a:lnTo>
                    <a:cubicBezTo>
                      <a:pt x="79683" y="266453"/>
                      <a:pt x="110152" y="235984"/>
                      <a:pt x="110199" y="198387"/>
                    </a:cubicBezTo>
                    <a:cubicBezTo>
                      <a:pt x="110222" y="181465"/>
                      <a:pt x="105374" y="164876"/>
                      <a:pt x="96272" y="150617"/>
                    </a:cubicBezTo>
                    <a:lnTo>
                      <a:pt x="77497" y="121123"/>
                    </a:lnTo>
                    <a:cubicBezTo>
                      <a:pt x="76784" y="119982"/>
                      <a:pt x="76784" y="118556"/>
                      <a:pt x="77497" y="117416"/>
                    </a:cubicBezTo>
                    <a:cubicBezTo>
                      <a:pt x="94180" y="89158"/>
                      <a:pt x="84817" y="52724"/>
                      <a:pt x="56558" y="36041"/>
                    </a:cubicBezTo>
                    <a:cubicBezTo>
                      <a:pt x="55846" y="35613"/>
                      <a:pt x="55109" y="35209"/>
                      <a:pt x="54372" y="34805"/>
                    </a:cubicBezTo>
                    <a:lnTo>
                      <a:pt x="1635" y="6475"/>
                    </a:lnTo>
                    <a:cubicBezTo>
                      <a:pt x="-124" y="5620"/>
                      <a:pt x="-860" y="3481"/>
                      <a:pt x="-4" y="1698"/>
                    </a:cubicBezTo>
                    <a:cubicBezTo>
                      <a:pt x="851" y="-60"/>
                      <a:pt x="2990" y="-797"/>
                      <a:pt x="4772" y="59"/>
                    </a:cubicBezTo>
                    <a:cubicBezTo>
                      <a:pt x="4844" y="106"/>
                      <a:pt x="4939" y="154"/>
                      <a:pt x="5010" y="201"/>
                    </a:cubicBezTo>
                    <a:lnTo>
                      <a:pt x="57747" y="28530"/>
                    </a:lnTo>
                    <a:cubicBezTo>
                      <a:pt x="90140" y="45879"/>
                      <a:pt x="102333" y="86211"/>
                      <a:pt x="84983" y="118604"/>
                    </a:cubicBezTo>
                    <a:cubicBezTo>
                      <a:pt x="84887" y="118770"/>
                      <a:pt x="84817" y="118936"/>
                      <a:pt x="84722" y="119103"/>
                    </a:cubicBezTo>
                    <a:lnTo>
                      <a:pt x="102356" y="146790"/>
                    </a:lnTo>
                    <a:cubicBezTo>
                      <a:pt x="112195" y="162215"/>
                      <a:pt x="117400" y="180111"/>
                      <a:pt x="117400" y="198387"/>
                    </a:cubicBezTo>
                    <a:cubicBezTo>
                      <a:pt x="117352" y="239953"/>
                      <a:pt x="83652" y="273630"/>
                      <a:pt x="42085" y="273630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8" name="任意多边形: 形状 397"/>
              <p:cNvSpPr/>
              <p:nvPr/>
            </p:nvSpPr>
            <p:spPr>
              <a:xfrm>
                <a:off x="5957683" y="3294926"/>
                <a:ext cx="518850" cy="156934"/>
              </a:xfrm>
              <a:custGeom>
                <a:avLst/>
                <a:gdLst>
                  <a:gd name="connsiteX0" fmla="*/ 0 w 192505"/>
                  <a:gd name="connsiteY0" fmla="*/ 0 h 58226"/>
                  <a:gd name="connsiteX1" fmla="*/ 152459 w 192505"/>
                  <a:gd name="connsiteY1" fmla="*/ 0 h 58226"/>
                  <a:gd name="connsiteX2" fmla="*/ 192505 w 192505"/>
                  <a:gd name="connsiteY2" fmla="*/ 40046 h 58226"/>
                  <a:gd name="connsiteX3" fmla="*/ 192505 w 192505"/>
                  <a:gd name="connsiteY3" fmla="*/ 58227 h 58226"/>
                  <a:gd name="connsiteX4" fmla="*/ 192505 w 192505"/>
                  <a:gd name="connsiteY4" fmla="*/ 58227 h 58226"/>
                  <a:gd name="connsiteX5" fmla="*/ 0 w 192505"/>
                  <a:gd name="connsiteY5" fmla="*/ 58227 h 58226"/>
                  <a:gd name="connsiteX6" fmla="*/ 0 w 192505"/>
                  <a:gd name="connsiteY6" fmla="*/ 58227 h 58226"/>
                  <a:gd name="connsiteX7" fmla="*/ 0 w 192505"/>
                  <a:gd name="connsiteY7" fmla="*/ 0 h 58226"/>
                  <a:gd name="connsiteX8" fmla="*/ 0 w 192505"/>
                  <a:gd name="connsiteY8" fmla="*/ 0 h 58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2505" h="58226">
                    <a:moveTo>
                      <a:pt x="0" y="0"/>
                    </a:moveTo>
                    <a:lnTo>
                      <a:pt x="152459" y="0"/>
                    </a:lnTo>
                    <a:cubicBezTo>
                      <a:pt x="174586" y="0"/>
                      <a:pt x="192505" y="17929"/>
                      <a:pt x="192505" y="40046"/>
                    </a:cubicBezTo>
                    <a:lnTo>
                      <a:pt x="192505" y="58227"/>
                    </a:lnTo>
                    <a:lnTo>
                      <a:pt x="192505" y="58227"/>
                    </a:lnTo>
                    <a:lnTo>
                      <a:pt x="0" y="58227"/>
                    </a:lnTo>
                    <a:lnTo>
                      <a:pt x="0" y="5822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9" name="任意多边形: 形状 398"/>
              <p:cNvSpPr/>
              <p:nvPr/>
            </p:nvSpPr>
            <p:spPr>
              <a:xfrm>
                <a:off x="5980231" y="1882883"/>
                <a:ext cx="458770" cy="1547005"/>
              </a:xfrm>
              <a:custGeom>
                <a:avLst/>
                <a:gdLst>
                  <a:gd name="connsiteX0" fmla="*/ 144493 w 170214"/>
                  <a:gd name="connsiteY0" fmla="*/ -298 h 573974"/>
                  <a:gd name="connsiteX1" fmla="*/ 160250 w 170214"/>
                  <a:gd name="connsiteY1" fmla="*/ -298 h 573974"/>
                  <a:gd name="connsiteX2" fmla="*/ 168117 w 170214"/>
                  <a:gd name="connsiteY2" fmla="*/ 7569 h 573974"/>
                  <a:gd name="connsiteX3" fmla="*/ 169852 w 170214"/>
                  <a:gd name="connsiteY3" fmla="*/ 279595 h 573974"/>
                  <a:gd name="connsiteX4" fmla="*/ 165882 w 170214"/>
                  <a:gd name="connsiteY4" fmla="*/ 300367 h 573974"/>
                  <a:gd name="connsiteX5" fmla="*/ 55228 w 170214"/>
                  <a:gd name="connsiteY5" fmla="*/ 573677 h 573974"/>
                  <a:gd name="connsiteX6" fmla="*/ -361 w 170214"/>
                  <a:gd name="connsiteY6" fmla="*/ 573677 h 573974"/>
                  <a:gd name="connsiteX7" fmla="*/ 64853 w 170214"/>
                  <a:gd name="connsiteY7" fmla="*/ 134741 h 573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214" h="573974">
                    <a:moveTo>
                      <a:pt x="144493" y="-298"/>
                    </a:moveTo>
                    <a:lnTo>
                      <a:pt x="160250" y="-298"/>
                    </a:lnTo>
                    <a:cubicBezTo>
                      <a:pt x="164600" y="-298"/>
                      <a:pt x="168117" y="3219"/>
                      <a:pt x="168117" y="7569"/>
                    </a:cubicBezTo>
                    <a:lnTo>
                      <a:pt x="169852" y="279595"/>
                    </a:lnTo>
                    <a:cubicBezTo>
                      <a:pt x="169899" y="286701"/>
                      <a:pt x="168544" y="293760"/>
                      <a:pt x="165882" y="300367"/>
                    </a:cubicBezTo>
                    <a:lnTo>
                      <a:pt x="55228" y="573677"/>
                    </a:lnTo>
                    <a:lnTo>
                      <a:pt x="-361" y="573677"/>
                    </a:lnTo>
                    <a:lnTo>
                      <a:pt x="64853" y="134741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0" name="任意多边形: 形状 399"/>
              <p:cNvSpPr/>
              <p:nvPr/>
            </p:nvSpPr>
            <p:spPr>
              <a:xfrm>
                <a:off x="5102350" y="2610555"/>
                <a:ext cx="1268300" cy="734332"/>
              </a:xfrm>
              <a:custGeom>
                <a:avLst/>
                <a:gdLst>
                  <a:gd name="connsiteX0" fmla="*/ 358250 w 470568"/>
                  <a:gd name="connsiteY0" fmla="*/ 272454 h 272454"/>
                  <a:gd name="connsiteX1" fmla="*/ 0 w 470568"/>
                  <a:gd name="connsiteY1" fmla="*/ 272454 h 272454"/>
                  <a:gd name="connsiteX2" fmla="*/ 154622 w 470568"/>
                  <a:gd name="connsiteY2" fmla="*/ 0 h 272454"/>
                  <a:gd name="connsiteX3" fmla="*/ 470568 w 470568"/>
                  <a:gd name="connsiteY3" fmla="*/ 0 h 272454"/>
                  <a:gd name="connsiteX4" fmla="*/ 358250 w 470568"/>
                  <a:gd name="connsiteY4" fmla="*/ 272454 h 272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0568" h="272454">
                    <a:moveTo>
                      <a:pt x="358250" y="272454"/>
                    </a:moveTo>
                    <a:lnTo>
                      <a:pt x="0" y="272454"/>
                    </a:lnTo>
                    <a:lnTo>
                      <a:pt x="154622" y="0"/>
                    </a:lnTo>
                    <a:lnTo>
                      <a:pt x="470568" y="0"/>
                    </a:lnTo>
                    <a:lnTo>
                      <a:pt x="358250" y="272454"/>
                    </a:ln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1" name="任意多边形: 形状 400"/>
              <p:cNvSpPr/>
              <p:nvPr/>
            </p:nvSpPr>
            <p:spPr>
              <a:xfrm>
                <a:off x="5441006" y="3074637"/>
                <a:ext cx="426847" cy="247831"/>
              </a:xfrm>
              <a:custGeom>
                <a:avLst/>
                <a:gdLst>
                  <a:gd name="connsiteX0" fmla="*/ 106992 w 158370"/>
                  <a:gd name="connsiteY0" fmla="*/ 91653 h 91951"/>
                  <a:gd name="connsiteX1" fmla="*/ 7389 w 158370"/>
                  <a:gd name="connsiteY1" fmla="*/ 91653 h 91951"/>
                  <a:gd name="connsiteX2" fmla="*/ 1613 w 158370"/>
                  <a:gd name="connsiteY2" fmla="*/ 77108 h 91951"/>
                  <a:gd name="connsiteX3" fmla="*/ 34624 w 158370"/>
                  <a:gd name="connsiteY3" fmla="*/ 13296 h 91951"/>
                  <a:gd name="connsiteX4" fmla="*/ 54422 w 158370"/>
                  <a:gd name="connsiteY4" fmla="*/ -298 h 91951"/>
                  <a:gd name="connsiteX5" fmla="*/ 150033 w 158370"/>
                  <a:gd name="connsiteY5" fmla="*/ -298 h 91951"/>
                  <a:gd name="connsiteX6" fmla="*/ 156521 w 158370"/>
                  <a:gd name="connsiteY6" fmla="*/ 13296 h 91951"/>
                  <a:gd name="connsiteX7" fmla="*/ 127027 w 158370"/>
                  <a:gd name="connsiteY7" fmla="*/ 77108 h 91951"/>
                  <a:gd name="connsiteX8" fmla="*/ 106992 w 158370"/>
                  <a:gd name="connsiteY8" fmla="*/ 91653 h 91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8370" h="91951">
                    <a:moveTo>
                      <a:pt x="106992" y="91653"/>
                    </a:moveTo>
                    <a:lnTo>
                      <a:pt x="7389" y="91653"/>
                    </a:lnTo>
                    <a:cubicBezTo>
                      <a:pt x="44" y="91653"/>
                      <a:pt x="-2522" y="85117"/>
                      <a:pt x="1613" y="77108"/>
                    </a:cubicBezTo>
                    <a:lnTo>
                      <a:pt x="34624" y="13296"/>
                    </a:lnTo>
                    <a:cubicBezTo>
                      <a:pt x="38522" y="5786"/>
                      <a:pt x="47363" y="-298"/>
                      <a:pt x="54422" y="-298"/>
                    </a:cubicBezTo>
                    <a:lnTo>
                      <a:pt x="150033" y="-298"/>
                    </a:lnTo>
                    <a:cubicBezTo>
                      <a:pt x="157163" y="-298"/>
                      <a:pt x="160014" y="5786"/>
                      <a:pt x="156521" y="13296"/>
                    </a:cubicBezTo>
                    <a:lnTo>
                      <a:pt x="127027" y="77108"/>
                    </a:lnTo>
                    <a:cubicBezTo>
                      <a:pt x="123319" y="85117"/>
                      <a:pt x="114336" y="91653"/>
                      <a:pt x="106992" y="9165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2" name="任意多边形: 形状 401"/>
              <p:cNvSpPr/>
              <p:nvPr/>
            </p:nvSpPr>
            <p:spPr>
              <a:xfrm>
                <a:off x="5511425" y="2646235"/>
                <a:ext cx="118335" cy="67705"/>
              </a:xfrm>
              <a:custGeom>
                <a:avLst/>
                <a:gdLst>
                  <a:gd name="connsiteX0" fmla="*/ 25871 w 43905"/>
                  <a:gd name="connsiteY0" fmla="*/ 24823 h 25120"/>
                  <a:gd name="connsiteX1" fmla="*/ 3602 w 43905"/>
                  <a:gd name="connsiteY1" fmla="*/ 24823 h 25120"/>
                  <a:gd name="connsiteX2" fmla="*/ 607 w 43905"/>
                  <a:gd name="connsiteY2" fmla="*/ 18144 h 25120"/>
                  <a:gd name="connsiteX3" fmla="*/ 7215 w 43905"/>
                  <a:gd name="connsiteY3" fmla="*/ 6261 h 25120"/>
                  <a:gd name="connsiteX4" fmla="*/ 17576 w 43905"/>
                  <a:gd name="connsiteY4" fmla="*/ -298 h 25120"/>
                  <a:gd name="connsiteX5" fmla="*/ 39537 w 43905"/>
                  <a:gd name="connsiteY5" fmla="*/ -298 h 25120"/>
                  <a:gd name="connsiteX6" fmla="*/ 42650 w 43905"/>
                  <a:gd name="connsiteY6" fmla="*/ 6261 h 25120"/>
                  <a:gd name="connsiteX7" fmla="*/ 36233 w 43905"/>
                  <a:gd name="connsiteY7" fmla="*/ 18144 h 25120"/>
                  <a:gd name="connsiteX8" fmla="*/ 25871 w 43905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905" h="25120">
                    <a:moveTo>
                      <a:pt x="25871" y="24823"/>
                    </a:moveTo>
                    <a:lnTo>
                      <a:pt x="3602" y="24823"/>
                    </a:lnTo>
                    <a:cubicBezTo>
                      <a:pt x="-105" y="24823"/>
                      <a:pt x="-1460" y="21828"/>
                      <a:pt x="607" y="18144"/>
                    </a:cubicBezTo>
                    <a:lnTo>
                      <a:pt x="7215" y="6261"/>
                    </a:lnTo>
                    <a:cubicBezTo>
                      <a:pt x="9401" y="2530"/>
                      <a:pt x="13275" y="82"/>
                      <a:pt x="17576" y="-298"/>
                    </a:cubicBezTo>
                    <a:lnTo>
                      <a:pt x="39537" y="-298"/>
                    </a:lnTo>
                    <a:cubicBezTo>
                      <a:pt x="43220" y="-298"/>
                      <a:pt x="44622" y="2625"/>
                      <a:pt x="42650" y="6261"/>
                    </a:cubicBezTo>
                    <a:lnTo>
                      <a:pt x="36233" y="18144"/>
                    </a:lnTo>
                    <a:cubicBezTo>
                      <a:pt x="34070" y="21923"/>
                      <a:pt x="30221" y="24419"/>
                      <a:pt x="25871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3" name="任意多边形: 形状 402"/>
              <p:cNvSpPr/>
              <p:nvPr/>
            </p:nvSpPr>
            <p:spPr>
              <a:xfrm>
                <a:off x="5625539" y="2646235"/>
                <a:ext cx="117335" cy="67705"/>
              </a:xfrm>
              <a:custGeom>
                <a:avLst/>
                <a:gdLst>
                  <a:gd name="connsiteX0" fmla="*/ 25930 w 43534"/>
                  <a:gd name="connsiteY0" fmla="*/ 24823 h 25120"/>
                  <a:gd name="connsiteX1" fmla="*/ 3685 w 43534"/>
                  <a:gd name="connsiteY1" fmla="*/ 24823 h 25120"/>
                  <a:gd name="connsiteX2" fmla="*/ 547 w 43534"/>
                  <a:gd name="connsiteY2" fmla="*/ 18144 h 25120"/>
                  <a:gd name="connsiteX3" fmla="*/ 6917 w 43534"/>
                  <a:gd name="connsiteY3" fmla="*/ 6261 h 25120"/>
                  <a:gd name="connsiteX4" fmla="*/ 17113 w 43534"/>
                  <a:gd name="connsiteY4" fmla="*/ -298 h 25120"/>
                  <a:gd name="connsiteX5" fmla="*/ 39097 w 43534"/>
                  <a:gd name="connsiteY5" fmla="*/ -298 h 25120"/>
                  <a:gd name="connsiteX6" fmla="*/ 42353 w 43534"/>
                  <a:gd name="connsiteY6" fmla="*/ 6261 h 25120"/>
                  <a:gd name="connsiteX7" fmla="*/ 36173 w 43534"/>
                  <a:gd name="connsiteY7" fmla="*/ 18144 h 25120"/>
                  <a:gd name="connsiteX8" fmla="*/ 25930 w 43534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534" h="25120">
                    <a:moveTo>
                      <a:pt x="25930" y="24823"/>
                    </a:moveTo>
                    <a:lnTo>
                      <a:pt x="3685" y="24823"/>
                    </a:lnTo>
                    <a:cubicBezTo>
                      <a:pt x="-47" y="24823"/>
                      <a:pt x="-1449" y="21828"/>
                      <a:pt x="547" y="18144"/>
                    </a:cubicBezTo>
                    <a:lnTo>
                      <a:pt x="6917" y="6261"/>
                    </a:lnTo>
                    <a:cubicBezTo>
                      <a:pt x="9033" y="2530"/>
                      <a:pt x="12835" y="82"/>
                      <a:pt x="17113" y="-298"/>
                    </a:cubicBezTo>
                    <a:lnTo>
                      <a:pt x="39097" y="-298"/>
                    </a:lnTo>
                    <a:cubicBezTo>
                      <a:pt x="42780" y="-298"/>
                      <a:pt x="44230" y="2625"/>
                      <a:pt x="42353" y="6261"/>
                    </a:cubicBezTo>
                    <a:lnTo>
                      <a:pt x="36173" y="18144"/>
                    </a:lnTo>
                    <a:cubicBezTo>
                      <a:pt x="34082" y="21947"/>
                      <a:pt x="30232" y="24443"/>
                      <a:pt x="25930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4" name="任意多边形: 形状 403"/>
              <p:cNvSpPr/>
              <p:nvPr/>
            </p:nvSpPr>
            <p:spPr>
              <a:xfrm>
                <a:off x="5739117" y="2646235"/>
                <a:ext cx="116373" cy="67705"/>
              </a:xfrm>
              <a:custGeom>
                <a:avLst/>
                <a:gdLst>
                  <a:gd name="connsiteX0" fmla="*/ 25998 w 43177"/>
                  <a:gd name="connsiteY0" fmla="*/ 24823 h 25120"/>
                  <a:gd name="connsiteX1" fmla="*/ 3753 w 43177"/>
                  <a:gd name="connsiteY1" fmla="*/ 24823 h 25120"/>
                  <a:gd name="connsiteX2" fmla="*/ 474 w 43177"/>
                  <a:gd name="connsiteY2" fmla="*/ 18144 h 25120"/>
                  <a:gd name="connsiteX3" fmla="*/ 6606 w 43177"/>
                  <a:gd name="connsiteY3" fmla="*/ 6261 h 25120"/>
                  <a:gd name="connsiteX4" fmla="*/ 16682 w 43177"/>
                  <a:gd name="connsiteY4" fmla="*/ -298 h 25120"/>
                  <a:gd name="connsiteX5" fmla="*/ 38666 w 43177"/>
                  <a:gd name="connsiteY5" fmla="*/ -298 h 25120"/>
                  <a:gd name="connsiteX6" fmla="*/ 42040 w 43177"/>
                  <a:gd name="connsiteY6" fmla="*/ 6261 h 25120"/>
                  <a:gd name="connsiteX7" fmla="*/ 36099 w 43177"/>
                  <a:gd name="connsiteY7" fmla="*/ 18144 h 25120"/>
                  <a:gd name="connsiteX8" fmla="*/ 25998 w 43177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177" h="25120">
                    <a:moveTo>
                      <a:pt x="25998" y="24823"/>
                    </a:moveTo>
                    <a:lnTo>
                      <a:pt x="3753" y="24823"/>
                    </a:lnTo>
                    <a:cubicBezTo>
                      <a:pt x="23" y="24823"/>
                      <a:pt x="-1427" y="21828"/>
                      <a:pt x="474" y="18144"/>
                    </a:cubicBezTo>
                    <a:lnTo>
                      <a:pt x="6606" y="6261"/>
                    </a:lnTo>
                    <a:cubicBezTo>
                      <a:pt x="8649" y="2530"/>
                      <a:pt x="12428" y="59"/>
                      <a:pt x="16682" y="-298"/>
                    </a:cubicBezTo>
                    <a:lnTo>
                      <a:pt x="38666" y="-298"/>
                    </a:lnTo>
                    <a:cubicBezTo>
                      <a:pt x="42350" y="-298"/>
                      <a:pt x="43870" y="2625"/>
                      <a:pt x="42040" y="6261"/>
                    </a:cubicBezTo>
                    <a:lnTo>
                      <a:pt x="36099" y="18144"/>
                    </a:lnTo>
                    <a:cubicBezTo>
                      <a:pt x="34080" y="21947"/>
                      <a:pt x="30277" y="24466"/>
                      <a:pt x="25998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5" name="任意多边形: 形状 404"/>
              <p:cNvSpPr/>
              <p:nvPr/>
            </p:nvSpPr>
            <p:spPr>
              <a:xfrm>
                <a:off x="5852978" y="2646235"/>
                <a:ext cx="115384" cy="67705"/>
              </a:xfrm>
              <a:custGeom>
                <a:avLst/>
                <a:gdLst>
                  <a:gd name="connsiteX0" fmla="*/ 26080 w 42810"/>
                  <a:gd name="connsiteY0" fmla="*/ 24823 h 25120"/>
                  <a:gd name="connsiteX1" fmla="*/ 3836 w 42810"/>
                  <a:gd name="connsiteY1" fmla="*/ 24823 h 25120"/>
                  <a:gd name="connsiteX2" fmla="*/ 413 w 42810"/>
                  <a:gd name="connsiteY2" fmla="*/ 18144 h 25120"/>
                  <a:gd name="connsiteX3" fmla="*/ 6307 w 42810"/>
                  <a:gd name="connsiteY3" fmla="*/ 6261 h 25120"/>
                  <a:gd name="connsiteX4" fmla="*/ 16242 w 42810"/>
                  <a:gd name="connsiteY4" fmla="*/ -298 h 25120"/>
                  <a:gd name="connsiteX5" fmla="*/ 38226 w 42810"/>
                  <a:gd name="connsiteY5" fmla="*/ -298 h 25120"/>
                  <a:gd name="connsiteX6" fmla="*/ 41743 w 42810"/>
                  <a:gd name="connsiteY6" fmla="*/ 6261 h 25120"/>
                  <a:gd name="connsiteX7" fmla="*/ 36038 w 42810"/>
                  <a:gd name="connsiteY7" fmla="*/ 18144 h 25120"/>
                  <a:gd name="connsiteX8" fmla="*/ 26080 w 42810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10" h="25120">
                    <a:moveTo>
                      <a:pt x="26080" y="24823"/>
                    </a:moveTo>
                    <a:lnTo>
                      <a:pt x="3836" y="24823"/>
                    </a:lnTo>
                    <a:cubicBezTo>
                      <a:pt x="105" y="24823"/>
                      <a:pt x="-1417" y="21828"/>
                      <a:pt x="413" y="18144"/>
                    </a:cubicBezTo>
                    <a:lnTo>
                      <a:pt x="6307" y="6261"/>
                    </a:lnTo>
                    <a:cubicBezTo>
                      <a:pt x="8280" y="2530"/>
                      <a:pt x="12035" y="35"/>
                      <a:pt x="16242" y="-298"/>
                    </a:cubicBezTo>
                    <a:lnTo>
                      <a:pt x="38226" y="-298"/>
                    </a:lnTo>
                    <a:cubicBezTo>
                      <a:pt x="41909" y="-298"/>
                      <a:pt x="43478" y="2625"/>
                      <a:pt x="41743" y="6261"/>
                    </a:cubicBezTo>
                    <a:lnTo>
                      <a:pt x="36038" y="18144"/>
                    </a:lnTo>
                    <a:cubicBezTo>
                      <a:pt x="34090" y="21947"/>
                      <a:pt x="30335" y="24466"/>
                      <a:pt x="26080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6" name="任意多边形: 形状 405"/>
              <p:cNvSpPr/>
              <p:nvPr/>
            </p:nvSpPr>
            <p:spPr>
              <a:xfrm>
                <a:off x="5966731" y="2646235"/>
                <a:ext cx="114422" cy="67705"/>
              </a:xfrm>
              <a:custGeom>
                <a:avLst/>
                <a:gdLst>
                  <a:gd name="connsiteX0" fmla="*/ 26180 w 42453"/>
                  <a:gd name="connsiteY0" fmla="*/ 24823 h 25120"/>
                  <a:gd name="connsiteX1" fmla="*/ 3911 w 42453"/>
                  <a:gd name="connsiteY1" fmla="*/ 24823 h 25120"/>
                  <a:gd name="connsiteX2" fmla="*/ 369 w 42453"/>
                  <a:gd name="connsiteY2" fmla="*/ 18144 h 25120"/>
                  <a:gd name="connsiteX3" fmla="*/ 6002 w 42453"/>
                  <a:gd name="connsiteY3" fmla="*/ 6261 h 25120"/>
                  <a:gd name="connsiteX4" fmla="*/ 15817 w 42453"/>
                  <a:gd name="connsiteY4" fmla="*/ -298 h 25120"/>
                  <a:gd name="connsiteX5" fmla="*/ 37801 w 42453"/>
                  <a:gd name="connsiteY5" fmla="*/ -298 h 25120"/>
                  <a:gd name="connsiteX6" fmla="*/ 41438 w 42453"/>
                  <a:gd name="connsiteY6" fmla="*/ 6261 h 25120"/>
                  <a:gd name="connsiteX7" fmla="*/ 35995 w 42453"/>
                  <a:gd name="connsiteY7" fmla="*/ 18144 h 25120"/>
                  <a:gd name="connsiteX8" fmla="*/ 26180 w 42453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453" h="25120">
                    <a:moveTo>
                      <a:pt x="26180" y="24823"/>
                    </a:moveTo>
                    <a:lnTo>
                      <a:pt x="3911" y="24823"/>
                    </a:lnTo>
                    <a:cubicBezTo>
                      <a:pt x="180" y="24823"/>
                      <a:pt x="-1413" y="21828"/>
                      <a:pt x="369" y="18144"/>
                    </a:cubicBezTo>
                    <a:lnTo>
                      <a:pt x="6002" y="6261"/>
                    </a:lnTo>
                    <a:cubicBezTo>
                      <a:pt x="7904" y="2506"/>
                      <a:pt x="11635" y="35"/>
                      <a:pt x="15817" y="-298"/>
                    </a:cubicBezTo>
                    <a:lnTo>
                      <a:pt x="37801" y="-298"/>
                    </a:lnTo>
                    <a:cubicBezTo>
                      <a:pt x="41485" y="-298"/>
                      <a:pt x="43102" y="2625"/>
                      <a:pt x="41438" y="6261"/>
                    </a:cubicBezTo>
                    <a:lnTo>
                      <a:pt x="35995" y="18144"/>
                    </a:lnTo>
                    <a:cubicBezTo>
                      <a:pt x="34118" y="21947"/>
                      <a:pt x="30387" y="24466"/>
                      <a:pt x="26180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7" name="任意多边形: 形状 406"/>
              <p:cNvSpPr/>
              <p:nvPr/>
            </p:nvSpPr>
            <p:spPr>
              <a:xfrm>
                <a:off x="6080611" y="2646235"/>
                <a:ext cx="113516" cy="67705"/>
              </a:xfrm>
              <a:custGeom>
                <a:avLst/>
                <a:gdLst>
                  <a:gd name="connsiteX0" fmla="*/ 26256 w 42117"/>
                  <a:gd name="connsiteY0" fmla="*/ 24823 h 25120"/>
                  <a:gd name="connsiteX1" fmla="*/ 3987 w 42117"/>
                  <a:gd name="connsiteY1" fmla="*/ 24823 h 25120"/>
                  <a:gd name="connsiteX2" fmla="*/ 302 w 42117"/>
                  <a:gd name="connsiteY2" fmla="*/ 18144 h 25120"/>
                  <a:gd name="connsiteX3" fmla="*/ 5722 w 42117"/>
                  <a:gd name="connsiteY3" fmla="*/ 6261 h 25120"/>
                  <a:gd name="connsiteX4" fmla="*/ 15394 w 42117"/>
                  <a:gd name="connsiteY4" fmla="*/ -298 h 25120"/>
                  <a:gd name="connsiteX5" fmla="*/ 37378 w 42117"/>
                  <a:gd name="connsiteY5" fmla="*/ -298 h 25120"/>
                  <a:gd name="connsiteX6" fmla="*/ 41157 w 42117"/>
                  <a:gd name="connsiteY6" fmla="*/ 6261 h 25120"/>
                  <a:gd name="connsiteX7" fmla="*/ 35928 w 42117"/>
                  <a:gd name="connsiteY7" fmla="*/ 18144 h 25120"/>
                  <a:gd name="connsiteX8" fmla="*/ 26256 w 42117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117" h="25120">
                    <a:moveTo>
                      <a:pt x="26256" y="24823"/>
                    </a:moveTo>
                    <a:lnTo>
                      <a:pt x="3987" y="24823"/>
                    </a:lnTo>
                    <a:cubicBezTo>
                      <a:pt x="256" y="24823"/>
                      <a:pt x="-1385" y="21828"/>
                      <a:pt x="302" y="18144"/>
                    </a:cubicBezTo>
                    <a:lnTo>
                      <a:pt x="5722" y="6261"/>
                    </a:lnTo>
                    <a:cubicBezTo>
                      <a:pt x="7575" y="2530"/>
                      <a:pt x="11235" y="35"/>
                      <a:pt x="15394" y="-298"/>
                    </a:cubicBezTo>
                    <a:lnTo>
                      <a:pt x="37378" y="-298"/>
                    </a:lnTo>
                    <a:cubicBezTo>
                      <a:pt x="41062" y="-298"/>
                      <a:pt x="42749" y="2625"/>
                      <a:pt x="41157" y="6261"/>
                    </a:cubicBezTo>
                    <a:lnTo>
                      <a:pt x="35928" y="18144"/>
                    </a:lnTo>
                    <a:cubicBezTo>
                      <a:pt x="34146" y="21947"/>
                      <a:pt x="30438" y="24490"/>
                      <a:pt x="26256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8" name="任意多边形: 形状 407"/>
              <p:cNvSpPr/>
              <p:nvPr/>
            </p:nvSpPr>
            <p:spPr>
              <a:xfrm>
                <a:off x="6194585" y="2646235"/>
                <a:ext cx="112403" cy="67705"/>
              </a:xfrm>
              <a:custGeom>
                <a:avLst/>
                <a:gdLst>
                  <a:gd name="connsiteX0" fmla="*/ 26319 w 41704"/>
                  <a:gd name="connsiteY0" fmla="*/ 24823 h 25120"/>
                  <a:gd name="connsiteX1" fmla="*/ 4075 w 41704"/>
                  <a:gd name="connsiteY1" fmla="*/ 24823 h 25120"/>
                  <a:gd name="connsiteX2" fmla="*/ 248 w 41704"/>
                  <a:gd name="connsiteY2" fmla="*/ 18144 h 25120"/>
                  <a:gd name="connsiteX3" fmla="*/ 5406 w 41704"/>
                  <a:gd name="connsiteY3" fmla="*/ 6261 h 25120"/>
                  <a:gd name="connsiteX4" fmla="*/ 14912 w 41704"/>
                  <a:gd name="connsiteY4" fmla="*/ -298 h 25120"/>
                  <a:gd name="connsiteX5" fmla="*/ 36896 w 41704"/>
                  <a:gd name="connsiteY5" fmla="*/ -298 h 25120"/>
                  <a:gd name="connsiteX6" fmla="*/ 40793 w 41704"/>
                  <a:gd name="connsiteY6" fmla="*/ 6261 h 25120"/>
                  <a:gd name="connsiteX7" fmla="*/ 35826 w 41704"/>
                  <a:gd name="connsiteY7" fmla="*/ 18144 h 25120"/>
                  <a:gd name="connsiteX8" fmla="*/ 26319 w 41704"/>
                  <a:gd name="connsiteY8" fmla="*/ 24823 h 2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704" h="25120">
                    <a:moveTo>
                      <a:pt x="26319" y="24823"/>
                    </a:moveTo>
                    <a:lnTo>
                      <a:pt x="4075" y="24823"/>
                    </a:lnTo>
                    <a:cubicBezTo>
                      <a:pt x="343" y="24823"/>
                      <a:pt x="-1368" y="21828"/>
                      <a:pt x="248" y="18144"/>
                    </a:cubicBezTo>
                    <a:lnTo>
                      <a:pt x="5406" y="6261"/>
                    </a:lnTo>
                    <a:cubicBezTo>
                      <a:pt x="7164" y="2530"/>
                      <a:pt x="10801" y="11"/>
                      <a:pt x="14912" y="-298"/>
                    </a:cubicBezTo>
                    <a:lnTo>
                      <a:pt x="36896" y="-298"/>
                    </a:lnTo>
                    <a:cubicBezTo>
                      <a:pt x="40579" y="-298"/>
                      <a:pt x="42314" y="2625"/>
                      <a:pt x="40793" y="6261"/>
                    </a:cubicBezTo>
                    <a:lnTo>
                      <a:pt x="35826" y="18144"/>
                    </a:lnTo>
                    <a:cubicBezTo>
                      <a:pt x="34114" y="21947"/>
                      <a:pt x="30479" y="24490"/>
                      <a:pt x="26319" y="2482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9" name="任意多边形: 形状 408"/>
              <p:cNvSpPr/>
              <p:nvPr/>
            </p:nvSpPr>
            <p:spPr>
              <a:xfrm>
                <a:off x="5450302" y="2753336"/>
                <a:ext cx="121173" cy="70203"/>
              </a:xfrm>
              <a:custGeom>
                <a:avLst/>
                <a:gdLst>
                  <a:gd name="connsiteX0" fmla="*/ 26350 w 44958"/>
                  <a:gd name="connsiteY0" fmla="*/ 25749 h 26047"/>
                  <a:gd name="connsiteX1" fmla="*/ 3654 w 44958"/>
                  <a:gd name="connsiteY1" fmla="*/ 25749 h 26047"/>
                  <a:gd name="connsiteX2" fmla="*/ 659 w 44958"/>
                  <a:gd name="connsiteY2" fmla="*/ 18810 h 26047"/>
                  <a:gd name="connsiteX3" fmla="*/ 7552 w 44958"/>
                  <a:gd name="connsiteY3" fmla="*/ 6523 h 26047"/>
                  <a:gd name="connsiteX4" fmla="*/ 18152 w 44958"/>
                  <a:gd name="connsiteY4" fmla="*/ -298 h 26047"/>
                  <a:gd name="connsiteX5" fmla="*/ 40562 w 44958"/>
                  <a:gd name="connsiteY5" fmla="*/ -298 h 26047"/>
                  <a:gd name="connsiteX6" fmla="*/ 43653 w 44958"/>
                  <a:gd name="connsiteY6" fmla="*/ 6523 h 26047"/>
                  <a:gd name="connsiteX7" fmla="*/ 36997 w 44958"/>
                  <a:gd name="connsiteY7" fmla="*/ 18810 h 26047"/>
                  <a:gd name="connsiteX8" fmla="*/ 26350 w 44958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958" h="26047">
                    <a:moveTo>
                      <a:pt x="26350" y="25749"/>
                    </a:moveTo>
                    <a:lnTo>
                      <a:pt x="3654" y="25749"/>
                    </a:lnTo>
                    <a:cubicBezTo>
                      <a:pt x="-149" y="25749"/>
                      <a:pt x="-1480" y="22636"/>
                      <a:pt x="659" y="18810"/>
                    </a:cubicBezTo>
                    <a:lnTo>
                      <a:pt x="7552" y="6523"/>
                    </a:lnTo>
                    <a:cubicBezTo>
                      <a:pt x="9786" y="2673"/>
                      <a:pt x="13730" y="130"/>
                      <a:pt x="18152" y="-298"/>
                    </a:cubicBezTo>
                    <a:lnTo>
                      <a:pt x="40562" y="-298"/>
                    </a:lnTo>
                    <a:cubicBezTo>
                      <a:pt x="44318" y="-298"/>
                      <a:pt x="45696" y="2744"/>
                      <a:pt x="43653" y="6523"/>
                    </a:cubicBezTo>
                    <a:lnTo>
                      <a:pt x="36997" y="18810"/>
                    </a:lnTo>
                    <a:cubicBezTo>
                      <a:pt x="34788" y="22731"/>
                      <a:pt x="30819" y="25322"/>
                      <a:pt x="26350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0" name="任意多边形: 形状 409"/>
              <p:cNvSpPr/>
              <p:nvPr/>
            </p:nvSpPr>
            <p:spPr>
              <a:xfrm>
                <a:off x="5566599" y="2753336"/>
                <a:ext cx="120135" cy="70203"/>
              </a:xfrm>
              <a:custGeom>
                <a:avLst/>
                <a:gdLst>
                  <a:gd name="connsiteX0" fmla="*/ 26409 w 44573"/>
                  <a:gd name="connsiteY0" fmla="*/ 25749 h 26047"/>
                  <a:gd name="connsiteX1" fmla="*/ 3713 w 44573"/>
                  <a:gd name="connsiteY1" fmla="*/ 25749 h 26047"/>
                  <a:gd name="connsiteX2" fmla="*/ 599 w 44573"/>
                  <a:gd name="connsiteY2" fmla="*/ 18810 h 26047"/>
                  <a:gd name="connsiteX3" fmla="*/ 7206 w 44573"/>
                  <a:gd name="connsiteY3" fmla="*/ 6523 h 26047"/>
                  <a:gd name="connsiteX4" fmla="*/ 17687 w 44573"/>
                  <a:gd name="connsiteY4" fmla="*/ -298 h 26047"/>
                  <a:gd name="connsiteX5" fmla="*/ 40097 w 44573"/>
                  <a:gd name="connsiteY5" fmla="*/ -298 h 26047"/>
                  <a:gd name="connsiteX6" fmla="*/ 43331 w 44573"/>
                  <a:gd name="connsiteY6" fmla="*/ 6523 h 26047"/>
                  <a:gd name="connsiteX7" fmla="*/ 36913 w 44573"/>
                  <a:gd name="connsiteY7" fmla="*/ 18810 h 26047"/>
                  <a:gd name="connsiteX8" fmla="*/ 26409 w 44573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73" h="26047">
                    <a:moveTo>
                      <a:pt x="26409" y="25749"/>
                    </a:moveTo>
                    <a:lnTo>
                      <a:pt x="3713" y="25749"/>
                    </a:lnTo>
                    <a:cubicBezTo>
                      <a:pt x="-90" y="25749"/>
                      <a:pt x="-1469" y="22636"/>
                      <a:pt x="599" y="18810"/>
                    </a:cubicBezTo>
                    <a:lnTo>
                      <a:pt x="7206" y="6523"/>
                    </a:lnTo>
                    <a:cubicBezTo>
                      <a:pt x="9369" y="2673"/>
                      <a:pt x="13290" y="130"/>
                      <a:pt x="17687" y="-298"/>
                    </a:cubicBezTo>
                    <a:lnTo>
                      <a:pt x="40097" y="-298"/>
                    </a:lnTo>
                    <a:cubicBezTo>
                      <a:pt x="43853" y="-298"/>
                      <a:pt x="45303" y="2744"/>
                      <a:pt x="43331" y="6523"/>
                    </a:cubicBezTo>
                    <a:lnTo>
                      <a:pt x="36913" y="18810"/>
                    </a:lnTo>
                    <a:cubicBezTo>
                      <a:pt x="34774" y="22731"/>
                      <a:pt x="30853" y="25322"/>
                      <a:pt x="26409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1" name="任意多边形: 形状 410"/>
              <p:cNvSpPr/>
              <p:nvPr/>
            </p:nvSpPr>
            <p:spPr>
              <a:xfrm>
                <a:off x="5682471" y="2753336"/>
                <a:ext cx="119141" cy="70203"/>
              </a:xfrm>
              <a:custGeom>
                <a:avLst/>
                <a:gdLst>
                  <a:gd name="connsiteX0" fmla="*/ 26483 w 44204"/>
                  <a:gd name="connsiteY0" fmla="*/ 25749 h 26047"/>
                  <a:gd name="connsiteX1" fmla="*/ 3810 w 44204"/>
                  <a:gd name="connsiteY1" fmla="*/ 25749 h 26047"/>
                  <a:gd name="connsiteX2" fmla="*/ 530 w 44204"/>
                  <a:gd name="connsiteY2" fmla="*/ 18810 h 26047"/>
                  <a:gd name="connsiteX3" fmla="*/ 6899 w 44204"/>
                  <a:gd name="connsiteY3" fmla="*/ 6523 h 26047"/>
                  <a:gd name="connsiteX4" fmla="*/ 17237 w 44204"/>
                  <a:gd name="connsiteY4" fmla="*/ -298 h 26047"/>
                  <a:gd name="connsiteX5" fmla="*/ 39649 w 44204"/>
                  <a:gd name="connsiteY5" fmla="*/ -298 h 26047"/>
                  <a:gd name="connsiteX6" fmla="*/ 43024 w 44204"/>
                  <a:gd name="connsiteY6" fmla="*/ 6523 h 26047"/>
                  <a:gd name="connsiteX7" fmla="*/ 36844 w 44204"/>
                  <a:gd name="connsiteY7" fmla="*/ 18810 h 26047"/>
                  <a:gd name="connsiteX8" fmla="*/ 26483 w 44204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04" h="26047">
                    <a:moveTo>
                      <a:pt x="26483" y="25749"/>
                    </a:moveTo>
                    <a:lnTo>
                      <a:pt x="3810" y="25749"/>
                    </a:lnTo>
                    <a:cubicBezTo>
                      <a:pt x="7" y="25749"/>
                      <a:pt x="-1467" y="22636"/>
                      <a:pt x="530" y="18810"/>
                    </a:cubicBezTo>
                    <a:lnTo>
                      <a:pt x="6899" y="6523"/>
                    </a:lnTo>
                    <a:cubicBezTo>
                      <a:pt x="8990" y="2673"/>
                      <a:pt x="12865" y="106"/>
                      <a:pt x="17237" y="-298"/>
                    </a:cubicBezTo>
                    <a:lnTo>
                      <a:pt x="39649" y="-298"/>
                    </a:lnTo>
                    <a:cubicBezTo>
                      <a:pt x="43404" y="-298"/>
                      <a:pt x="44924" y="2744"/>
                      <a:pt x="43024" y="6523"/>
                    </a:cubicBezTo>
                    <a:lnTo>
                      <a:pt x="36844" y="18810"/>
                    </a:lnTo>
                    <a:cubicBezTo>
                      <a:pt x="34801" y="22731"/>
                      <a:pt x="30903" y="25345"/>
                      <a:pt x="26483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2" name="任意多边形: 形状 411"/>
              <p:cNvSpPr/>
              <p:nvPr/>
            </p:nvSpPr>
            <p:spPr>
              <a:xfrm>
                <a:off x="5798542" y="2753336"/>
                <a:ext cx="118114" cy="70203"/>
              </a:xfrm>
              <a:custGeom>
                <a:avLst/>
                <a:gdLst>
                  <a:gd name="connsiteX0" fmla="*/ 26576 w 43823"/>
                  <a:gd name="connsiteY0" fmla="*/ 25749 h 26047"/>
                  <a:gd name="connsiteX1" fmla="*/ 3880 w 43823"/>
                  <a:gd name="connsiteY1" fmla="*/ 25749 h 26047"/>
                  <a:gd name="connsiteX2" fmla="*/ 457 w 43823"/>
                  <a:gd name="connsiteY2" fmla="*/ 18810 h 26047"/>
                  <a:gd name="connsiteX3" fmla="*/ 6589 w 43823"/>
                  <a:gd name="connsiteY3" fmla="*/ 6523 h 26047"/>
                  <a:gd name="connsiteX4" fmla="*/ 16785 w 43823"/>
                  <a:gd name="connsiteY4" fmla="*/ -298 h 26047"/>
                  <a:gd name="connsiteX5" fmla="*/ 39196 w 43823"/>
                  <a:gd name="connsiteY5" fmla="*/ -298 h 26047"/>
                  <a:gd name="connsiteX6" fmla="*/ 42713 w 43823"/>
                  <a:gd name="connsiteY6" fmla="*/ 6523 h 26047"/>
                  <a:gd name="connsiteX7" fmla="*/ 36796 w 43823"/>
                  <a:gd name="connsiteY7" fmla="*/ 18810 h 26047"/>
                  <a:gd name="connsiteX8" fmla="*/ 26576 w 43823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23" h="26047">
                    <a:moveTo>
                      <a:pt x="26576" y="25749"/>
                    </a:moveTo>
                    <a:lnTo>
                      <a:pt x="3880" y="25749"/>
                    </a:lnTo>
                    <a:cubicBezTo>
                      <a:pt x="77" y="25749"/>
                      <a:pt x="-1443" y="22636"/>
                      <a:pt x="457" y="18810"/>
                    </a:cubicBezTo>
                    <a:lnTo>
                      <a:pt x="6589" y="6523"/>
                    </a:lnTo>
                    <a:cubicBezTo>
                      <a:pt x="8610" y="2649"/>
                      <a:pt x="12436" y="82"/>
                      <a:pt x="16785" y="-298"/>
                    </a:cubicBezTo>
                    <a:lnTo>
                      <a:pt x="39196" y="-298"/>
                    </a:lnTo>
                    <a:cubicBezTo>
                      <a:pt x="42951" y="-298"/>
                      <a:pt x="44520" y="2744"/>
                      <a:pt x="42713" y="6523"/>
                    </a:cubicBezTo>
                    <a:lnTo>
                      <a:pt x="36796" y="18810"/>
                    </a:lnTo>
                    <a:cubicBezTo>
                      <a:pt x="34800" y="22731"/>
                      <a:pt x="30949" y="25345"/>
                      <a:pt x="26576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3" name="任意多边形: 形状 412"/>
              <p:cNvSpPr/>
              <p:nvPr/>
            </p:nvSpPr>
            <p:spPr>
              <a:xfrm>
                <a:off x="5914602" y="2753336"/>
                <a:ext cx="117111" cy="70203"/>
              </a:xfrm>
              <a:custGeom>
                <a:avLst/>
                <a:gdLst>
                  <a:gd name="connsiteX0" fmla="*/ 26651 w 43451"/>
                  <a:gd name="connsiteY0" fmla="*/ 25749 h 26047"/>
                  <a:gd name="connsiteX1" fmla="*/ 3954 w 43451"/>
                  <a:gd name="connsiteY1" fmla="*/ 25749 h 26047"/>
                  <a:gd name="connsiteX2" fmla="*/ 413 w 43451"/>
                  <a:gd name="connsiteY2" fmla="*/ 18810 h 26047"/>
                  <a:gd name="connsiteX3" fmla="*/ 6283 w 43451"/>
                  <a:gd name="connsiteY3" fmla="*/ 6523 h 26047"/>
                  <a:gd name="connsiteX4" fmla="*/ 16336 w 43451"/>
                  <a:gd name="connsiteY4" fmla="*/ -298 h 26047"/>
                  <a:gd name="connsiteX5" fmla="*/ 38748 w 43451"/>
                  <a:gd name="connsiteY5" fmla="*/ -298 h 26047"/>
                  <a:gd name="connsiteX6" fmla="*/ 42383 w 43451"/>
                  <a:gd name="connsiteY6" fmla="*/ 6523 h 26047"/>
                  <a:gd name="connsiteX7" fmla="*/ 36727 w 43451"/>
                  <a:gd name="connsiteY7" fmla="*/ 18810 h 26047"/>
                  <a:gd name="connsiteX8" fmla="*/ 26651 w 43451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451" h="26047">
                    <a:moveTo>
                      <a:pt x="26651" y="25749"/>
                    </a:moveTo>
                    <a:lnTo>
                      <a:pt x="3954" y="25749"/>
                    </a:lnTo>
                    <a:cubicBezTo>
                      <a:pt x="151" y="25749"/>
                      <a:pt x="-1441" y="22636"/>
                      <a:pt x="413" y="18810"/>
                    </a:cubicBezTo>
                    <a:lnTo>
                      <a:pt x="6283" y="6523"/>
                    </a:lnTo>
                    <a:cubicBezTo>
                      <a:pt x="8208" y="2649"/>
                      <a:pt x="12034" y="82"/>
                      <a:pt x="16336" y="-298"/>
                    </a:cubicBezTo>
                    <a:lnTo>
                      <a:pt x="38748" y="-298"/>
                    </a:lnTo>
                    <a:cubicBezTo>
                      <a:pt x="42503" y="-298"/>
                      <a:pt x="44143" y="2744"/>
                      <a:pt x="42383" y="6523"/>
                    </a:cubicBezTo>
                    <a:lnTo>
                      <a:pt x="36727" y="18810"/>
                    </a:lnTo>
                    <a:cubicBezTo>
                      <a:pt x="34827" y="22731"/>
                      <a:pt x="30999" y="25369"/>
                      <a:pt x="26651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4" name="任意多边形: 形状 413"/>
              <p:cNvSpPr/>
              <p:nvPr/>
            </p:nvSpPr>
            <p:spPr>
              <a:xfrm>
                <a:off x="6030417" y="2753336"/>
                <a:ext cx="116098" cy="70203"/>
              </a:xfrm>
              <a:custGeom>
                <a:avLst/>
                <a:gdLst>
                  <a:gd name="connsiteX0" fmla="*/ 26816 w 43075"/>
                  <a:gd name="connsiteY0" fmla="*/ 25749 h 26047"/>
                  <a:gd name="connsiteX1" fmla="*/ 4048 w 43075"/>
                  <a:gd name="connsiteY1" fmla="*/ 25749 h 26047"/>
                  <a:gd name="connsiteX2" fmla="*/ 340 w 43075"/>
                  <a:gd name="connsiteY2" fmla="*/ 18810 h 26047"/>
                  <a:gd name="connsiteX3" fmla="*/ 5973 w 43075"/>
                  <a:gd name="connsiteY3" fmla="*/ 6523 h 26047"/>
                  <a:gd name="connsiteX4" fmla="*/ 15883 w 43075"/>
                  <a:gd name="connsiteY4" fmla="*/ -298 h 26047"/>
                  <a:gd name="connsiteX5" fmla="*/ 38295 w 43075"/>
                  <a:gd name="connsiteY5" fmla="*/ -298 h 26047"/>
                  <a:gd name="connsiteX6" fmla="*/ 42073 w 43075"/>
                  <a:gd name="connsiteY6" fmla="*/ 6523 h 26047"/>
                  <a:gd name="connsiteX7" fmla="*/ 36655 w 43075"/>
                  <a:gd name="connsiteY7" fmla="*/ 18810 h 26047"/>
                  <a:gd name="connsiteX8" fmla="*/ 26816 w 43075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075" h="26047">
                    <a:moveTo>
                      <a:pt x="26816" y="25749"/>
                    </a:moveTo>
                    <a:lnTo>
                      <a:pt x="4048" y="25749"/>
                    </a:lnTo>
                    <a:cubicBezTo>
                      <a:pt x="245" y="25749"/>
                      <a:pt x="-1418" y="22636"/>
                      <a:pt x="340" y="18810"/>
                    </a:cubicBezTo>
                    <a:lnTo>
                      <a:pt x="5973" y="6523"/>
                    </a:lnTo>
                    <a:cubicBezTo>
                      <a:pt x="7826" y="2649"/>
                      <a:pt x="11606" y="58"/>
                      <a:pt x="15883" y="-298"/>
                    </a:cubicBezTo>
                    <a:lnTo>
                      <a:pt x="38295" y="-298"/>
                    </a:lnTo>
                    <a:cubicBezTo>
                      <a:pt x="42050" y="-298"/>
                      <a:pt x="43738" y="2744"/>
                      <a:pt x="42073" y="6523"/>
                    </a:cubicBezTo>
                    <a:lnTo>
                      <a:pt x="36655" y="18810"/>
                    </a:lnTo>
                    <a:cubicBezTo>
                      <a:pt x="34848" y="22707"/>
                      <a:pt x="31093" y="25345"/>
                      <a:pt x="26816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5" name="任意多边形: 形状 414"/>
              <p:cNvSpPr/>
              <p:nvPr/>
            </p:nvSpPr>
            <p:spPr>
              <a:xfrm>
                <a:off x="6146728" y="2753336"/>
                <a:ext cx="115136" cy="70203"/>
              </a:xfrm>
              <a:custGeom>
                <a:avLst/>
                <a:gdLst>
                  <a:gd name="connsiteX0" fmla="*/ 26798 w 42718"/>
                  <a:gd name="connsiteY0" fmla="*/ 25749 h 26047"/>
                  <a:gd name="connsiteX1" fmla="*/ 4125 w 42718"/>
                  <a:gd name="connsiteY1" fmla="*/ 25749 h 26047"/>
                  <a:gd name="connsiteX2" fmla="*/ 274 w 42718"/>
                  <a:gd name="connsiteY2" fmla="*/ 18810 h 26047"/>
                  <a:gd name="connsiteX3" fmla="*/ 5646 w 42718"/>
                  <a:gd name="connsiteY3" fmla="*/ 6523 h 26047"/>
                  <a:gd name="connsiteX4" fmla="*/ 15438 w 42718"/>
                  <a:gd name="connsiteY4" fmla="*/ -298 h 26047"/>
                  <a:gd name="connsiteX5" fmla="*/ 37849 w 42718"/>
                  <a:gd name="connsiteY5" fmla="*/ -298 h 26047"/>
                  <a:gd name="connsiteX6" fmla="*/ 41770 w 42718"/>
                  <a:gd name="connsiteY6" fmla="*/ 6523 h 26047"/>
                  <a:gd name="connsiteX7" fmla="*/ 36613 w 42718"/>
                  <a:gd name="connsiteY7" fmla="*/ 18810 h 26047"/>
                  <a:gd name="connsiteX8" fmla="*/ 26798 w 42718"/>
                  <a:gd name="connsiteY8" fmla="*/ 25749 h 2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718" h="26047">
                    <a:moveTo>
                      <a:pt x="26798" y="25749"/>
                    </a:moveTo>
                    <a:lnTo>
                      <a:pt x="4125" y="25749"/>
                    </a:lnTo>
                    <a:cubicBezTo>
                      <a:pt x="322" y="25749"/>
                      <a:pt x="-1389" y="22636"/>
                      <a:pt x="274" y="18810"/>
                    </a:cubicBezTo>
                    <a:lnTo>
                      <a:pt x="5646" y="6523"/>
                    </a:lnTo>
                    <a:cubicBezTo>
                      <a:pt x="7452" y="2649"/>
                      <a:pt x="11184" y="58"/>
                      <a:pt x="15438" y="-298"/>
                    </a:cubicBezTo>
                    <a:lnTo>
                      <a:pt x="37849" y="-298"/>
                    </a:lnTo>
                    <a:cubicBezTo>
                      <a:pt x="41604" y="-298"/>
                      <a:pt x="43363" y="2744"/>
                      <a:pt x="41770" y="6523"/>
                    </a:cubicBezTo>
                    <a:lnTo>
                      <a:pt x="36613" y="18810"/>
                    </a:lnTo>
                    <a:cubicBezTo>
                      <a:pt x="34830" y="22731"/>
                      <a:pt x="31075" y="25393"/>
                      <a:pt x="26798" y="2574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6" name="任意多边形: 形状 415"/>
              <p:cNvSpPr/>
              <p:nvPr/>
            </p:nvSpPr>
            <p:spPr>
              <a:xfrm>
                <a:off x="5386783" y="2864664"/>
                <a:ext cx="124073" cy="72893"/>
              </a:xfrm>
              <a:custGeom>
                <a:avLst/>
                <a:gdLst>
                  <a:gd name="connsiteX0" fmla="*/ 26818 w 46034"/>
                  <a:gd name="connsiteY0" fmla="*/ 26747 h 27045"/>
                  <a:gd name="connsiteX1" fmla="*/ 3693 w 46034"/>
                  <a:gd name="connsiteY1" fmla="*/ 26747 h 27045"/>
                  <a:gd name="connsiteX2" fmla="*/ 723 w 46034"/>
                  <a:gd name="connsiteY2" fmla="*/ 19618 h 27045"/>
                  <a:gd name="connsiteX3" fmla="*/ 7852 w 46034"/>
                  <a:gd name="connsiteY3" fmla="*/ 6832 h 27045"/>
                  <a:gd name="connsiteX4" fmla="*/ 18737 w 46034"/>
                  <a:gd name="connsiteY4" fmla="*/ -298 h 27045"/>
                  <a:gd name="connsiteX5" fmla="*/ 41600 w 46034"/>
                  <a:gd name="connsiteY5" fmla="*/ -298 h 27045"/>
                  <a:gd name="connsiteX6" fmla="*/ 44665 w 46034"/>
                  <a:gd name="connsiteY6" fmla="*/ 6832 h 27045"/>
                  <a:gd name="connsiteX7" fmla="*/ 37750 w 46034"/>
                  <a:gd name="connsiteY7" fmla="*/ 19618 h 27045"/>
                  <a:gd name="connsiteX8" fmla="*/ 26818 w 46034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034" h="27045">
                    <a:moveTo>
                      <a:pt x="26818" y="26747"/>
                    </a:moveTo>
                    <a:lnTo>
                      <a:pt x="3693" y="26747"/>
                    </a:lnTo>
                    <a:cubicBezTo>
                      <a:pt x="-180" y="26747"/>
                      <a:pt x="-1511" y="23515"/>
                      <a:pt x="723" y="19618"/>
                    </a:cubicBezTo>
                    <a:lnTo>
                      <a:pt x="7852" y="6832"/>
                    </a:lnTo>
                    <a:cubicBezTo>
                      <a:pt x="10134" y="2839"/>
                      <a:pt x="14173" y="177"/>
                      <a:pt x="18737" y="-298"/>
                    </a:cubicBezTo>
                    <a:lnTo>
                      <a:pt x="41600" y="-298"/>
                    </a:lnTo>
                    <a:cubicBezTo>
                      <a:pt x="45427" y="-298"/>
                      <a:pt x="46804" y="2863"/>
                      <a:pt x="44665" y="6832"/>
                    </a:cubicBezTo>
                    <a:lnTo>
                      <a:pt x="37750" y="19618"/>
                    </a:lnTo>
                    <a:cubicBezTo>
                      <a:pt x="35469" y="23610"/>
                      <a:pt x="31404" y="26272"/>
                      <a:pt x="26818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7" name="任意多边形: 形状 416"/>
              <p:cNvSpPr/>
              <p:nvPr/>
            </p:nvSpPr>
            <p:spPr>
              <a:xfrm>
                <a:off x="5505172" y="2864664"/>
                <a:ext cx="123073" cy="72893"/>
              </a:xfrm>
              <a:custGeom>
                <a:avLst/>
                <a:gdLst>
                  <a:gd name="connsiteX0" fmla="*/ 26907 w 45663"/>
                  <a:gd name="connsiteY0" fmla="*/ 26747 h 27045"/>
                  <a:gd name="connsiteX1" fmla="*/ 3759 w 45663"/>
                  <a:gd name="connsiteY1" fmla="*/ 26747 h 27045"/>
                  <a:gd name="connsiteX2" fmla="*/ 645 w 45663"/>
                  <a:gd name="connsiteY2" fmla="*/ 19618 h 27045"/>
                  <a:gd name="connsiteX3" fmla="*/ 7538 w 45663"/>
                  <a:gd name="connsiteY3" fmla="*/ 6832 h 27045"/>
                  <a:gd name="connsiteX4" fmla="*/ 18304 w 45663"/>
                  <a:gd name="connsiteY4" fmla="*/ -298 h 27045"/>
                  <a:gd name="connsiteX5" fmla="*/ 41143 w 45663"/>
                  <a:gd name="connsiteY5" fmla="*/ -298 h 27045"/>
                  <a:gd name="connsiteX6" fmla="*/ 44376 w 45663"/>
                  <a:gd name="connsiteY6" fmla="*/ 6832 h 27045"/>
                  <a:gd name="connsiteX7" fmla="*/ 37697 w 45663"/>
                  <a:gd name="connsiteY7" fmla="*/ 19618 h 27045"/>
                  <a:gd name="connsiteX8" fmla="*/ 26907 w 45663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663" h="27045">
                    <a:moveTo>
                      <a:pt x="26907" y="26747"/>
                    </a:moveTo>
                    <a:lnTo>
                      <a:pt x="3759" y="26747"/>
                    </a:lnTo>
                    <a:cubicBezTo>
                      <a:pt x="-115" y="26747"/>
                      <a:pt x="-1494" y="23515"/>
                      <a:pt x="645" y="19618"/>
                    </a:cubicBezTo>
                    <a:lnTo>
                      <a:pt x="7538" y="6832"/>
                    </a:lnTo>
                    <a:cubicBezTo>
                      <a:pt x="9748" y="2839"/>
                      <a:pt x="13764" y="177"/>
                      <a:pt x="18304" y="-298"/>
                    </a:cubicBezTo>
                    <a:lnTo>
                      <a:pt x="41143" y="-298"/>
                    </a:lnTo>
                    <a:cubicBezTo>
                      <a:pt x="44970" y="-298"/>
                      <a:pt x="46419" y="2863"/>
                      <a:pt x="44376" y="6832"/>
                    </a:cubicBezTo>
                    <a:lnTo>
                      <a:pt x="37697" y="19618"/>
                    </a:lnTo>
                    <a:cubicBezTo>
                      <a:pt x="35511" y="23634"/>
                      <a:pt x="31470" y="26296"/>
                      <a:pt x="26907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8" name="任意多边形: 形状 417"/>
              <p:cNvSpPr/>
              <p:nvPr/>
            </p:nvSpPr>
            <p:spPr>
              <a:xfrm>
                <a:off x="5623544" y="2864664"/>
                <a:ext cx="122022" cy="72893"/>
              </a:xfrm>
              <a:custGeom>
                <a:avLst/>
                <a:gdLst>
                  <a:gd name="connsiteX0" fmla="*/ 27003 w 45273"/>
                  <a:gd name="connsiteY0" fmla="*/ 26747 h 27045"/>
                  <a:gd name="connsiteX1" fmla="*/ 3855 w 45273"/>
                  <a:gd name="connsiteY1" fmla="*/ 26747 h 27045"/>
                  <a:gd name="connsiteX2" fmla="*/ 575 w 45273"/>
                  <a:gd name="connsiteY2" fmla="*/ 19618 h 27045"/>
                  <a:gd name="connsiteX3" fmla="*/ 7229 w 45273"/>
                  <a:gd name="connsiteY3" fmla="*/ 6832 h 27045"/>
                  <a:gd name="connsiteX4" fmla="*/ 17829 w 45273"/>
                  <a:gd name="connsiteY4" fmla="*/ -298 h 27045"/>
                  <a:gd name="connsiteX5" fmla="*/ 40692 w 45273"/>
                  <a:gd name="connsiteY5" fmla="*/ -298 h 27045"/>
                  <a:gd name="connsiteX6" fmla="*/ 44043 w 45273"/>
                  <a:gd name="connsiteY6" fmla="*/ 6832 h 27045"/>
                  <a:gd name="connsiteX7" fmla="*/ 37626 w 45273"/>
                  <a:gd name="connsiteY7" fmla="*/ 19618 h 27045"/>
                  <a:gd name="connsiteX8" fmla="*/ 27003 w 45273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273" h="27045">
                    <a:moveTo>
                      <a:pt x="27003" y="26747"/>
                    </a:moveTo>
                    <a:lnTo>
                      <a:pt x="3855" y="26747"/>
                    </a:lnTo>
                    <a:cubicBezTo>
                      <a:pt x="-19" y="26747"/>
                      <a:pt x="-1493" y="23515"/>
                      <a:pt x="575" y="19618"/>
                    </a:cubicBezTo>
                    <a:lnTo>
                      <a:pt x="7229" y="6832"/>
                    </a:lnTo>
                    <a:cubicBezTo>
                      <a:pt x="9345" y="2815"/>
                      <a:pt x="13313" y="153"/>
                      <a:pt x="17829" y="-298"/>
                    </a:cubicBezTo>
                    <a:lnTo>
                      <a:pt x="40692" y="-298"/>
                    </a:lnTo>
                    <a:cubicBezTo>
                      <a:pt x="44518" y="-298"/>
                      <a:pt x="46016" y="2863"/>
                      <a:pt x="44043" y="6832"/>
                    </a:cubicBezTo>
                    <a:lnTo>
                      <a:pt x="37626" y="19618"/>
                    </a:lnTo>
                    <a:cubicBezTo>
                      <a:pt x="35512" y="23634"/>
                      <a:pt x="31519" y="26320"/>
                      <a:pt x="27003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9" name="任意多边形: 形状 418"/>
              <p:cNvSpPr/>
              <p:nvPr/>
            </p:nvSpPr>
            <p:spPr>
              <a:xfrm>
                <a:off x="5741947" y="2864664"/>
                <a:ext cx="120958" cy="72893"/>
              </a:xfrm>
              <a:custGeom>
                <a:avLst/>
                <a:gdLst>
                  <a:gd name="connsiteX0" fmla="*/ 27064 w 44878"/>
                  <a:gd name="connsiteY0" fmla="*/ 26747 h 27045"/>
                  <a:gd name="connsiteX1" fmla="*/ 3916 w 44878"/>
                  <a:gd name="connsiteY1" fmla="*/ 26747 h 27045"/>
                  <a:gd name="connsiteX2" fmla="*/ 517 w 44878"/>
                  <a:gd name="connsiteY2" fmla="*/ 19618 h 27045"/>
                  <a:gd name="connsiteX3" fmla="*/ 6887 w 44878"/>
                  <a:gd name="connsiteY3" fmla="*/ 6832 h 27045"/>
                  <a:gd name="connsiteX4" fmla="*/ 17344 w 44878"/>
                  <a:gd name="connsiteY4" fmla="*/ -298 h 27045"/>
                  <a:gd name="connsiteX5" fmla="*/ 40207 w 44878"/>
                  <a:gd name="connsiteY5" fmla="*/ -298 h 27045"/>
                  <a:gd name="connsiteX6" fmla="*/ 43725 w 44878"/>
                  <a:gd name="connsiteY6" fmla="*/ 6832 h 27045"/>
                  <a:gd name="connsiteX7" fmla="*/ 37568 w 44878"/>
                  <a:gd name="connsiteY7" fmla="*/ 19618 h 27045"/>
                  <a:gd name="connsiteX8" fmla="*/ 27064 w 44878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878" h="27045">
                    <a:moveTo>
                      <a:pt x="27064" y="26747"/>
                    </a:moveTo>
                    <a:lnTo>
                      <a:pt x="3916" y="26747"/>
                    </a:lnTo>
                    <a:cubicBezTo>
                      <a:pt x="42" y="26747"/>
                      <a:pt x="-1479" y="23515"/>
                      <a:pt x="517" y="19618"/>
                    </a:cubicBezTo>
                    <a:lnTo>
                      <a:pt x="6887" y="6832"/>
                    </a:lnTo>
                    <a:cubicBezTo>
                      <a:pt x="8931" y="2815"/>
                      <a:pt x="12876" y="130"/>
                      <a:pt x="17344" y="-298"/>
                    </a:cubicBezTo>
                    <a:lnTo>
                      <a:pt x="40207" y="-298"/>
                    </a:lnTo>
                    <a:cubicBezTo>
                      <a:pt x="44033" y="-298"/>
                      <a:pt x="45602" y="2863"/>
                      <a:pt x="43725" y="6832"/>
                    </a:cubicBezTo>
                    <a:lnTo>
                      <a:pt x="37568" y="19618"/>
                    </a:lnTo>
                    <a:cubicBezTo>
                      <a:pt x="35525" y="23634"/>
                      <a:pt x="31556" y="26344"/>
                      <a:pt x="27064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0" name="任意多边形: 形状 419"/>
              <p:cNvSpPr/>
              <p:nvPr/>
            </p:nvSpPr>
            <p:spPr>
              <a:xfrm>
                <a:off x="5860333" y="2864664"/>
                <a:ext cx="119888" cy="72893"/>
              </a:xfrm>
              <a:custGeom>
                <a:avLst/>
                <a:gdLst>
                  <a:gd name="connsiteX0" fmla="*/ 27154 w 44481"/>
                  <a:gd name="connsiteY0" fmla="*/ 26747 h 27045"/>
                  <a:gd name="connsiteX1" fmla="*/ 4007 w 44481"/>
                  <a:gd name="connsiteY1" fmla="*/ 26747 h 27045"/>
                  <a:gd name="connsiteX2" fmla="*/ 442 w 44481"/>
                  <a:gd name="connsiteY2" fmla="*/ 19618 h 27045"/>
                  <a:gd name="connsiteX3" fmla="*/ 6549 w 44481"/>
                  <a:gd name="connsiteY3" fmla="*/ 6832 h 27045"/>
                  <a:gd name="connsiteX4" fmla="*/ 16888 w 44481"/>
                  <a:gd name="connsiteY4" fmla="*/ -298 h 27045"/>
                  <a:gd name="connsiteX5" fmla="*/ 39727 w 44481"/>
                  <a:gd name="connsiteY5" fmla="*/ -298 h 27045"/>
                  <a:gd name="connsiteX6" fmla="*/ 43387 w 44481"/>
                  <a:gd name="connsiteY6" fmla="*/ 6832 h 27045"/>
                  <a:gd name="connsiteX7" fmla="*/ 37493 w 44481"/>
                  <a:gd name="connsiteY7" fmla="*/ 19618 h 27045"/>
                  <a:gd name="connsiteX8" fmla="*/ 27154 w 44481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481" h="27045">
                    <a:moveTo>
                      <a:pt x="27154" y="26747"/>
                    </a:moveTo>
                    <a:lnTo>
                      <a:pt x="4007" y="26747"/>
                    </a:lnTo>
                    <a:cubicBezTo>
                      <a:pt x="132" y="26747"/>
                      <a:pt x="-1460" y="23515"/>
                      <a:pt x="442" y="19618"/>
                    </a:cubicBezTo>
                    <a:lnTo>
                      <a:pt x="6549" y="6832"/>
                    </a:lnTo>
                    <a:cubicBezTo>
                      <a:pt x="8522" y="2815"/>
                      <a:pt x="12443" y="130"/>
                      <a:pt x="16888" y="-298"/>
                    </a:cubicBezTo>
                    <a:lnTo>
                      <a:pt x="39727" y="-298"/>
                    </a:lnTo>
                    <a:cubicBezTo>
                      <a:pt x="43553" y="-298"/>
                      <a:pt x="45192" y="2863"/>
                      <a:pt x="43387" y="6832"/>
                    </a:cubicBezTo>
                    <a:lnTo>
                      <a:pt x="37493" y="19618"/>
                    </a:lnTo>
                    <a:cubicBezTo>
                      <a:pt x="35544" y="23634"/>
                      <a:pt x="31622" y="26344"/>
                      <a:pt x="27154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1" name="任意多边形: 形状 420"/>
              <p:cNvSpPr/>
              <p:nvPr/>
            </p:nvSpPr>
            <p:spPr>
              <a:xfrm>
                <a:off x="5979059" y="2864664"/>
                <a:ext cx="118847" cy="72893"/>
              </a:xfrm>
              <a:custGeom>
                <a:avLst/>
                <a:gdLst>
                  <a:gd name="connsiteX0" fmla="*/ 27096 w 44095"/>
                  <a:gd name="connsiteY0" fmla="*/ 26747 h 27045"/>
                  <a:gd name="connsiteX1" fmla="*/ 4090 w 44095"/>
                  <a:gd name="connsiteY1" fmla="*/ 26747 h 27045"/>
                  <a:gd name="connsiteX2" fmla="*/ 383 w 44095"/>
                  <a:gd name="connsiteY2" fmla="*/ 19618 h 27045"/>
                  <a:gd name="connsiteX3" fmla="*/ 6229 w 44095"/>
                  <a:gd name="connsiteY3" fmla="*/ 6832 h 27045"/>
                  <a:gd name="connsiteX4" fmla="*/ 16402 w 44095"/>
                  <a:gd name="connsiteY4" fmla="*/ -298 h 27045"/>
                  <a:gd name="connsiteX5" fmla="*/ 39264 w 44095"/>
                  <a:gd name="connsiteY5" fmla="*/ -298 h 27045"/>
                  <a:gd name="connsiteX6" fmla="*/ 43067 w 44095"/>
                  <a:gd name="connsiteY6" fmla="*/ 6832 h 27045"/>
                  <a:gd name="connsiteX7" fmla="*/ 37434 w 44095"/>
                  <a:gd name="connsiteY7" fmla="*/ 19618 h 27045"/>
                  <a:gd name="connsiteX8" fmla="*/ 27096 w 44095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095" h="27045">
                    <a:moveTo>
                      <a:pt x="27096" y="26747"/>
                    </a:moveTo>
                    <a:lnTo>
                      <a:pt x="4090" y="26747"/>
                    </a:lnTo>
                    <a:cubicBezTo>
                      <a:pt x="217" y="26747"/>
                      <a:pt x="-1447" y="23515"/>
                      <a:pt x="383" y="19618"/>
                    </a:cubicBezTo>
                    <a:lnTo>
                      <a:pt x="6229" y="6832"/>
                    </a:lnTo>
                    <a:cubicBezTo>
                      <a:pt x="8107" y="2815"/>
                      <a:pt x="11980" y="106"/>
                      <a:pt x="16402" y="-298"/>
                    </a:cubicBezTo>
                    <a:lnTo>
                      <a:pt x="39264" y="-298"/>
                    </a:lnTo>
                    <a:cubicBezTo>
                      <a:pt x="43091" y="-298"/>
                      <a:pt x="44778" y="2863"/>
                      <a:pt x="43067" y="6832"/>
                    </a:cubicBezTo>
                    <a:lnTo>
                      <a:pt x="37434" y="19618"/>
                    </a:lnTo>
                    <a:cubicBezTo>
                      <a:pt x="35533" y="23682"/>
                      <a:pt x="31564" y="26415"/>
                      <a:pt x="27096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2" name="任意多边形: 形状 421"/>
              <p:cNvSpPr/>
              <p:nvPr/>
            </p:nvSpPr>
            <p:spPr>
              <a:xfrm>
                <a:off x="6097100" y="2864664"/>
                <a:ext cx="117626" cy="72893"/>
              </a:xfrm>
              <a:custGeom>
                <a:avLst/>
                <a:gdLst>
                  <a:gd name="connsiteX0" fmla="*/ 27315 w 43642"/>
                  <a:gd name="connsiteY0" fmla="*/ 26747 h 27045"/>
                  <a:gd name="connsiteX1" fmla="*/ 4166 w 43642"/>
                  <a:gd name="connsiteY1" fmla="*/ 26747 h 27045"/>
                  <a:gd name="connsiteX2" fmla="*/ 316 w 43642"/>
                  <a:gd name="connsiteY2" fmla="*/ 19618 h 27045"/>
                  <a:gd name="connsiteX3" fmla="*/ 5901 w 43642"/>
                  <a:gd name="connsiteY3" fmla="*/ 6832 h 27045"/>
                  <a:gd name="connsiteX4" fmla="*/ 15931 w 43642"/>
                  <a:gd name="connsiteY4" fmla="*/ -298 h 27045"/>
                  <a:gd name="connsiteX5" fmla="*/ 38722 w 43642"/>
                  <a:gd name="connsiteY5" fmla="*/ -298 h 27045"/>
                  <a:gd name="connsiteX6" fmla="*/ 42668 w 43642"/>
                  <a:gd name="connsiteY6" fmla="*/ 6832 h 27045"/>
                  <a:gd name="connsiteX7" fmla="*/ 37296 w 43642"/>
                  <a:gd name="connsiteY7" fmla="*/ 19618 h 27045"/>
                  <a:gd name="connsiteX8" fmla="*/ 27315 w 43642"/>
                  <a:gd name="connsiteY8" fmla="*/ 26747 h 27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642" h="27045">
                    <a:moveTo>
                      <a:pt x="27315" y="26747"/>
                    </a:moveTo>
                    <a:lnTo>
                      <a:pt x="4166" y="26747"/>
                    </a:lnTo>
                    <a:cubicBezTo>
                      <a:pt x="293" y="26747"/>
                      <a:pt x="-1419" y="23515"/>
                      <a:pt x="316" y="19618"/>
                    </a:cubicBezTo>
                    <a:lnTo>
                      <a:pt x="5901" y="6832"/>
                    </a:lnTo>
                    <a:cubicBezTo>
                      <a:pt x="7708" y="2815"/>
                      <a:pt x="11534" y="82"/>
                      <a:pt x="15931" y="-298"/>
                    </a:cubicBezTo>
                    <a:lnTo>
                      <a:pt x="38722" y="-298"/>
                    </a:lnTo>
                    <a:cubicBezTo>
                      <a:pt x="42548" y="-298"/>
                      <a:pt x="44308" y="2863"/>
                      <a:pt x="42668" y="6832"/>
                    </a:cubicBezTo>
                    <a:lnTo>
                      <a:pt x="37296" y="19618"/>
                    </a:lnTo>
                    <a:cubicBezTo>
                      <a:pt x="35514" y="23634"/>
                      <a:pt x="31688" y="26344"/>
                      <a:pt x="27315" y="2674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3" name="任意多边形: 形状 422"/>
              <p:cNvSpPr/>
              <p:nvPr/>
            </p:nvSpPr>
            <p:spPr>
              <a:xfrm>
                <a:off x="5327770" y="2967665"/>
                <a:ext cx="126944" cy="75777"/>
              </a:xfrm>
              <a:custGeom>
                <a:avLst/>
                <a:gdLst>
                  <a:gd name="connsiteX0" fmla="*/ 27276 w 47099"/>
                  <a:gd name="connsiteY0" fmla="*/ 27817 h 28115"/>
                  <a:gd name="connsiteX1" fmla="*/ 3723 w 47099"/>
                  <a:gd name="connsiteY1" fmla="*/ 27817 h 28115"/>
                  <a:gd name="connsiteX2" fmla="*/ 777 w 47099"/>
                  <a:gd name="connsiteY2" fmla="*/ 20307 h 28115"/>
                  <a:gd name="connsiteX3" fmla="*/ 8191 w 47099"/>
                  <a:gd name="connsiteY3" fmla="*/ 7069 h 28115"/>
                  <a:gd name="connsiteX4" fmla="*/ 19361 w 47099"/>
                  <a:gd name="connsiteY4" fmla="*/ -298 h 28115"/>
                  <a:gd name="connsiteX5" fmla="*/ 42628 w 47099"/>
                  <a:gd name="connsiteY5" fmla="*/ -298 h 28115"/>
                  <a:gd name="connsiteX6" fmla="*/ 45694 w 47099"/>
                  <a:gd name="connsiteY6" fmla="*/ 7069 h 28115"/>
                  <a:gd name="connsiteX7" fmla="*/ 38565 w 47099"/>
                  <a:gd name="connsiteY7" fmla="*/ 20307 h 28115"/>
                  <a:gd name="connsiteX8" fmla="*/ 27276 w 47099"/>
                  <a:gd name="connsiteY8" fmla="*/ 27817 h 28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099" h="28115">
                    <a:moveTo>
                      <a:pt x="27276" y="27817"/>
                    </a:moveTo>
                    <a:lnTo>
                      <a:pt x="3723" y="27817"/>
                    </a:lnTo>
                    <a:cubicBezTo>
                      <a:pt x="-222" y="27817"/>
                      <a:pt x="-1529" y="24443"/>
                      <a:pt x="777" y="20307"/>
                    </a:cubicBezTo>
                    <a:lnTo>
                      <a:pt x="8191" y="7069"/>
                    </a:lnTo>
                    <a:cubicBezTo>
                      <a:pt x="10520" y="2958"/>
                      <a:pt x="14679" y="225"/>
                      <a:pt x="19361" y="-298"/>
                    </a:cubicBezTo>
                    <a:lnTo>
                      <a:pt x="42628" y="-298"/>
                    </a:lnTo>
                    <a:cubicBezTo>
                      <a:pt x="46526" y="-298"/>
                      <a:pt x="47881" y="3005"/>
                      <a:pt x="45694" y="7069"/>
                    </a:cubicBezTo>
                    <a:lnTo>
                      <a:pt x="38565" y="20307"/>
                    </a:lnTo>
                    <a:cubicBezTo>
                      <a:pt x="36259" y="24514"/>
                      <a:pt x="32029" y="27318"/>
                      <a:pt x="27276" y="2781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4" name="任意多边形: 形状 423"/>
              <p:cNvSpPr/>
              <p:nvPr/>
            </p:nvSpPr>
            <p:spPr>
              <a:xfrm>
                <a:off x="5448186" y="2967665"/>
                <a:ext cx="492951" cy="75777"/>
              </a:xfrm>
              <a:custGeom>
                <a:avLst/>
                <a:gdLst>
                  <a:gd name="connsiteX0" fmla="*/ 165122 w 182896"/>
                  <a:gd name="connsiteY0" fmla="*/ 27817 h 28115"/>
                  <a:gd name="connsiteX1" fmla="*/ 3798 w 182896"/>
                  <a:gd name="connsiteY1" fmla="*/ 27817 h 28115"/>
                  <a:gd name="connsiteX2" fmla="*/ 709 w 182896"/>
                  <a:gd name="connsiteY2" fmla="*/ 20307 h 28115"/>
                  <a:gd name="connsiteX3" fmla="*/ 7839 w 182896"/>
                  <a:gd name="connsiteY3" fmla="*/ 7069 h 28115"/>
                  <a:gd name="connsiteX4" fmla="*/ 18865 w 182896"/>
                  <a:gd name="connsiteY4" fmla="*/ -298 h 28115"/>
                  <a:gd name="connsiteX5" fmla="*/ 178098 w 182896"/>
                  <a:gd name="connsiteY5" fmla="*/ -298 h 28115"/>
                  <a:gd name="connsiteX6" fmla="*/ 181758 w 182896"/>
                  <a:gd name="connsiteY6" fmla="*/ 7069 h 28115"/>
                  <a:gd name="connsiteX7" fmla="*/ 175674 w 182896"/>
                  <a:gd name="connsiteY7" fmla="*/ 20307 h 28115"/>
                  <a:gd name="connsiteX8" fmla="*/ 165122 w 182896"/>
                  <a:gd name="connsiteY8" fmla="*/ 27817 h 28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2896" h="28115">
                    <a:moveTo>
                      <a:pt x="165122" y="27817"/>
                    </a:moveTo>
                    <a:lnTo>
                      <a:pt x="3798" y="27817"/>
                    </a:lnTo>
                    <a:cubicBezTo>
                      <a:pt x="-147" y="27817"/>
                      <a:pt x="-1526" y="24443"/>
                      <a:pt x="709" y="20307"/>
                    </a:cubicBezTo>
                    <a:lnTo>
                      <a:pt x="7839" y="7069"/>
                    </a:lnTo>
                    <a:cubicBezTo>
                      <a:pt x="10073" y="2958"/>
                      <a:pt x="14207" y="201"/>
                      <a:pt x="18865" y="-298"/>
                    </a:cubicBezTo>
                    <a:lnTo>
                      <a:pt x="178098" y="-298"/>
                    </a:lnTo>
                    <a:cubicBezTo>
                      <a:pt x="181996" y="-298"/>
                      <a:pt x="183636" y="3005"/>
                      <a:pt x="181758" y="7069"/>
                    </a:cubicBezTo>
                    <a:lnTo>
                      <a:pt x="175674" y="20307"/>
                    </a:lnTo>
                    <a:cubicBezTo>
                      <a:pt x="173726" y="24490"/>
                      <a:pt x="169709" y="27342"/>
                      <a:pt x="165122" y="2781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5" name="任意多边形: 形状 424"/>
              <p:cNvSpPr/>
              <p:nvPr/>
            </p:nvSpPr>
            <p:spPr>
              <a:xfrm>
                <a:off x="6051009" y="2967665"/>
                <a:ext cx="120389" cy="75777"/>
              </a:xfrm>
              <a:custGeom>
                <a:avLst/>
                <a:gdLst>
                  <a:gd name="connsiteX0" fmla="*/ 27780 w 44667"/>
                  <a:gd name="connsiteY0" fmla="*/ 27817 h 28115"/>
                  <a:gd name="connsiteX1" fmla="*/ 4228 w 44667"/>
                  <a:gd name="connsiteY1" fmla="*/ 27817 h 28115"/>
                  <a:gd name="connsiteX2" fmla="*/ 354 w 44667"/>
                  <a:gd name="connsiteY2" fmla="*/ 20307 h 28115"/>
                  <a:gd name="connsiteX3" fmla="*/ 6153 w 44667"/>
                  <a:gd name="connsiteY3" fmla="*/ 7069 h 28115"/>
                  <a:gd name="connsiteX4" fmla="*/ 16419 w 44667"/>
                  <a:gd name="connsiteY4" fmla="*/ -298 h 28115"/>
                  <a:gd name="connsiteX5" fmla="*/ 39687 w 44667"/>
                  <a:gd name="connsiteY5" fmla="*/ -298 h 28115"/>
                  <a:gd name="connsiteX6" fmla="*/ 43655 w 44667"/>
                  <a:gd name="connsiteY6" fmla="*/ 7069 h 28115"/>
                  <a:gd name="connsiteX7" fmla="*/ 38094 w 44667"/>
                  <a:gd name="connsiteY7" fmla="*/ 20307 h 28115"/>
                  <a:gd name="connsiteX8" fmla="*/ 27780 w 44667"/>
                  <a:gd name="connsiteY8" fmla="*/ 27817 h 28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667" h="28115">
                    <a:moveTo>
                      <a:pt x="27780" y="27817"/>
                    </a:moveTo>
                    <a:lnTo>
                      <a:pt x="4228" y="27817"/>
                    </a:lnTo>
                    <a:cubicBezTo>
                      <a:pt x="282" y="27817"/>
                      <a:pt x="-1453" y="24443"/>
                      <a:pt x="354" y="20307"/>
                    </a:cubicBezTo>
                    <a:lnTo>
                      <a:pt x="6153" y="7069"/>
                    </a:lnTo>
                    <a:cubicBezTo>
                      <a:pt x="8006" y="2958"/>
                      <a:pt x="11927" y="130"/>
                      <a:pt x="16419" y="-298"/>
                    </a:cubicBezTo>
                    <a:lnTo>
                      <a:pt x="39687" y="-298"/>
                    </a:lnTo>
                    <a:cubicBezTo>
                      <a:pt x="43584" y="-298"/>
                      <a:pt x="45367" y="3005"/>
                      <a:pt x="43655" y="7069"/>
                    </a:cubicBezTo>
                    <a:lnTo>
                      <a:pt x="38094" y="20307"/>
                    </a:lnTo>
                    <a:cubicBezTo>
                      <a:pt x="36264" y="24490"/>
                      <a:pt x="32319" y="27366"/>
                      <a:pt x="27780" y="27817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6" name="任意多边形: 形状 425"/>
              <p:cNvSpPr/>
              <p:nvPr/>
            </p:nvSpPr>
            <p:spPr>
              <a:xfrm>
                <a:off x="5518324" y="1882821"/>
                <a:ext cx="852387" cy="727734"/>
              </a:xfrm>
              <a:custGeom>
                <a:avLst/>
                <a:gdLst>
                  <a:gd name="connsiteX0" fmla="*/ 5205 w 316255"/>
                  <a:gd name="connsiteY0" fmla="*/ 0 h 270006"/>
                  <a:gd name="connsiteX1" fmla="*/ 316256 w 316255"/>
                  <a:gd name="connsiteY1" fmla="*/ 0 h 270006"/>
                  <a:gd name="connsiteX2" fmla="*/ 316256 w 316255"/>
                  <a:gd name="connsiteY2" fmla="*/ 0 h 270006"/>
                  <a:gd name="connsiteX3" fmla="*/ 316256 w 316255"/>
                  <a:gd name="connsiteY3" fmla="*/ 270006 h 270006"/>
                  <a:gd name="connsiteX4" fmla="*/ 316256 w 316255"/>
                  <a:gd name="connsiteY4" fmla="*/ 270006 h 270006"/>
                  <a:gd name="connsiteX5" fmla="*/ 0 w 316255"/>
                  <a:gd name="connsiteY5" fmla="*/ 270006 h 270006"/>
                  <a:gd name="connsiteX6" fmla="*/ 0 w 316255"/>
                  <a:gd name="connsiteY6" fmla="*/ 270006 h 270006"/>
                  <a:gd name="connsiteX7" fmla="*/ 0 w 316255"/>
                  <a:gd name="connsiteY7" fmla="*/ 5205 h 270006"/>
                  <a:gd name="connsiteX8" fmla="*/ 5158 w 316255"/>
                  <a:gd name="connsiteY8" fmla="*/ 0 h 270006"/>
                  <a:gd name="connsiteX9" fmla="*/ 5205 w 316255"/>
                  <a:gd name="connsiteY9" fmla="*/ 0 h 27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255" h="270006">
                    <a:moveTo>
                      <a:pt x="5205" y="0"/>
                    </a:moveTo>
                    <a:lnTo>
                      <a:pt x="316256" y="0"/>
                    </a:lnTo>
                    <a:lnTo>
                      <a:pt x="316256" y="0"/>
                    </a:lnTo>
                    <a:lnTo>
                      <a:pt x="316256" y="270006"/>
                    </a:lnTo>
                    <a:lnTo>
                      <a:pt x="316256" y="270006"/>
                    </a:lnTo>
                    <a:lnTo>
                      <a:pt x="0" y="270006"/>
                    </a:lnTo>
                    <a:lnTo>
                      <a:pt x="0" y="270006"/>
                    </a:lnTo>
                    <a:lnTo>
                      <a:pt x="0" y="5205"/>
                    </a:lnTo>
                    <a:cubicBezTo>
                      <a:pt x="-24" y="2343"/>
                      <a:pt x="2306" y="14"/>
                      <a:pt x="5158" y="0"/>
                    </a:cubicBezTo>
                    <a:cubicBezTo>
                      <a:pt x="5182" y="0"/>
                      <a:pt x="5182" y="0"/>
                      <a:pt x="5205" y="0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7" name="任意多边形: 形状 426"/>
              <p:cNvSpPr/>
              <p:nvPr/>
            </p:nvSpPr>
            <p:spPr>
              <a:xfrm>
                <a:off x="5566497" y="1937268"/>
                <a:ext cx="764053" cy="619223"/>
              </a:xfrm>
              <a:custGeom>
                <a:avLst/>
                <a:gdLst>
                  <a:gd name="connsiteX0" fmla="*/ 0 w 283481"/>
                  <a:gd name="connsiteY0" fmla="*/ 0 h 229746"/>
                  <a:gd name="connsiteX1" fmla="*/ 283482 w 283481"/>
                  <a:gd name="connsiteY1" fmla="*/ 0 h 229746"/>
                  <a:gd name="connsiteX2" fmla="*/ 283482 w 283481"/>
                  <a:gd name="connsiteY2" fmla="*/ 229747 h 229746"/>
                  <a:gd name="connsiteX3" fmla="*/ 0 w 283481"/>
                  <a:gd name="connsiteY3" fmla="*/ 229747 h 229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3481" h="229746">
                    <a:moveTo>
                      <a:pt x="0" y="0"/>
                    </a:moveTo>
                    <a:lnTo>
                      <a:pt x="283482" y="0"/>
                    </a:lnTo>
                    <a:lnTo>
                      <a:pt x="283482" y="229747"/>
                    </a:lnTo>
                    <a:lnTo>
                      <a:pt x="0" y="229747"/>
                    </a:lnTo>
                    <a:close/>
                  </a:path>
                </a:pathLst>
              </a:custGeom>
              <a:solidFill>
                <a:srgbClr val="F1F2F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8" name="任意多边形: 形状 427"/>
              <p:cNvSpPr/>
              <p:nvPr/>
            </p:nvSpPr>
            <p:spPr>
              <a:xfrm>
                <a:off x="5638430" y="2007727"/>
                <a:ext cx="623388" cy="490024"/>
              </a:xfrm>
              <a:custGeom>
                <a:avLst/>
                <a:gdLst>
                  <a:gd name="connsiteX0" fmla="*/ 0 w 231291"/>
                  <a:gd name="connsiteY0" fmla="*/ 0 h 181810"/>
                  <a:gd name="connsiteX1" fmla="*/ 231291 w 231291"/>
                  <a:gd name="connsiteY1" fmla="*/ 0 h 181810"/>
                  <a:gd name="connsiteX2" fmla="*/ 231291 w 231291"/>
                  <a:gd name="connsiteY2" fmla="*/ 181811 h 181810"/>
                  <a:gd name="connsiteX3" fmla="*/ 0 w 231291"/>
                  <a:gd name="connsiteY3" fmla="*/ 181811 h 181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291" h="181810">
                    <a:moveTo>
                      <a:pt x="0" y="0"/>
                    </a:moveTo>
                    <a:lnTo>
                      <a:pt x="231291" y="0"/>
                    </a:lnTo>
                    <a:lnTo>
                      <a:pt x="231291" y="181811"/>
                    </a:lnTo>
                    <a:lnTo>
                      <a:pt x="0" y="181811"/>
                    </a:ln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9" name="任意多边形: 形状 428"/>
              <p:cNvSpPr/>
              <p:nvPr/>
            </p:nvSpPr>
            <p:spPr>
              <a:xfrm>
                <a:off x="5948524" y="2252742"/>
                <a:ext cx="313358" cy="239694"/>
              </a:xfrm>
              <a:custGeom>
                <a:avLst/>
                <a:gdLst>
                  <a:gd name="connsiteX0" fmla="*/ 0 w 116263"/>
                  <a:gd name="connsiteY0" fmla="*/ 0 h 88932"/>
                  <a:gd name="connsiteX1" fmla="*/ 116264 w 116263"/>
                  <a:gd name="connsiteY1" fmla="*/ 0 h 88932"/>
                  <a:gd name="connsiteX2" fmla="*/ 116264 w 116263"/>
                  <a:gd name="connsiteY2" fmla="*/ 88933 h 88932"/>
                  <a:gd name="connsiteX3" fmla="*/ 0 w 116263"/>
                  <a:gd name="connsiteY3" fmla="*/ 88933 h 88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263" h="88932">
                    <a:moveTo>
                      <a:pt x="0" y="0"/>
                    </a:moveTo>
                    <a:lnTo>
                      <a:pt x="116264" y="0"/>
                    </a:lnTo>
                    <a:lnTo>
                      <a:pt x="116264" y="88933"/>
                    </a:lnTo>
                    <a:lnTo>
                      <a:pt x="0" y="88933"/>
                    </a:ln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0" name="任意多边形: 形状 429"/>
              <p:cNvSpPr/>
              <p:nvPr/>
            </p:nvSpPr>
            <p:spPr>
              <a:xfrm>
                <a:off x="6080541" y="2431200"/>
                <a:ext cx="82760" cy="70653"/>
              </a:xfrm>
              <a:custGeom>
                <a:avLst/>
                <a:gdLst>
                  <a:gd name="connsiteX0" fmla="*/ 30706 w 30706"/>
                  <a:gd name="connsiteY0" fmla="*/ 26214 h 26214"/>
                  <a:gd name="connsiteX1" fmla="*/ 24574 w 30706"/>
                  <a:gd name="connsiteY1" fmla="*/ 0 h 26214"/>
                  <a:gd name="connsiteX2" fmla="*/ 0 w 30706"/>
                  <a:gd name="connsiteY2" fmla="*/ 8271 h 26214"/>
                  <a:gd name="connsiteX3" fmla="*/ 2044 w 30706"/>
                  <a:gd name="connsiteY3" fmla="*/ 22126 h 26214"/>
                  <a:gd name="connsiteX4" fmla="*/ 17777 w 30706"/>
                  <a:gd name="connsiteY4" fmla="*/ 25216 h 26214"/>
                  <a:gd name="connsiteX5" fmla="*/ 30706 w 30706"/>
                  <a:gd name="connsiteY5" fmla="*/ 26214 h 2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06" h="26214">
                    <a:moveTo>
                      <a:pt x="30706" y="26214"/>
                    </a:moveTo>
                    <a:lnTo>
                      <a:pt x="24574" y="0"/>
                    </a:lnTo>
                    <a:lnTo>
                      <a:pt x="0" y="8271"/>
                    </a:lnTo>
                    <a:lnTo>
                      <a:pt x="2044" y="22126"/>
                    </a:lnTo>
                    <a:lnTo>
                      <a:pt x="17777" y="25216"/>
                    </a:lnTo>
                    <a:lnTo>
                      <a:pt x="30706" y="26214"/>
                    </a:ln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1" name="任意多边形: 形状 430"/>
              <p:cNvSpPr/>
              <p:nvPr/>
            </p:nvSpPr>
            <p:spPr>
              <a:xfrm>
                <a:off x="6080543" y="2434978"/>
                <a:ext cx="64821" cy="58802"/>
              </a:xfrm>
              <a:custGeom>
                <a:avLst/>
                <a:gdLst>
                  <a:gd name="connsiteX0" fmla="*/ 9335 w 24050"/>
                  <a:gd name="connsiteY0" fmla="*/ 21519 h 21817"/>
                  <a:gd name="connsiteX1" fmla="*/ 1683 w 24050"/>
                  <a:gd name="connsiteY1" fmla="*/ 20426 h 21817"/>
                  <a:gd name="connsiteX2" fmla="*/ -361 w 24050"/>
                  <a:gd name="connsiteY2" fmla="*/ 6570 h 21817"/>
                  <a:gd name="connsiteX3" fmla="*/ 19340 w 24050"/>
                  <a:gd name="connsiteY3" fmla="*/ -60 h 21817"/>
                  <a:gd name="connsiteX4" fmla="*/ 23689 w 24050"/>
                  <a:gd name="connsiteY4" fmla="*/ -298 h 21817"/>
                  <a:gd name="connsiteX5" fmla="*/ 9335 w 24050"/>
                  <a:gd name="connsiteY5" fmla="*/ 21519 h 21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050" h="21817">
                    <a:moveTo>
                      <a:pt x="9335" y="21519"/>
                    </a:moveTo>
                    <a:lnTo>
                      <a:pt x="1683" y="20426"/>
                    </a:lnTo>
                    <a:lnTo>
                      <a:pt x="-361" y="6570"/>
                    </a:lnTo>
                    <a:lnTo>
                      <a:pt x="19340" y="-60"/>
                    </a:lnTo>
                    <a:lnTo>
                      <a:pt x="23689" y="-298"/>
                    </a:lnTo>
                    <a:cubicBezTo>
                      <a:pt x="21717" y="8519"/>
                      <a:pt x="15015" y="16552"/>
                      <a:pt x="9335" y="21519"/>
                    </a:cubicBezTo>
                    <a:close/>
                  </a:path>
                </a:pathLst>
              </a:custGeom>
              <a:solidFill>
                <a:srgbClr val="E08B43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2" name="任意多边形: 形状 431"/>
              <p:cNvSpPr/>
              <p:nvPr/>
            </p:nvSpPr>
            <p:spPr>
              <a:xfrm>
                <a:off x="6048623" y="2301935"/>
                <a:ext cx="155441" cy="152190"/>
              </a:xfrm>
              <a:custGeom>
                <a:avLst/>
                <a:gdLst>
                  <a:gd name="connsiteX0" fmla="*/ 12551 w 57672"/>
                  <a:gd name="connsiteY0" fmla="*/ 56052 h 56466"/>
                  <a:gd name="connsiteX1" fmla="*/ -212 w 57672"/>
                  <a:gd name="connsiteY1" fmla="*/ 46236 h 56466"/>
                  <a:gd name="connsiteX2" fmla="*/ 14737 w 57672"/>
                  <a:gd name="connsiteY2" fmla="*/ -298 h 56466"/>
                  <a:gd name="connsiteX3" fmla="*/ 57255 w 57672"/>
                  <a:gd name="connsiteY3" fmla="*/ 31739 h 56466"/>
                  <a:gd name="connsiteX4" fmla="*/ 32278 w 57672"/>
                  <a:gd name="connsiteY4" fmla="*/ 53414 h 5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72" h="56466">
                    <a:moveTo>
                      <a:pt x="12551" y="56052"/>
                    </a:moveTo>
                    <a:cubicBezTo>
                      <a:pt x="11886" y="56052"/>
                      <a:pt x="1690" y="57976"/>
                      <a:pt x="-212" y="46236"/>
                    </a:cubicBezTo>
                    <a:cubicBezTo>
                      <a:pt x="-2112" y="34496"/>
                      <a:pt x="14737" y="-298"/>
                      <a:pt x="14737" y="-298"/>
                    </a:cubicBezTo>
                    <a:cubicBezTo>
                      <a:pt x="14737" y="-298"/>
                      <a:pt x="59109" y="23468"/>
                      <a:pt x="57255" y="31739"/>
                    </a:cubicBezTo>
                    <a:cubicBezTo>
                      <a:pt x="55402" y="40009"/>
                      <a:pt x="32278" y="53414"/>
                      <a:pt x="32278" y="53414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3" name="任意多边形: 形状 432"/>
              <p:cNvSpPr/>
              <p:nvPr/>
            </p:nvSpPr>
            <p:spPr>
              <a:xfrm>
                <a:off x="6059795" y="2264479"/>
                <a:ext cx="164028" cy="190948"/>
              </a:xfrm>
              <a:custGeom>
                <a:avLst/>
                <a:gdLst>
                  <a:gd name="connsiteX0" fmla="*/ 30889 w 60858"/>
                  <a:gd name="connsiteY0" fmla="*/ 65646 h 70846"/>
                  <a:gd name="connsiteX1" fmla="*/ 43271 w 60858"/>
                  <a:gd name="connsiteY1" fmla="*/ 65646 h 70846"/>
                  <a:gd name="connsiteX2" fmla="*/ 53657 w 60858"/>
                  <a:gd name="connsiteY2" fmla="*/ 63436 h 70846"/>
                  <a:gd name="connsiteX3" fmla="*/ 52777 w 60858"/>
                  <a:gd name="connsiteY3" fmla="*/ 56069 h 70846"/>
                  <a:gd name="connsiteX4" fmla="*/ 59337 w 60858"/>
                  <a:gd name="connsiteY4" fmla="*/ 39052 h 70846"/>
                  <a:gd name="connsiteX5" fmla="*/ 52208 w 60858"/>
                  <a:gd name="connsiteY5" fmla="*/ 31756 h 70846"/>
                  <a:gd name="connsiteX6" fmla="*/ 51138 w 60858"/>
                  <a:gd name="connsiteY6" fmla="*/ 13504 h 70846"/>
                  <a:gd name="connsiteX7" fmla="*/ 38565 w 60858"/>
                  <a:gd name="connsiteY7" fmla="*/ 13504 h 70846"/>
                  <a:gd name="connsiteX8" fmla="*/ 25210 w 60858"/>
                  <a:gd name="connsiteY8" fmla="*/ -162 h 70846"/>
                  <a:gd name="connsiteX9" fmla="*/ 18080 w 60858"/>
                  <a:gd name="connsiteY9" fmla="*/ 6968 h 70846"/>
                  <a:gd name="connsiteX10" fmla="*/ 1585 w 60858"/>
                  <a:gd name="connsiteY10" fmla="*/ 7800 h 70846"/>
                  <a:gd name="connsiteX11" fmla="*/ 4628 w 60858"/>
                  <a:gd name="connsiteY11" fmla="*/ 20420 h 70846"/>
                  <a:gd name="connsiteX12" fmla="*/ 15251 w 60858"/>
                  <a:gd name="connsiteY12" fmla="*/ 26646 h 70846"/>
                  <a:gd name="connsiteX13" fmla="*/ 26659 w 60858"/>
                  <a:gd name="connsiteY13" fmla="*/ 34513 h 70846"/>
                  <a:gd name="connsiteX14" fmla="*/ 32125 w 60858"/>
                  <a:gd name="connsiteY14" fmla="*/ 45517 h 70846"/>
                  <a:gd name="connsiteX15" fmla="*/ 32576 w 60858"/>
                  <a:gd name="connsiteY15" fmla="*/ 57019 h 70846"/>
                  <a:gd name="connsiteX16" fmla="*/ 30889 w 60858"/>
                  <a:gd name="connsiteY16" fmla="*/ 65646 h 70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0858" h="70846">
                    <a:moveTo>
                      <a:pt x="30889" y="65646"/>
                    </a:moveTo>
                    <a:cubicBezTo>
                      <a:pt x="36664" y="73252"/>
                      <a:pt x="42772" y="71018"/>
                      <a:pt x="43271" y="65646"/>
                    </a:cubicBezTo>
                    <a:cubicBezTo>
                      <a:pt x="43271" y="65646"/>
                      <a:pt x="50520" y="68926"/>
                      <a:pt x="53657" y="63436"/>
                    </a:cubicBezTo>
                    <a:cubicBezTo>
                      <a:pt x="56533" y="58421"/>
                      <a:pt x="52516" y="56568"/>
                      <a:pt x="52777" y="56069"/>
                    </a:cubicBezTo>
                    <a:cubicBezTo>
                      <a:pt x="53040" y="55570"/>
                      <a:pt x="64019" y="49319"/>
                      <a:pt x="59337" y="39052"/>
                    </a:cubicBezTo>
                    <a:cubicBezTo>
                      <a:pt x="56152" y="32065"/>
                      <a:pt x="52208" y="31756"/>
                      <a:pt x="52208" y="31756"/>
                    </a:cubicBezTo>
                    <a:cubicBezTo>
                      <a:pt x="52208" y="31756"/>
                      <a:pt x="58482" y="19350"/>
                      <a:pt x="51138" y="13504"/>
                    </a:cubicBezTo>
                    <a:cubicBezTo>
                      <a:pt x="43794" y="7657"/>
                      <a:pt x="38565" y="13504"/>
                      <a:pt x="38565" y="13504"/>
                    </a:cubicBezTo>
                    <a:cubicBezTo>
                      <a:pt x="38565" y="13504"/>
                      <a:pt x="33028" y="-1897"/>
                      <a:pt x="25210" y="-162"/>
                    </a:cubicBezTo>
                    <a:cubicBezTo>
                      <a:pt x="17390" y="1573"/>
                      <a:pt x="18080" y="6968"/>
                      <a:pt x="18080" y="6968"/>
                    </a:cubicBezTo>
                    <a:cubicBezTo>
                      <a:pt x="18080" y="6968"/>
                      <a:pt x="5435" y="2215"/>
                      <a:pt x="1585" y="7800"/>
                    </a:cubicBezTo>
                    <a:cubicBezTo>
                      <a:pt x="-2264" y="13385"/>
                      <a:pt x="41" y="19398"/>
                      <a:pt x="4628" y="20420"/>
                    </a:cubicBezTo>
                    <a:cubicBezTo>
                      <a:pt x="9214" y="21442"/>
                      <a:pt x="11567" y="18518"/>
                      <a:pt x="15251" y="26646"/>
                    </a:cubicBezTo>
                    <a:cubicBezTo>
                      <a:pt x="18935" y="34774"/>
                      <a:pt x="22049" y="32754"/>
                      <a:pt x="26659" y="34513"/>
                    </a:cubicBezTo>
                    <a:cubicBezTo>
                      <a:pt x="31269" y="36272"/>
                      <a:pt x="31887" y="39480"/>
                      <a:pt x="32125" y="45517"/>
                    </a:cubicBezTo>
                    <a:cubicBezTo>
                      <a:pt x="32363" y="51553"/>
                      <a:pt x="34501" y="53241"/>
                      <a:pt x="32576" y="57019"/>
                    </a:cubicBezTo>
                    <a:cubicBezTo>
                      <a:pt x="31365" y="59729"/>
                      <a:pt x="30794" y="62676"/>
                      <a:pt x="30889" y="65646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4" name="任意多边形: 形状 433"/>
              <p:cNvSpPr/>
              <p:nvPr/>
            </p:nvSpPr>
            <p:spPr>
              <a:xfrm>
                <a:off x="6133982" y="2385335"/>
                <a:ext cx="29429" cy="29508"/>
              </a:xfrm>
              <a:custGeom>
                <a:avLst/>
                <a:gdLst>
                  <a:gd name="connsiteX0" fmla="*/ 2175 w 10919"/>
                  <a:gd name="connsiteY0" fmla="*/ 557 h 10948"/>
                  <a:gd name="connsiteX1" fmla="*/ 488 w 10919"/>
                  <a:gd name="connsiteY1" fmla="*/ 8091 h 10948"/>
                  <a:gd name="connsiteX2" fmla="*/ 8021 w 10919"/>
                  <a:gd name="connsiteY2" fmla="*/ 9802 h 10948"/>
                  <a:gd name="connsiteX3" fmla="*/ 9709 w 10919"/>
                  <a:gd name="connsiteY3" fmla="*/ 2245 h 10948"/>
                  <a:gd name="connsiteX4" fmla="*/ 9709 w 10919"/>
                  <a:gd name="connsiteY4" fmla="*/ 2245 h 10948"/>
                  <a:gd name="connsiteX5" fmla="*/ 2199 w 10919"/>
                  <a:gd name="connsiteY5" fmla="*/ 534 h 10948"/>
                  <a:gd name="connsiteX6" fmla="*/ 2175 w 10919"/>
                  <a:gd name="connsiteY6" fmla="*/ 557 h 10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9" h="10948">
                    <a:moveTo>
                      <a:pt x="2175" y="557"/>
                    </a:moveTo>
                    <a:cubicBezTo>
                      <a:pt x="-368" y="2174"/>
                      <a:pt x="-1128" y="5548"/>
                      <a:pt x="488" y="8091"/>
                    </a:cubicBezTo>
                    <a:cubicBezTo>
                      <a:pt x="2080" y="10658"/>
                      <a:pt x="5454" y="11419"/>
                      <a:pt x="8021" y="9802"/>
                    </a:cubicBezTo>
                    <a:cubicBezTo>
                      <a:pt x="10565" y="8187"/>
                      <a:pt x="11325" y="4812"/>
                      <a:pt x="9709" y="2245"/>
                    </a:cubicBezTo>
                    <a:cubicBezTo>
                      <a:pt x="9709" y="2245"/>
                      <a:pt x="9709" y="2245"/>
                      <a:pt x="9709" y="2245"/>
                    </a:cubicBezTo>
                    <a:cubicBezTo>
                      <a:pt x="8117" y="-298"/>
                      <a:pt x="4742" y="-1058"/>
                      <a:pt x="2199" y="534"/>
                    </a:cubicBezTo>
                    <a:cubicBezTo>
                      <a:pt x="2199" y="534"/>
                      <a:pt x="2175" y="557"/>
                      <a:pt x="2175" y="557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5" name="任意多边形: 形状 434"/>
              <p:cNvSpPr/>
              <p:nvPr/>
            </p:nvSpPr>
            <p:spPr>
              <a:xfrm>
                <a:off x="6144033" y="2388790"/>
                <a:ext cx="15932" cy="21206"/>
              </a:xfrm>
              <a:custGeom>
                <a:avLst/>
                <a:gdLst>
                  <a:gd name="connsiteX0" fmla="*/ 1417 w 5911"/>
                  <a:gd name="connsiteY0" fmla="*/ 7072 h 7868"/>
                  <a:gd name="connsiteX1" fmla="*/ 2677 w 5911"/>
                  <a:gd name="connsiteY1" fmla="*/ 7523 h 7868"/>
                  <a:gd name="connsiteX2" fmla="*/ 5053 w 5911"/>
                  <a:gd name="connsiteY2" fmla="*/ 5622 h 7868"/>
                  <a:gd name="connsiteX3" fmla="*/ 3484 w 5911"/>
                  <a:gd name="connsiteY3" fmla="*/ 203 h 7868"/>
                  <a:gd name="connsiteX4" fmla="*/ 419 w 5911"/>
                  <a:gd name="connsiteY4" fmla="*/ -130 h 7868"/>
                  <a:gd name="connsiteX5" fmla="*/ -318 w 5911"/>
                  <a:gd name="connsiteY5" fmla="*/ 1249 h 7868"/>
                  <a:gd name="connsiteX6" fmla="*/ 1060 w 5911"/>
                  <a:gd name="connsiteY6" fmla="*/ 2009 h 7868"/>
                  <a:gd name="connsiteX7" fmla="*/ 3247 w 5911"/>
                  <a:gd name="connsiteY7" fmla="*/ 3198 h 7868"/>
                  <a:gd name="connsiteX8" fmla="*/ 3104 w 5911"/>
                  <a:gd name="connsiteY8" fmla="*/ 4553 h 7868"/>
                  <a:gd name="connsiteX9" fmla="*/ 2058 w 5911"/>
                  <a:gd name="connsiteY9" fmla="*/ 5408 h 7868"/>
                  <a:gd name="connsiteX10" fmla="*/ 1298 w 5911"/>
                  <a:gd name="connsiteY10" fmla="*/ 6786 h 7868"/>
                  <a:gd name="connsiteX11" fmla="*/ 1417 w 5911"/>
                  <a:gd name="connsiteY11" fmla="*/ 7072 h 7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911" h="7868">
                    <a:moveTo>
                      <a:pt x="1417" y="7072"/>
                    </a:moveTo>
                    <a:cubicBezTo>
                      <a:pt x="1679" y="7476"/>
                      <a:pt x="2201" y="7666"/>
                      <a:pt x="2677" y="7523"/>
                    </a:cubicBezTo>
                    <a:cubicBezTo>
                      <a:pt x="3698" y="7238"/>
                      <a:pt x="4554" y="6549"/>
                      <a:pt x="5053" y="5622"/>
                    </a:cubicBezTo>
                    <a:cubicBezTo>
                      <a:pt x="6122" y="3697"/>
                      <a:pt x="5410" y="1273"/>
                      <a:pt x="3484" y="203"/>
                    </a:cubicBezTo>
                    <a:cubicBezTo>
                      <a:pt x="2534" y="-320"/>
                      <a:pt x="1441" y="-439"/>
                      <a:pt x="419" y="-130"/>
                    </a:cubicBezTo>
                    <a:cubicBezTo>
                      <a:pt x="-151" y="61"/>
                      <a:pt x="-484" y="655"/>
                      <a:pt x="-318" y="1249"/>
                    </a:cubicBezTo>
                    <a:cubicBezTo>
                      <a:pt x="-151" y="1843"/>
                      <a:pt x="466" y="2176"/>
                      <a:pt x="1060" y="2009"/>
                    </a:cubicBezTo>
                    <a:cubicBezTo>
                      <a:pt x="1987" y="1748"/>
                      <a:pt x="2961" y="2271"/>
                      <a:pt x="3247" y="3198"/>
                    </a:cubicBezTo>
                    <a:cubicBezTo>
                      <a:pt x="3389" y="3649"/>
                      <a:pt x="3342" y="4148"/>
                      <a:pt x="3104" y="4553"/>
                    </a:cubicBezTo>
                    <a:cubicBezTo>
                      <a:pt x="2890" y="4956"/>
                      <a:pt x="2510" y="5289"/>
                      <a:pt x="2058" y="5408"/>
                    </a:cubicBezTo>
                    <a:cubicBezTo>
                      <a:pt x="1464" y="5574"/>
                      <a:pt x="1131" y="6192"/>
                      <a:pt x="1298" y="6786"/>
                    </a:cubicBezTo>
                    <a:cubicBezTo>
                      <a:pt x="1321" y="6882"/>
                      <a:pt x="1369" y="6976"/>
                      <a:pt x="1417" y="7072"/>
                    </a:cubicBezTo>
                    <a:close/>
                  </a:path>
                </a:pathLst>
              </a:custGeom>
              <a:solidFill>
                <a:srgbClr val="E08B43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6" name="任意多边形: 形状 435"/>
              <p:cNvSpPr/>
              <p:nvPr/>
            </p:nvSpPr>
            <p:spPr>
              <a:xfrm>
                <a:off x="6094389" y="2373750"/>
                <a:ext cx="12951" cy="12794"/>
              </a:xfrm>
              <a:custGeom>
                <a:avLst/>
                <a:gdLst>
                  <a:gd name="connsiteX0" fmla="*/ -198 w 4805"/>
                  <a:gd name="connsiteY0" fmla="*/ 1363 h 4747"/>
                  <a:gd name="connsiteX1" fmla="*/ 943 w 4805"/>
                  <a:gd name="connsiteY1" fmla="*/ 4167 h 4747"/>
                  <a:gd name="connsiteX2" fmla="*/ 4150 w 4805"/>
                  <a:gd name="connsiteY2" fmla="*/ 3193 h 4747"/>
                  <a:gd name="connsiteX3" fmla="*/ 3200 w 4805"/>
                  <a:gd name="connsiteY3" fmla="*/ -16 h 4747"/>
                  <a:gd name="connsiteX4" fmla="*/ -32 w 4805"/>
                  <a:gd name="connsiteY4" fmla="*/ 959 h 4747"/>
                  <a:gd name="connsiteX5" fmla="*/ -198 w 4805"/>
                  <a:gd name="connsiteY5" fmla="*/ 1363 h 4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05" h="4747">
                    <a:moveTo>
                      <a:pt x="-198" y="1363"/>
                    </a:moveTo>
                    <a:cubicBezTo>
                      <a:pt x="-650" y="2456"/>
                      <a:pt x="-127" y="3692"/>
                      <a:pt x="943" y="4167"/>
                    </a:cubicBezTo>
                    <a:cubicBezTo>
                      <a:pt x="2107" y="4785"/>
                      <a:pt x="3533" y="4357"/>
                      <a:pt x="4150" y="3193"/>
                    </a:cubicBezTo>
                    <a:cubicBezTo>
                      <a:pt x="4792" y="2052"/>
                      <a:pt x="4341" y="602"/>
                      <a:pt x="3200" y="-16"/>
                    </a:cubicBezTo>
                    <a:cubicBezTo>
                      <a:pt x="2036" y="-634"/>
                      <a:pt x="610" y="-206"/>
                      <a:pt x="-32" y="959"/>
                    </a:cubicBezTo>
                    <a:cubicBezTo>
                      <a:pt x="-103" y="1078"/>
                      <a:pt x="-150" y="1220"/>
                      <a:pt x="-198" y="1363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7" name="任意多边形: 形状 436"/>
              <p:cNvSpPr/>
              <p:nvPr/>
            </p:nvSpPr>
            <p:spPr>
              <a:xfrm>
                <a:off x="6060119" y="2365101"/>
                <a:ext cx="12951" cy="12794"/>
              </a:xfrm>
              <a:custGeom>
                <a:avLst/>
                <a:gdLst>
                  <a:gd name="connsiteX0" fmla="*/ -198 w 4805"/>
                  <a:gd name="connsiteY0" fmla="*/ 1363 h 4747"/>
                  <a:gd name="connsiteX1" fmla="*/ 942 w 4805"/>
                  <a:gd name="connsiteY1" fmla="*/ 4167 h 4747"/>
                  <a:gd name="connsiteX2" fmla="*/ 4151 w 4805"/>
                  <a:gd name="connsiteY2" fmla="*/ 3193 h 4747"/>
                  <a:gd name="connsiteX3" fmla="*/ 3199 w 4805"/>
                  <a:gd name="connsiteY3" fmla="*/ -16 h 4747"/>
                  <a:gd name="connsiteX4" fmla="*/ -32 w 4805"/>
                  <a:gd name="connsiteY4" fmla="*/ 959 h 4747"/>
                  <a:gd name="connsiteX5" fmla="*/ -198 w 4805"/>
                  <a:gd name="connsiteY5" fmla="*/ 1363 h 4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05" h="4747">
                    <a:moveTo>
                      <a:pt x="-198" y="1363"/>
                    </a:moveTo>
                    <a:cubicBezTo>
                      <a:pt x="-650" y="2456"/>
                      <a:pt x="-128" y="3692"/>
                      <a:pt x="942" y="4167"/>
                    </a:cubicBezTo>
                    <a:cubicBezTo>
                      <a:pt x="2106" y="4785"/>
                      <a:pt x="3533" y="4357"/>
                      <a:pt x="4151" y="3193"/>
                    </a:cubicBezTo>
                    <a:cubicBezTo>
                      <a:pt x="4793" y="2052"/>
                      <a:pt x="4340" y="602"/>
                      <a:pt x="3199" y="-16"/>
                    </a:cubicBezTo>
                    <a:cubicBezTo>
                      <a:pt x="2036" y="-633"/>
                      <a:pt x="609" y="-206"/>
                      <a:pt x="-32" y="959"/>
                    </a:cubicBezTo>
                    <a:cubicBezTo>
                      <a:pt x="-103" y="1078"/>
                      <a:pt x="-151" y="1220"/>
                      <a:pt x="-198" y="1363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8" name="任意多边形: 形状 437"/>
              <p:cNvSpPr/>
              <p:nvPr/>
            </p:nvSpPr>
            <p:spPr>
              <a:xfrm>
                <a:off x="6058035" y="2387593"/>
                <a:ext cx="17721" cy="19875"/>
              </a:xfrm>
              <a:custGeom>
                <a:avLst/>
                <a:gdLst>
                  <a:gd name="connsiteX0" fmla="*/ 194 w 6575"/>
                  <a:gd name="connsiteY0" fmla="*/ 4425 h 7374"/>
                  <a:gd name="connsiteX1" fmla="*/ 4947 w 6575"/>
                  <a:gd name="connsiteY1" fmla="*/ 7064 h 7374"/>
                  <a:gd name="connsiteX2" fmla="*/ 6207 w 6575"/>
                  <a:gd name="connsiteY2" fmla="*/ 6113 h 7374"/>
                  <a:gd name="connsiteX3" fmla="*/ 5256 w 6575"/>
                  <a:gd name="connsiteY3" fmla="*/ 4853 h 7374"/>
                  <a:gd name="connsiteX4" fmla="*/ 1905 w 6575"/>
                  <a:gd name="connsiteY4" fmla="*/ 2976 h 7374"/>
                  <a:gd name="connsiteX5" fmla="*/ 2357 w 6575"/>
                  <a:gd name="connsiteY5" fmla="*/ 1526 h 7374"/>
                  <a:gd name="connsiteX6" fmla="*/ 2262 w 6575"/>
                  <a:gd name="connsiteY6" fmla="*/ -43 h 7374"/>
                  <a:gd name="connsiteX7" fmla="*/ 693 w 6575"/>
                  <a:gd name="connsiteY7" fmla="*/ 76 h 7374"/>
                  <a:gd name="connsiteX8" fmla="*/ -163 w 6575"/>
                  <a:gd name="connsiteY8" fmla="*/ 3760 h 7374"/>
                  <a:gd name="connsiteX9" fmla="*/ 194 w 6575"/>
                  <a:gd name="connsiteY9" fmla="*/ 4425 h 7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575" h="7374">
                    <a:moveTo>
                      <a:pt x="194" y="4425"/>
                    </a:moveTo>
                    <a:cubicBezTo>
                      <a:pt x="1334" y="5923"/>
                      <a:pt x="3069" y="6897"/>
                      <a:pt x="4947" y="7064"/>
                    </a:cubicBezTo>
                    <a:cubicBezTo>
                      <a:pt x="5565" y="7159"/>
                      <a:pt x="6112" y="6731"/>
                      <a:pt x="6207" y="6113"/>
                    </a:cubicBezTo>
                    <a:cubicBezTo>
                      <a:pt x="6278" y="5495"/>
                      <a:pt x="5850" y="4949"/>
                      <a:pt x="5256" y="4853"/>
                    </a:cubicBezTo>
                    <a:cubicBezTo>
                      <a:pt x="3901" y="4806"/>
                      <a:pt x="2665" y="4093"/>
                      <a:pt x="1905" y="2976"/>
                    </a:cubicBezTo>
                    <a:cubicBezTo>
                      <a:pt x="1905" y="2833"/>
                      <a:pt x="1667" y="2334"/>
                      <a:pt x="2357" y="1526"/>
                    </a:cubicBezTo>
                    <a:cubicBezTo>
                      <a:pt x="2761" y="1075"/>
                      <a:pt x="2713" y="362"/>
                      <a:pt x="2262" y="-43"/>
                    </a:cubicBezTo>
                    <a:cubicBezTo>
                      <a:pt x="1786" y="-423"/>
                      <a:pt x="1096" y="-375"/>
                      <a:pt x="693" y="76"/>
                    </a:cubicBezTo>
                    <a:cubicBezTo>
                      <a:pt x="-281" y="1051"/>
                      <a:pt x="-614" y="2477"/>
                      <a:pt x="-163" y="3760"/>
                    </a:cubicBezTo>
                    <a:cubicBezTo>
                      <a:pt x="-67" y="3998"/>
                      <a:pt x="51" y="4212"/>
                      <a:pt x="194" y="4425"/>
                    </a:cubicBezTo>
                    <a:close/>
                  </a:path>
                </a:pathLst>
              </a:custGeom>
              <a:solidFill>
                <a:srgbClr val="E08B43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9" name="任意多边形: 形状 438"/>
              <p:cNvSpPr/>
              <p:nvPr/>
            </p:nvSpPr>
            <p:spPr>
              <a:xfrm>
                <a:off x="6059671" y="2420243"/>
                <a:ext cx="25484" cy="9805"/>
              </a:xfrm>
              <a:custGeom>
                <a:avLst/>
                <a:gdLst>
                  <a:gd name="connsiteX0" fmla="*/ -223 w 9455"/>
                  <a:gd name="connsiteY0" fmla="*/ 2127 h 3638"/>
                  <a:gd name="connsiteX1" fmla="*/ -9 w 9455"/>
                  <a:gd name="connsiteY1" fmla="*/ 2412 h 3638"/>
                  <a:gd name="connsiteX2" fmla="*/ 3818 w 9455"/>
                  <a:gd name="connsiteY2" fmla="*/ 3315 h 3638"/>
                  <a:gd name="connsiteX3" fmla="*/ 8808 w 9455"/>
                  <a:gd name="connsiteY3" fmla="*/ 1533 h 3638"/>
                  <a:gd name="connsiteX4" fmla="*/ 8737 w 9455"/>
                  <a:gd name="connsiteY4" fmla="*/ -12 h 3638"/>
                  <a:gd name="connsiteX5" fmla="*/ 7193 w 9455"/>
                  <a:gd name="connsiteY5" fmla="*/ 59 h 3638"/>
                  <a:gd name="connsiteX6" fmla="*/ 1512 w 9455"/>
                  <a:gd name="connsiteY6" fmla="*/ 796 h 3638"/>
                  <a:gd name="connsiteX7" fmla="*/ -32 w 9455"/>
                  <a:gd name="connsiteY7" fmla="*/ 796 h 3638"/>
                  <a:gd name="connsiteX8" fmla="*/ -223 w 9455"/>
                  <a:gd name="connsiteY8" fmla="*/ 2127 h 3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55" h="3638">
                    <a:moveTo>
                      <a:pt x="-223" y="2127"/>
                    </a:moveTo>
                    <a:lnTo>
                      <a:pt x="-9" y="2412"/>
                    </a:lnTo>
                    <a:cubicBezTo>
                      <a:pt x="1132" y="3125"/>
                      <a:pt x="2487" y="3434"/>
                      <a:pt x="3818" y="3315"/>
                    </a:cubicBezTo>
                    <a:cubicBezTo>
                      <a:pt x="5648" y="3363"/>
                      <a:pt x="7431" y="2721"/>
                      <a:pt x="8808" y="1533"/>
                    </a:cubicBezTo>
                    <a:cubicBezTo>
                      <a:pt x="9213" y="1081"/>
                      <a:pt x="9189" y="392"/>
                      <a:pt x="8737" y="-12"/>
                    </a:cubicBezTo>
                    <a:cubicBezTo>
                      <a:pt x="8286" y="-416"/>
                      <a:pt x="7597" y="-392"/>
                      <a:pt x="7193" y="59"/>
                    </a:cubicBezTo>
                    <a:cubicBezTo>
                      <a:pt x="5505" y="1129"/>
                      <a:pt x="3413" y="1390"/>
                      <a:pt x="1512" y="796"/>
                    </a:cubicBezTo>
                    <a:cubicBezTo>
                      <a:pt x="1084" y="368"/>
                      <a:pt x="395" y="368"/>
                      <a:pt x="-32" y="796"/>
                    </a:cubicBezTo>
                    <a:cubicBezTo>
                      <a:pt x="-389" y="1153"/>
                      <a:pt x="-460" y="1699"/>
                      <a:pt x="-223" y="2127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0" name="任意多边形: 形状 439"/>
              <p:cNvSpPr/>
              <p:nvPr/>
            </p:nvSpPr>
            <p:spPr>
              <a:xfrm>
                <a:off x="6101113" y="2357150"/>
                <a:ext cx="12940" cy="11617"/>
              </a:xfrm>
              <a:custGeom>
                <a:avLst/>
                <a:gdLst>
                  <a:gd name="connsiteX0" fmla="*/ 1251 w 4801"/>
                  <a:gd name="connsiteY0" fmla="*/ -179 h 4310"/>
                  <a:gd name="connsiteX1" fmla="*/ 4222 w 4801"/>
                  <a:gd name="connsiteY1" fmla="*/ 2341 h 4310"/>
                  <a:gd name="connsiteX2" fmla="*/ 2369 w 4801"/>
                  <a:gd name="connsiteY2" fmla="*/ 3529 h 4310"/>
                  <a:gd name="connsiteX3" fmla="*/ 230 w 4801"/>
                  <a:gd name="connsiteY3" fmla="*/ 1770 h 4310"/>
                  <a:gd name="connsiteX4" fmla="*/ 1251 w 4801"/>
                  <a:gd name="connsiteY4" fmla="*/ -179 h 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01" h="4310">
                    <a:moveTo>
                      <a:pt x="1251" y="-179"/>
                    </a:moveTo>
                    <a:cubicBezTo>
                      <a:pt x="2440" y="392"/>
                      <a:pt x="3462" y="1247"/>
                      <a:pt x="4222" y="2341"/>
                    </a:cubicBezTo>
                    <a:cubicBezTo>
                      <a:pt x="5079" y="3482"/>
                      <a:pt x="3201" y="4717"/>
                      <a:pt x="2369" y="3529"/>
                    </a:cubicBezTo>
                    <a:cubicBezTo>
                      <a:pt x="1822" y="2768"/>
                      <a:pt x="1085" y="2174"/>
                      <a:pt x="230" y="1770"/>
                    </a:cubicBezTo>
                    <a:cubicBezTo>
                      <a:pt x="-1053" y="1152"/>
                      <a:pt x="-32" y="-796"/>
                      <a:pt x="1251" y="-179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1" name="任意多边形: 形状 440"/>
              <p:cNvSpPr/>
              <p:nvPr/>
            </p:nvSpPr>
            <p:spPr>
              <a:xfrm>
                <a:off x="6068495" y="2347512"/>
                <a:ext cx="13099" cy="7142"/>
              </a:xfrm>
              <a:custGeom>
                <a:avLst/>
                <a:gdLst>
                  <a:gd name="connsiteX0" fmla="*/ 710 w 4860"/>
                  <a:gd name="connsiteY0" fmla="*/ 141 h 2650"/>
                  <a:gd name="connsiteX1" fmla="*/ 2896 w 4860"/>
                  <a:gd name="connsiteY1" fmla="*/ -192 h 2650"/>
                  <a:gd name="connsiteX2" fmla="*/ 4393 w 4860"/>
                  <a:gd name="connsiteY2" fmla="*/ 331 h 2650"/>
                  <a:gd name="connsiteX3" fmla="*/ 3846 w 4860"/>
                  <a:gd name="connsiteY3" fmla="*/ 1828 h 2650"/>
                  <a:gd name="connsiteX4" fmla="*/ 3538 w 4860"/>
                  <a:gd name="connsiteY4" fmla="*/ 1924 h 2650"/>
                  <a:gd name="connsiteX5" fmla="*/ 780 w 4860"/>
                  <a:gd name="connsiteY5" fmla="*/ 2351 h 2650"/>
                  <a:gd name="connsiteX6" fmla="*/ -360 w 4860"/>
                  <a:gd name="connsiteY6" fmla="*/ 1282 h 2650"/>
                  <a:gd name="connsiteX7" fmla="*/ 710 w 4860"/>
                  <a:gd name="connsiteY7" fmla="*/ 141 h 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60" h="2650">
                    <a:moveTo>
                      <a:pt x="710" y="141"/>
                    </a:moveTo>
                    <a:cubicBezTo>
                      <a:pt x="1447" y="94"/>
                      <a:pt x="2183" y="-25"/>
                      <a:pt x="2896" y="-192"/>
                    </a:cubicBezTo>
                    <a:cubicBezTo>
                      <a:pt x="3443" y="-453"/>
                      <a:pt x="4109" y="-215"/>
                      <a:pt x="4393" y="331"/>
                    </a:cubicBezTo>
                    <a:cubicBezTo>
                      <a:pt x="4655" y="902"/>
                      <a:pt x="4417" y="1567"/>
                      <a:pt x="3846" y="1828"/>
                    </a:cubicBezTo>
                    <a:cubicBezTo>
                      <a:pt x="3751" y="1876"/>
                      <a:pt x="3633" y="1900"/>
                      <a:pt x="3538" y="1924"/>
                    </a:cubicBezTo>
                    <a:cubicBezTo>
                      <a:pt x="2635" y="2137"/>
                      <a:pt x="1708" y="2280"/>
                      <a:pt x="780" y="2351"/>
                    </a:cubicBezTo>
                    <a:cubicBezTo>
                      <a:pt x="163" y="2375"/>
                      <a:pt x="-336" y="1900"/>
                      <a:pt x="-360" y="1282"/>
                    </a:cubicBezTo>
                    <a:cubicBezTo>
                      <a:pt x="-383" y="664"/>
                      <a:pt x="91" y="165"/>
                      <a:pt x="710" y="141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42" name="图形 2"/>
              <p:cNvGrpSpPr/>
              <p:nvPr/>
            </p:nvGrpSpPr>
            <p:grpSpPr>
              <a:xfrm>
                <a:off x="6061650" y="2180706"/>
                <a:ext cx="163370" cy="284144"/>
                <a:chOff x="9442194" y="3622679"/>
                <a:chExt cx="60614" cy="105424"/>
              </a:xfrm>
              <a:solidFill>
                <a:srgbClr val="767478"/>
              </a:solidFill>
            </p:grpSpPr>
            <p:sp>
              <p:nvSpPr>
                <p:cNvPr id="543" name="任意多边形: 形状 542"/>
                <p:cNvSpPr/>
                <p:nvPr/>
              </p:nvSpPr>
              <p:spPr>
                <a:xfrm>
                  <a:off x="9471796" y="3643005"/>
                  <a:ext cx="31012" cy="82168"/>
                </a:xfrm>
                <a:custGeom>
                  <a:avLst/>
                  <a:gdLst>
                    <a:gd name="connsiteX0" fmla="*/ 1977 w 31012"/>
                    <a:gd name="connsiteY0" fmla="*/ 1040 h 82168"/>
                    <a:gd name="connsiteX1" fmla="*/ 10534 w 31012"/>
                    <a:gd name="connsiteY1" fmla="*/ 11402 h 82168"/>
                    <a:gd name="connsiteX2" fmla="*/ 14859 w 31012"/>
                    <a:gd name="connsiteY2" fmla="*/ 21693 h 82168"/>
                    <a:gd name="connsiteX3" fmla="*/ 16024 w 31012"/>
                    <a:gd name="connsiteY3" fmla="*/ 47836 h 82168"/>
                    <a:gd name="connsiteX4" fmla="*/ 24033 w 31012"/>
                    <a:gd name="connsiteY4" fmla="*/ 58958 h 82168"/>
                    <a:gd name="connsiteX5" fmla="*/ 29950 w 31012"/>
                    <a:gd name="connsiteY5" fmla="*/ 66492 h 82168"/>
                    <a:gd name="connsiteX6" fmla="*/ 25387 w 31012"/>
                    <a:gd name="connsiteY6" fmla="*/ 81631 h 82168"/>
                    <a:gd name="connsiteX7" fmla="*/ 24222 w 31012"/>
                    <a:gd name="connsiteY7" fmla="*/ 79777 h 82168"/>
                    <a:gd name="connsiteX8" fmla="*/ 28120 w 31012"/>
                    <a:gd name="connsiteY8" fmla="*/ 68084 h 82168"/>
                    <a:gd name="connsiteX9" fmla="*/ 20682 w 31012"/>
                    <a:gd name="connsiteY9" fmla="*/ 59006 h 82168"/>
                    <a:gd name="connsiteX10" fmla="*/ 12838 w 31012"/>
                    <a:gd name="connsiteY10" fmla="*/ 40896 h 82168"/>
                    <a:gd name="connsiteX11" fmla="*/ 10652 w 31012"/>
                    <a:gd name="connsiteY11" fmla="*/ 15514 h 82168"/>
                    <a:gd name="connsiteX12" fmla="*/ 2120 w 31012"/>
                    <a:gd name="connsiteY12" fmla="*/ 7196 h 82168"/>
                    <a:gd name="connsiteX13" fmla="*/ -256 w 31012"/>
                    <a:gd name="connsiteY13" fmla="*/ 470 h 82168"/>
                    <a:gd name="connsiteX14" fmla="*/ 1977 w 31012"/>
                    <a:gd name="connsiteY14" fmla="*/ 1040 h 82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1012" h="82168">
                      <a:moveTo>
                        <a:pt x="1977" y="1040"/>
                      </a:moveTo>
                      <a:cubicBezTo>
                        <a:pt x="1075" y="6007"/>
                        <a:pt x="7943" y="8170"/>
                        <a:pt x="10534" y="11402"/>
                      </a:cubicBezTo>
                      <a:cubicBezTo>
                        <a:pt x="12838" y="14397"/>
                        <a:pt x="14336" y="17938"/>
                        <a:pt x="14859" y="21693"/>
                      </a:cubicBezTo>
                      <a:cubicBezTo>
                        <a:pt x="16332" y="30391"/>
                        <a:pt x="13695" y="39351"/>
                        <a:pt x="16024" y="47836"/>
                      </a:cubicBezTo>
                      <a:cubicBezTo>
                        <a:pt x="17425" y="52304"/>
                        <a:pt x="20230" y="56225"/>
                        <a:pt x="24033" y="58958"/>
                      </a:cubicBezTo>
                      <a:cubicBezTo>
                        <a:pt x="26646" y="60883"/>
                        <a:pt x="28691" y="63498"/>
                        <a:pt x="29950" y="66492"/>
                      </a:cubicBezTo>
                      <a:cubicBezTo>
                        <a:pt x="31780" y="72006"/>
                        <a:pt x="29950" y="78042"/>
                        <a:pt x="25387" y="81631"/>
                      </a:cubicBezTo>
                      <a:cubicBezTo>
                        <a:pt x="24294" y="82534"/>
                        <a:pt x="23011" y="80657"/>
                        <a:pt x="24222" y="79777"/>
                      </a:cubicBezTo>
                      <a:cubicBezTo>
                        <a:pt x="27644" y="76949"/>
                        <a:pt x="29166" y="72410"/>
                        <a:pt x="28120" y="68084"/>
                      </a:cubicBezTo>
                      <a:cubicBezTo>
                        <a:pt x="27122" y="64020"/>
                        <a:pt x="23652" y="61620"/>
                        <a:pt x="20682" y="59006"/>
                      </a:cubicBezTo>
                      <a:cubicBezTo>
                        <a:pt x="15572" y="54395"/>
                        <a:pt x="12697" y="47788"/>
                        <a:pt x="12838" y="40896"/>
                      </a:cubicBezTo>
                      <a:cubicBezTo>
                        <a:pt x="12554" y="32507"/>
                        <a:pt x="14716" y="23333"/>
                        <a:pt x="10652" y="15514"/>
                      </a:cubicBezTo>
                      <a:cubicBezTo>
                        <a:pt x="8608" y="11568"/>
                        <a:pt x="5067" y="10143"/>
                        <a:pt x="2120" y="7196"/>
                      </a:cubicBezTo>
                      <a:cubicBezTo>
                        <a:pt x="219" y="5532"/>
                        <a:pt x="-685" y="2965"/>
                        <a:pt x="-256" y="470"/>
                      </a:cubicBezTo>
                      <a:cubicBezTo>
                        <a:pt x="77" y="-837"/>
                        <a:pt x="2239" y="-362"/>
                        <a:pt x="1977" y="1040"/>
                      </a:cubicBezTo>
                      <a:close/>
                    </a:path>
                  </a:pathLst>
                </a:custGeom>
                <a:solidFill>
                  <a:srgbClr val="767478"/>
                </a:solidFill>
                <a:ln w="237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4" name="任意多边形: 形状 543"/>
                <p:cNvSpPr/>
                <p:nvPr/>
              </p:nvSpPr>
              <p:spPr>
                <a:xfrm>
                  <a:off x="9455208" y="3622679"/>
                  <a:ext cx="30243" cy="105424"/>
                </a:xfrm>
                <a:custGeom>
                  <a:avLst/>
                  <a:gdLst>
                    <a:gd name="connsiteX0" fmla="*/ 1500 w 30243"/>
                    <a:gd name="connsiteY0" fmla="*/ -46 h 105424"/>
                    <a:gd name="connsiteX1" fmla="*/ 15404 w 30243"/>
                    <a:gd name="connsiteY1" fmla="*/ 57349 h 105424"/>
                    <a:gd name="connsiteX2" fmla="*/ 29307 w 30243"/>
                    <a:gd name="connsiteY2" fmla="*/ 84489 h 105424"/>
                    <a:gd name="connsiteX3" fmla="*/ 21701 w 30243"/>
                    <a:gd name="connsiteY3" fmla="*/ 104976 h 105424"/>
                    <a:gd name="connsiteX4" fmla="*/ 20537 w 30243"/>
                    <a:gd name="connsiteY4" fmla="*/ 103098 h 105424"/>
                    <a:gd name="connsiteX5" fmla="*/ 24293 w 30243"/>
                    <a:gd name="connsiteY5" fmla="*/ 77360 h 105424"/>
                    <a:gd name="connsiteX6" fmla="*/ 11958 w 30243"/>
                    <a:gd name="connsiteY6" fmla="*/ 54307 h 105424"/>
                    <a:gd name="connsiteX7" fmla="*/ 75 w 30243"/>
                    <a:gd name="connsiteY7" fmla="*/ 1593 h 105424"/>
                    <a:gd name="connsiteX8" fmla="*/ 1500 w 30243"/>
                    <a:gd name="connsiteY8" fmla="*/ -46 h 10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243" h="105424">
                      <a:moveTo>
                        <a:pt x="1500" y="-46"/>
                      </a:moveTo>
                      <a:cubicBezTo>
                        <a:pt x="19254" y="13952"/>
                        <a:pt x="7680" y="39191"/>
                        <a:pt x="15404" y="57349"/>
                      </a:cubicBezTo>
                      <a:cubicBezTo>
                        <a:pt x="19397" y="66712"/>
                        <a:pt x="27001" y="74365"/>
                        <a:pt x="29307" y="84489"/>
                      </a:cubicBezTo>
                      <a:cubicBezTo>
                        <a:pt x="31042" y="92166"/>
                        <a:pt x="28951" y="100912"/>
                        <a:pt x="21701" y="104976"/>
                      </a:cubicBezTo>
                      <a:cubicBezTo>
                        <a:pt x="20465" y="105665"/>
                        <a:pt x="19325" y="103811"/>
                        <a:pt x="20537" y="103098"/>
                      </a:cubicBezTo>
                      <a:cubicBezTo>
                        <a:pt x="30044" y="97751"/>
                        <a:pt x="28475" y="85678"/>
                        <a:pt x="24293" y="77360"/>
                      </a:cubicBezTo>
                      <a:cubicBezTo>
                        <a:pt x="20371" y="69564"/>
                        <a:pt x="14501" y="62791"/>
                        <a:pt x="11958" y="54307"/>
                      </a:cubicBezTo>
                      <a:cubicBezTo>
                        <a:pt x="6872" y="37361"/>
                        <a:pt x="16045" y="14237"/>
                        <a:pt x="75" y="1593"/>
                      </a:cubicBezTo>
                      <a:cubicBezTo>
                        <a:pt x="-1113" y="714"/>
                        <a:pt x="384" y="-926"/>
                        <a:pt x="1500" y="-46"/>
                      </a:cubicBezTo>
                      <a:close/>
                    </a:path>
                  </a:pathLst>
                </a:custGeom>
                <a:solidFill>
                  <a:srgbClr val="767478"/>
                </a:solidFill>
                <a:ln w="237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5" name="任意多边形: 形状 544"/>
                <p:cNvSpPr/>
                <p:nvPr/>
              </p:nvSpPr>
              <p:spPr>
                <a:xfrm>
                  <a:off x="9442194" y="3640233"/>
                  <a:ext cx="18323" cy="45484"/>
                </a:xfrm>
                <a:custGeom>
                  <a:avLst/>
                  <a:gdLst>
                    <a:gd name="connsiteX0" fmla="*/ 2751 w 18323"/>
                    <a:gd name="connsiteY0" fmla="*/ 1341 h 45484"/>
                    <a:gd name="connsiteX1" fmla="*/ 5128 w 18323"/>
                    <a:gd name="connsiteY1" fmla="*/ 15458 h 45484"/>
                    <a:gd name="connsiteX2" fmla="*/ 13636 w 18323"/>
                    <a:gd name="connsiteY2" fmla="*/ 24537 h 45484"/>
                    <a:gd name="connsiteX3" fmla="*/ 17272 w 18323"/>
                    <a:gd name="connsiteY3" fmla="*/ 44453 h 45484"/>
                    <a:gd name="connsiteX4" fmla="*/ 15846 w 18323"/>
                    <a:gd name="connsiteY4" fmla="*/ 45118 h 45484"/>
                    <a:gd name="connsiteX5" fmla="*/ 15109 w 18323"/>
                    <a:gd name="connsiteY5" fmla="*/ 43978 h 45484"/>
                    <a:gd name="connsiteX6" fmla="*/ 14230 w 18323"/>
                    <a:gd name="connsiteY6" fmla="*/ 30336 h 45484"/>
                    <a:gd name="connsiteX7" fmla="*/ 5223 w 18323"/>
                    <a:gd name="connsiteY7" fmla="*/ 18857 h 45484"/>
                    <a:gd name="connsiteX8" fmla="*/ 708 w 18323"/>
                    <a:gd name="connsiteY8" fmla="*/ 319 h 45484"/>
                    <a:gd name="connsiteX9" fmla="*/ 2751 w 18323"/>
                    <a:gd name="connsiteY9" fmla="*/ 1341 h 45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23" h="45484">
                      <a:moveTo>
                        <a:pt x="2751" y="1341"/>
                      </a:moveTo>
                      <a:cubicBezTo>
                        <a:pt x="944" y="6142"/>
                        <a:pt x="1871" y="11513"/>
                        <a:pt x="5128" y="15458"/>
                      </a:cubicBezTo>
                      <a:cubicBezTo>
                        <a:pt x="7790" y="18690"/>
                        <a:pt x="11235" y="21115"/>
                        <a:pt x="13636" y="24537"/>
                      </a:cubicBezTo>
                      <a:cubicBezTo>
                        <a:pt x="17605" y="30359"/>
                        <a:pt x="18912" y="37608"/>
                        <a:pt x="17272" y="44453"/>
                      </a:cubicBezTo>
                      <a:cubicBezTo>
                        <a:pt x="17058" y="45023"/>
                        <a:pt x="16417" y="45332"/>
                        <a:pt x="15846" y="45118"/>
                      </a:cubicBezTo>
                      <a:cubicBezTo>
                        <a:pt x="15371" y="44952"/>
                        <a:pt x="15061" y="44476"/>
                        <a:pt x="15109" y="43978"/>
                      </a:cubicBezTo>
                      <a:cubicBezTo>
                        <a:pt x="16203" y="39438"/>
                        <a:pt x="15918" y="34685"/>
                        <a:pt x="14230" y="30336"/>
                      </a:cubicBezTo>
                      <a:cubicBezTo>
                        <a:pt x="12376" y="25583"/>
                        <a:pt x="8740" y="22422"/>
                        <a:pt x="5223" y="18857"/>
                      </a:cubicBezTo>
                      <a:cubicBezTo>
                        <a:pt x="66" y="14175"/>
                        <a:pt x="-1717" y="6831"/>
                        <a:pt x="708" y="319"/>
                      </a:cubicBezTo>
                      <a:cubicBezTo>
                        <a:pt x="1277" y="-1012"/>
                        <a:pt x="3250" y="34"/>
                        <a:pt x="2751" y="1341"/>
                      </a:cubicBezTo>
                      <a:close/>
                    </a:path>
                  </a:pathLst>
                </a:custGeom>
                <a:solidFill>
                  <a:srgbClr val="767478"/>
                </a:solidFill>
                <a:ln w="237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43" name="任意多边形: 形状 442"/>
              <p:cNvSpPr/>
              <p:nvPr/>
            </p:nvSpPr>
            <p:spPr>
              <a:xfrm>
                <a:off x="5638430" y="2011956"/>
                <a:ext cx="306057" cy="242896"/>
              </a:xfrm>
              <a:custGeom>
                <a:avLst/>
                <a:gdLst>
                  <a:gd name="connsiteX0" fmla="*/ 0 w 113554"/>
                  <a:gd name="connsiteY0" fmla="*/ 0 h 90120"/>
                  <a:gd name="connsiteX1" fmla="*/ 113554 w 113554"/>
                  <a:gd name="connsiteY1" fmla="*/ 0 h 90120"/>
                  <a:gd name="connsiteX2" fmla="*/ 113554 w 113554"/>
                  <a:gd name="connsiteY2" fmla="*/ 90121 h 90120"/>
                  <a:gd name="connsiteX3" fmla="*/ 0 w 113554"/>
                  <a:gd name="connsiteY3" fmla="*/ 90121 h 90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554" h="90120">
                    <a:moveTo>
                      <a:pt x="0" y="0"/>
                    </a:moveTo>
                    <a:lnTo>
                      <a:pt x="113554" y="0"/>
                    </a:lnTo>
                    <a:lnTo>
                      <a:pt x="113554" y="90121"/>
                    </a:lnTo>
                    <a:lnTo>
                      <a:pt x="0" y="90121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4" name="任意多边形: 形状 443"/>
              <p:cNvSpPr/>
              <p:nvPr/>
            </p:nvSpPr>
            <p:spPr>
              <a:xfrm>
                <a:off x="5663092" y="2450096"/>
                <a:ext cx="235147" cy="54830"/>
              </a:xfrm>
              <a:custGeom>
                <a:avLst/>
                <a:gdLst>
                  <a:gd name="connsiteX0" fmla="*/ 76713 w 87245"/>
                  <a:gd name="connsiteY0" fmla="*/ 20046 h 20343"/>
                  <a:gd name="connsiteX1" fmla="*/ 9811 w 87245"/>
                  <a:gd name="connsiteY1" fmla="*/ 20046 h 20343"/>
                  <a:gd name="connsiteX2" fmla="*/ -361 w 87245"/>
                  <a:gd name="connsiteY2" fmla="*/ 9874 h 20343"/>
                  <a:gd name="connsiteX3" fmla="*/ -361 w 87245"/>
                  <a:gd name="connsiteY3" fmla="*/ 9874 h 20343"/>
                  <a:gd name="connsiteX4" fmla="*/ 9811 w 87245"/>
                  <a:gd name="connsiteY4" fmla="*/ -298 h 20343"/>
                  <a:gd name="connsiteX5" fmla="*/ 76713 w 87245"/>
                  <a:gd name="connsiteY5" fmla="*/ -298 h 20343"/>
                  <a:gd name="connsiteX6" fmla="*/ 86884 w 87245"/>
                  <a:gd name="connsiteY6" fmla="*/ 9874 h 20343"/>
                  <a:gd name="connsiteX7" fmla="*/ 86884 w 87245"/>
                  <a:gd name="connsiteY7" fmla="*/ 9874 h 20343"/>
                  <a:gd name="connsiteX8" fmla="*/ 76713 w 87245"/>
                  <a:gd name="connsiteY8" fmla="*/ 20046 h 2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245" h="20343">
                    <a:moveTo>
                      <a:pt x="76713" y="20046"/>
                    </a:moveTo>
                    <a:lnTo>
                      <a:pt x="9811" y="20046"/>
                    </a:lnTo>
                    <a:cubicBezTo>
                      <a:pt x="4203" y="20046"/>
                      <a:pt x="-361" y="15483"/>
                      <a:pt x="-361" y="9874"/>
                    </a:cubicBezTo>
                    <a:lnTo>
                      <a:pt x="-361" y="9874"/>
                    </a:lnTo>
                    <a:cubicBezTo>
                      <a:pt x="-337" y="4265"/>
                      <a:pt x="4203" y="-274"/>
                      <a:pt x="9811" y="-298"/>
                    </a:cubicBezTo>
                    <a:lnTo>
                      <a:pt x="76713" y="-298"/>
                    </a:lnTo>
                    <a:cubicBezTo>
                      <a:pt x="82321" y="-274"/>
                      <a:pt x="86861" y="4265"/>
                      <a:pt x="86884" y="9874"/>
                    </a:cubicBezTo>
                    <a:lnTo>
                      <a:pt x="86884" y="9874"/>
                    </a:lnTo>
                    <a:cubicBezTo>
                      <a:pt x="86884" y="15483"/>
                      <a:pt x="82321" y="20046"/>
                      <a:pt x="76713" y="20046"/>
                    </a:cubicBez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5" name="任意多边形: 形状 444"/>
              <p:cNvSpPr/>
              <p:nvPr/>
            </p:nvSpPr>
            <p:spPr>
              <a:xfrm>
                <a:off x="5750720" y="2418195"/>
                <a:ext cx="65080" cy="57519"/>
              </a:xfrm>
              <a:custGeom>
                <a:avLst/>
                <a:gdLst>
                  <a:gd name="connsiteX0" fmla="*/ 23786 w 24146"/>
                  <a:gd name="connsiteY0" fmla="*/ 17122 h 21341"/>
                  <a:gd name="connsiteX1" fmla="*/ -361 w 24146"/>
                  <a:gd name="connsiteY1" fmla="*/ 17122 h 21341"/>
                  <a:gd name="connsiteX2" fmla="*/ -361 w 24146"/>
                  <a:gd name="connsiteY2" fmla="*/ -298 h 21341"/>
                  <a:gd name="connsiteX3" fmla="*/ 23786 w 24146"/>
                  <a:gd name="connsiteY3" fmla="*/ -298 h 21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46" h="21341">
                    <a:moveTo>
                      <a:pt x="23786" y="17122"/>
                    </a:moveTo>
                    <a:cubicBezTo>
                      <a:pt x="23786" y="22351"/>
                      <a:pt x="-361" y="22351"/>
                      <a:pt x="-361" y="17122"/>
                    </a:cubicBezTo>
                    <a:lnTo>
                      <a:pt x="-361" y="-298"/>
                    </a:lnTo>
                    <a:lnTo>
                      <a:pt x="23786" y="-298"/>
                    </a:lnTo>
                    <a:close/>
                  </a:path>
                </a:pathLst>
              </a:custGeom>
              <a:solidFill>
                <a:srgbClr val="E08B43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6" name="任意多边形: 形状 445"/>
              <p:cNvSpPr/>
              <p:nvPr/>
            </p:nvSpPr>
            <p:spPr>
              <a:xfrm>
                <a:off x="5711097" y="2292567"/>
                <a:ext cx="99183" cy="68710"/>
              </a:xfrm>
              <a:custGeom>
                <a:avLst/>
                <a:gdLst>
                  <a:gd name="connsiteX0" fmla="*/ 36133 w 36799"/>
                  <a:gd name="connsiteY0" fmla="*/ 7290 h 25493"/>
                  <a:gd name="connsiteX1" fmla="*/ 21327 w 36799"/>
                  <a:gd name="connsiteY1" fmla="*/ 24092 h 25493"/>
                  <a:gd name="connsiteX2" fmla="*/ -62 w 36799"/>
                  <a:gd name="connsiteY2" fmla="*/ 17557 h 25493"/>
                  <a:gd name="connsiteX3" fmla="*/ 14744 w 36799"/>
                  <a:gd name="connsiteY3" fmla="*/ 778 h 25493"/>
                  <a:gd name="connsiteX4" fmla="*/ 36133 w 36799"/>
                  <a:gd name="connsiteY4" fmla="*/ 7290 h 2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99" h="25493">
                    <a:moveTo>
                      <a:pt x="36133" y="7290"/>
                    </a:moveTo>
                    <a:cubicBezTo>
                      <a:pt x="37963" y="13730"/>
                      <a:pt x="31380" y="21240"/>
                      <a:pt x="21327" y="24092"/>
                    </a:cubicBezTo>
                    <a:cubicBezTo>
                      <a:pt x="11274" y="26944"/>
                      <a:pt x="1745" y="24092"/>
                      <a:pt x="-62" y="17557"/>
                    </a:cubicBezTo>
                    <a:cubicBezTo>
                      <a:pt x="-1868" y="11021"/>
                      <a:pt x="4691" y="3606"/>
                      <a:pt x="14744" y="778"/>
                    </a:cubicBezTo>
                    <a:cubicBezTo>
                      <a:pt x="24797" y="-2050"/>
                      <a:pt x="34303" y="897"/>
                      <a:pt x="36133" y="7290"/>
                    </a:cubicBezTo>
                    <a:close/>
                  </a:path>
                </a:pathLst>
              </a:custGeom>
              <a:solidFill>
                <a:srgbClr val="BAB8BD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7" name="任意多边形: 形状 446"/>
              <p:cNvSpPr/>
              <p:nvPr/>
            </p:nvSpPr>
            <p:spPr>
              <a:xfrm>
                <a:off x="5712811" y="2306005"/>
                <a:ext cx="114861" cy="134962"/>
              </a:xfrm>
              <a:custGeom>
                <a:avLst/>
                <a:gdLst>
                  <a:gd name="connsiteX0" fmla="*/ 29794 w 42616"/>
                  <a:gd name="connsiteY0" fmla="*/ 49194 h 50074"/>
                  <a:gd name="connsiteX1" fmla="*/ 28772 w 42616"/>
                  <a:gd name="connsiteY1" fmla="*/ 49480 h 50074"/>
                  <a:gd name="connsiteX2" fmla="*/ 7026 w 42616"/>
                  <a:gd name="connsiteY2" fmla="*/ 36622 h 50074"/>
                  <a:gd name="connsiteX3" fmla="*/ -104 w 42616"/>
                  <a:gd name="connsiteY3" fmla="*/ 14924 h 50074"/>
                  <a:gd name="connsiteX4" fmla="*/ 4602 w 42616"/>
                  <a:gd name="connsiteY4" fmla="*/ 6534 h 50074"/>
                  <a:gd name="connsiteX5" fmla="*/ 4649 w 42616"/>
                  <a:gd name="connsiteY5" fmla="*/ 6534 h 50074"/>
                  <a:gd name="connsiteX6" fmla="*/ 27869 w 42616"/>
                  <a:gd name="connsiteY6" fmla="*/ -49 h 50074"/>
                  <a:gd name="connsiteX7" fmla="*/ 36211 w 42616"/>
                  <a:gd name="connsiteY7" fmla="*/ 4657 h 50074"/>
                  <a:gd name="connsiteX8" fmla="*/ 36234 w 42616"/>
                  <a:gd name="connsiteY8" fmla="*/ 4704 h 50074"/>
                  <a:gd name="connsiteX9" fmla="*/ 41677 w 42616"/>
                  <a:gd name="connsiteY9" fmla="*/ 27235 h 50074"/>
                  <a:gd name="connsiteX10" fmla="*/ 29794 w 42616"/>
                  <a:gd name="connsiteY10" fmla="*/ 49194 h 50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616" h="50074">
                    <a:moveTo>
                      <a:pt x="29794" y="49194"/>
                    </a:moveTo>
                    <a:lnTo>
                      <a:pt x="28772" y="49480"/>
                    </a:lnTo>
                    <a:cubicBezTo>
                      <a:pt x="21880" y="51048"/>
                      <a:pt x="9759" y="46342"/>
                      <a:pt x="7026" y="36622"/>
                    </a:cubicBezTo>
                    <a:lnTo>
                      <a:pt x="-104" y="14924"/>
                    </a:lnTo>
                    <a:cubicBezTo>
                      <a:pt x="-1125" y="11311"/>
                      <a:pt x="989" y="7556"/>
                      <a:pt x="4602" y="6534"/>
                    </a:cubicBezTo>
                    <a:cubicBezTo>
                      <a:pt x="4626" y="6534"/>
                      <a:pt x="4626" y="6534"/>
                      <a:pt x="4649" y="6534"/>
                    </a:cubicBezTo>
                    <a:lnTo>
                      <a:pt x="27869" y="-49"/>
                    </a:lnTo>
                    <a:cubicBezTo>
                      <a:pt x="31481" y="-1047"/>
                      <a:pt x="35212" y="1044"/>
                      <a:pt x="36211" y="4657"/>
                    </a:cubicBezTo>
                    <a:cubicBezTo>
                      <a:pt x="36234" y="4657"/>
                      <a:pt x="36234" y="4680"/>
                      <a:pt x="36234" y="4704"/>
                    </a:cubicBezTo>
                    <a:lnTo>
                      <a:pt x="41677" y="27235"/>
                    </a:lnTo>
                    <a:cubicBezTo>
                      <a:pt x="44387" y="36907"/>
                      <a:pt x="37090" y="47222"/>
                      <a:pt x="29794" y="49194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8" name="任意多边形: 形状 447"/>
              <p:cNvSpPr/>
              <p:nvPr/>
            </p:nvSpPr>
            <p:spPr>
              <a:xfrm>
                <a:off x="5711321" y="2314218"/>
                <a:ext cx="27227" cy="56638"/>
              </a:xfrm>
              <a:custGeom>
                <a:avLst/>
                <a:gdLst>
                  <a:gd name="connsiteX0" fmla="*/ 3372 w 10102"/>
                  <a:gd name="connsiteY0" fmla="*/ 20717 h 21014"/>
                  <a:gd name="connsiteX1" fmla="*/ 4180 w 10102"/>
                  <a:gd name="connsiteY1" fmla="*/ 10616 h 21014"/>
                  <a:gd name="connsiteX2" fmla="*/ 9741 w 10102"/>
                  <a:gd name="connsiteY2" fmla="*/ -292 h 21014"/>
                  <a:gd name="connsiteX3" fmla="*/ 3348 w 10102"/>
                  <a:gd name="connsiteY3" fmla="*/ 1419 h 21014"/>
                  <a:gd name="connsiteX4" fmla="*/ 662 w 10102"/>
                  <a:gd name="connsiteY4" fmla="*/ 13088 h 21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02" h="21014">
                    <a:moveTo>
                      <a:pt x="3372" y="20717"/>
                    </a:moveTo>
                    <a:lnTo>
                      <a:pt x="4180" y="10616"/>
                    </a:lnTo>
                    <a:lnTo>
                      <a:pt x="9741" y="-292"/>
                    </a:lnTo>
                    <a:cubicBezTo>
                      <a:pt x="7483" y="-364"/>
                      <a:pt x="5274" y="230"/>
                      <a:pt x="3348" y="1419"/>
                    </a:cubicBezTo>
                    <a:cubicBezTo>
                      <a:pt x="520" y="3249"/>
                      <a:pt x="-1761" y="5174"/>
                      <a:pt x="662" y="13088"/>
                    </a:cubicBezTo>
                    <a:close/>
                  </a:path>
                </a:pathLst>
              </a:custGeom>
              <a:solidFill>
                <a:srgbClr val="BAB8BD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9" name="任意多边形: 形状 448"/>
              <p:cNvSpPr/>
              <p:nvPr/>
            </p:nvSpPr>
            <p:spPr>
              <a:xfrm>
                <a:off x="5772948" y="2299372"/>
                <a:ext cx="44388" cy="44391"/>
              </a:xfrm>
              <a:custGeom>
                <a:avLst/>
                <a:gdLst>
                  <a:gd name="connsiteX0" fmla="*/ 16108 w 16469"/>
                  <a:gd name="connsiteY0" fmla="*/ 16172 h 16470"/>
                  <a:gd name="connsiteX1" fmla="*/ 12353 w 16469"/>
                  <a:gd name="connsiteY1" fmla="*/ 10944 h 16470"/>
                  <a:gd name="connsiteX2" fmla="*/ -361 w 16469"/>
                  <a:gd name="connsiteY2" fmla="*/ 1604 h 16470"/>
                  <a:gd name="connsiteX3" fmla="*/ 5960 w 16469"/>
                  <a:gd name="connsiteY3" fmla="*/ -297 h 16470"/>
                  <a:gd name="connsiteX4" fmla="*/ 13280 w 16469"/>
                  <a:gd name="connsiteY4" fmla="*/ 4242 h 1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69" h="16470">
                    <a:moveTo>
                      <a:pt x="16108" y="16172"/>
                    </a:moveTo>
                    <a:lnTo>
                      <a:pt x="12353" y="10944"/>
                    </a:lnTo>
                    <a:lnTo>
                      <a:pt x="-361" y="1604"/>
                    </a:lnTo>
                    <a:cubicBezTo>
                      <a:pt x="1517" y="344"/>
                      <a:pt x="3703" y="-321"/>
                      <a:pt x="5960" y="-297"/>
                    </a:cubicBezTo>
                    <a:cubicBezTo>
                      <a:pt x="9335" y="-297"/>
                      <a:pt x="12164" y="891"/>
                      <a:pt x="13280" y="4242"/>
                    </a:cubicBezTo>
                    <a:close/>
                  </a:path>
                </a:pathLst>
              </a:custGeom>
              <a:solidFill>
                <a:srgbClr val="BAB8BD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0" name="任意多边形: 形状 449"/>
              <p:cNvSpPr/>
              <p:nvPr/>
            </p:nvSpPr>
            <p:spPr>
              <a:xfrm>
                <a:off x="5730220" y="2277934"/>
                <a:ext cx="50733" cy="49293"/>
              </a:xfrm>
              <a:custGeom>
                <a:avLst/>
                <a:gdLst>
                  <a:gd name="connsiteX0" fmla="*/ -28 w 18823"/>
                  <a:gd name="connsiteY0" fmla="*/ 16450 h 18289"/>
                  <a:gd name="connsiteX1" fmla="*/ 1992 w 18823"/>
                  <a:gd name="connsiteY1" fmla="*/ 3545 h 18289"/>
                  <a:gd name="connsiteX2" fmla="*/ 4916 w 18823"/>
                  <a:gd name="connsiteY2" fmla="*/ -281 h 18289"/>
                  <a:gd name="connsiteX3" fmla="*/ 9669 w 18823"/>
                  <a:gd name="connsiteY3" fmla="*/ 2095 h 18289"/>
                  <a:gd name="connsiteX4" fmla="*/ 11950 w 18823"/>
                  <a:gd name="connsiteY4" fmla="*/ 1121 h 18289"/>
                  <a:gd name="connsiteX5" fmla="*/ 12735 w 18823"/>
                  <a:gd name="connsiteY5" fmla="*/ 1739 h 18289"/>
                  <a:gd name="connsiteX6" fmla="*/ 18463 w 18823"/>
                  <a:gd name="connsiteY6" fmla="*/ 11245 h 18289"/>
                  <a:gd name="connsiteX7" fmla="*/ 9621 w 18823"/>
                  <a:gd name="connsiteY7" fmla="*/ 17781 h 18289"/>
                  <a:gd name="connsiteX8" fmla="*/ -28 w 18823"/>
                  <a:gd name="connsiteY8" fmla="*/ 16450 h 18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23" h="18289">
                    <a:moveTo>
                      <a:pt x="-28" y="16450"/>
                    </a:moveTo>
                    <a:cubicBezTo>
                      <a:pt x="-1169" y="8274"/>
                      <a:pt x="899" y="2927"/>
                      <a:pt x="1992" y="3545"/>
                    </a:cubicBezTo>
                    <a:cubicBezTo>
                      <a:pt x="3086" y="4163"/>
                      <a:pt x="3609" y="-614"/>
                      <a:pt x="4916" y="-281"/>
                    </a:cubicBezTo>
                    <a:cubicBezTo>
                      <a:pt x="6555" y="360"/>
                      <a:pt x="8147" y="1168"/>
                      <a:pt x="9669" y="2095"/>
                    </a:cubicBezTo>
                    <a:cubicBezTo>
                      <a:pt x="10025" y="1192"/>
                      <a:pt x="11047" y="764"/>
                      <a:pt x="11950" y="1121"/>
                    </a:cubicBezTo>
                    <a:cubicBezTo>
                      <a:pt x="12259" y="1240"/>
                      <a:pt x="12544" y="1453"/>
                      <a:pt x="12735" y="1739"/>
                    </a:cubicBezTo>
                    <a:cubicBezTo>
                      <a:pt x="14945" y="4709"/>
                      <a:pt x="16869" y="7894"/>
                      <a:pt x="18463" y="11245"/>
                    </a:cubicBezTo>
                    <a:cubicBezTo>
                      <a:pt x="18463" y="11245"/>
                      <a:pt x="13709" y="16592"/>
                      <a:pt x="9621" y="17781"/>
                    </a:cubicBezTo>
                    <a:cubicBezTo>
                      <a:pt x="6342" y="18304"/>
                      <a:pt x="2990" y="17852"/>
                      <a:pt x="-28" y="16450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1" name="任意多边形: 形状 450"/>
              <p:cNvSpPr/>
              <p:nvPr/>
            </p:nvSpPr>
            <p:spPr>
              <a:xfrm>
                <a:off x="5738834" y="2293979"/>
                <a:ext cx="10843" cy="25853"/>
              </a:xfrm>
              <a:custGeom>
                <a:avLst/>
                <a:gdLst>
                  <a:gd name="connsiteX0" fmla="*/ -253 w 4023"/>
                  <a:gd name="connsiteY0" fmla="*/ 372 h 9592"/>
                  <a:gd name="connsiteX1" fmla="*/ 1838 w 4023"/>
                  <a:gd name="connsiteY1" fmla="*/ 8881 h 9592"/>
                  <a:gd name="connsiteX2" fmla="*/ 3479 w 4023"/>
                  <a:gd name="connsiteY2" fmla="*/ 7883 h 9592"/>
                  <a:gd name="connsiteX3" fmla="*/ 1624 w 4023"/>
                  <a:gd name="connsiteY3" fmla="*/ 753 h 9592"/>
                  <a:gd name="connsiteX4" fmla="*/ -253 w 4023"/>
                  <a:gd name="connsiteY4" fmla="*/ 372 h 9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" h="9592">
                    <a:moveTo>
                      <a:pt x="-253" y="372"/>
                    </a:moveTo>
                    <a:cubicBezTo>
                      <a:pt x="-657" y="3367"/>
                      <a:pt x="80" y="6409"/>
                      <a:pt x="1838" y="8881"/>
                    </a:cubicBezTo>
                    <a:cubicBezTo>
                      <a:pt x="2552" y="9879"/>
                      <a:pt x="4215" y="8881"/>
                      <a:pt x="3479" y="7883"/>
                    </a:cubicBezTo>
                    <a:cubicBezTo>
                      <a:pt x="1958" y="5839"/>
                      <a:pt x="1291" y="3272"/>
                      <a:pt x="1624" y="753"/>
                    </a:cubicBezTo>
                    <a:cubicBezTo>
                      <a:pt x="1767" y="-293"/>
                      <a:pt x="-86" y="-792"/>
                      <a:pt x="-253" y="372"/>
                    </a:cubicBezTo>
                    <a:close/>
                  </a:path>
                </a:pathLst>
              </a:custGeom>
              <a:solidFill>
                <a:srgbClr val="767478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2" name="任意多边形: 形状 451"/>
              <p:cNvSpPr/>
              <p:nvPr/>
            </p:nvSpPr>
            <p:spPr>
              <a:xfrm>
                <a:off x="5758137" y="2290502"/>
                <a:ext cx="10498" cy="25629"/>
              </a:xfrm>
              <a:custGeom>
                <a:avLst/>
                <a:gdLst>
                  <a:gd name="connsiteX0" fmla="*/ 1426 w 3895"/>
                  <a:gd name="connsiteY0" fmla="*/ 165 h 9509"/>
                  <a:gd name="connsiteX1" fmla="*/ 95 w 3895"/>
                  <a:gd name="connsiteY1" fmla="*/ -168 h 9509"/>
                  <a:gd name="connsiteX2" fmla="*/ -214 w 3895"/>
                  <a:gd name="connsiteY2" fmla="*/ 1163 h 9509"/>
                  <a:gd name="connsiteX3" fmla="*/ 1592 w 3895"/>
                  <a:gd name="connsiteY3" fmla="*/ 8293 h 9509"/>
                  <a:gd name="connsiteX4" fmla="*/ 3517 w 3895"/>
                  <a:gd name="connsiteY4" fmla="*/ 8293 h 9509"/>
                  <a:gd name="connsiteX5" fmla="*/ 1426 w 3895"/>
                  <a:gd name="connsiteY5" fmla="*/ 165 h 9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95" h="9509">
                    <a:moveTo>
                      <a:pt x="1426" y="165"/>
                    </a:moveTo>
                    <a:cubicBezTo>
                      <a:pt x="1141" y="-286"/>
                      <a:pt x="570" y="-429"/>
                      <a:pt x="95" y="-168"/>
                    </a:cubicBezTo>
                    <a:cubicBezTo>
                      <a:pt x="-356" y="117"/>
                      <a:pt x="-499" y="712"/>
                      <a:pt x="-214" y="1163"/>
                    </a:cubicBezTo>
                    <a:cubicBezTo>
                      <a:pt x="1093" y="3302"/>
                      <a:pt x="1710" y="5798"/>
                      <a:pt x="1592" y="8293"/>
                    </a:cubicBezTo>
                    <a:cubicBezTo>
                      <a:pt x="1592" y="9529"/>
                      <a:pt x="3470" y="9505"/>
                      <a:pt x="3517" y="8293"/>
                    </a:cubicBezTo>
                    <a:cubicBezTo>
                      <a:pt x="3660" y="5441"/>
                      <a:pt x="2923" y="2613"/>
                      <a:pt x="1426" y="165"/>
                    </a:cubicBezTo>
                    <a:close/>
                  </a:path>
                </a:pathLst>
              </a:custGeom>
              <a:solidFill>
                <a:srgbClr val="767478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3" name="任意多边形: 形状 452"/>
              <p:cNvSpPr/>
              <p:nvPr/>
            </p:nvSpPr>
            <p:spPr>
              <a:xfrm>
                <a:off x="5808409" y="2343262"/>
                <a:ext cx="24705" cy="24737"/>
              </a:xfrm>
              <a:custGeom>
                <a:avLst/>
                <a:gdLst>
                  <a:gd name="connsiteX0" fmla="*/ 8632 w 9166"/>
                  <a:gd name="connsiteY0" fmla="*/ 3049 h 9178"/>
                  <a:gd name="connsiteX1" fmla="*/ 5471 w 9166"/>
                  <a:gd name="connsiteY1" fmla="*/ 8705 h 9178"/>
                  <a:gd name="connsiteX2" fmla="*/ -186 w 9166"/>
                  <a:gd name="connsiteY2" fmla="*/ 5544 h 9178"/>
                  <a:gd name="connsiteX3" fmla="*/ 2951 w 9166"/>
                  <a:gd name="connsiteY3" fmla="*/ -112 h 9178"/>
                  <a:gd name="connsiteX4" fmla="*/ 8607 w 9166"/>
                  <a:gd name="connsiteY4" fmla="*/ 2978 h 9178"/>
                  <a:gd name="connsiteX5" fmla="*/ 8632 w 9166"/>
                  <a:gd name="connsiteY5" fmla="*/ 3049 h 9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66" h="9178">
                    <a:moveTo>
                      <a:pt x="8632" y="3049"/>
                    </a:moveTo>
                    <a:cubicBezTo>
                      <a:pt x="9321" y="5497"/>
                      <a:pt x="7895" y="8016"/>
                      <a:pt x="5471" y="8705"/>
                    </a:cubicBezTo>
                    <a:cubicBezTo>
                      <a:pt x="3023" y="9394"/>
                      <a:pt x="504" y="7992"/>
                      <a:pt x="-186" y="5544"/>
                    </a:cubicBezTo>
                    <a:cubicBezTo>
                      <a:pt x="-875" y="3120"/>
                      <a:pt x="527" y="577"/>
                      <a:pt x="2951" y="-112"/>
                    </a:cubicBezTo>
                    <a:cubicBezTo>
                      <a:pt x="5375" y="-825"/>
                      <a:pt x="7895" y="577"/>
                      <a:pt x="8607" y="2978"/>
                    </a:cubicBezTo>
                    <a:cubicBezTo>
                      <a:pt x="8607" y="3001"/>
                      <a:pt x="8632" y="3025"/>
                      <a:pt x="8632" y="3049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4" name="任意多边形: 形状 453"/>
              <p:cNvSpPr/>
              <p:nvPr/>
            </p:nvSpPr>
            <p:spPr>
              <a:xfrm>
                <a:off x="5711558" y="2370742"/>
                <a:ext cx="24705" cy="24737"/>
              </a:xfrm>
              <a:custGeom>
                <a:avLst/>
                <a:gdLst>
                  <a:gd name="connsiteX0" fmla="*/ 8632 w 9166"/>
                  <a:gd name="connsiteY0" fmla="*/ 3049 h 9178"/>
                  <a:gd name="connsiteX1" fmla="*/ 5470 w 9166"/>
                  <a:gd name="connsiteY1" fmla="*/ 8705 h 9178"/>
                  <a:gd name="connsiteX2" fmla="*/ -186 w 9166"/>
                  <a:gd name="connsiteY2" fmla="*/ 5544 h 9178"/>
                  <a:gd name="connsiteX3" fmla="*/ 2951 w 9166"/>
                  <a:gd name="connsiteY3" fmla="*/ -112 h 9178"/>
                  <a:gd name="connsiteX4" fmla="*/ 8608 w 9166"/>
                  <a:gd name="connsiteY4" fmla="*/ 2977 h 9178"/>
                  <a:gd name="connsiteX5" fmla="*/ 8632 w 9166"/>
                  <a:gd name="connsiteY5" fmla="*/ 3049 h 9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66" h="9178">
                    <a:moveTo>
                      <a:pt x="8632" y="3049"/>
                    </a:moveTo>
                    <a:cubicBezTo>
                      <a:pt x="9321" y="5497"/>
                      <a:pt x="7895" y="8016"/>
                      <a:pt x="5470" y="8705"/>
                    </a:cubicBezTo>
                    <a:cubicBezTo>
                      <a:pt x="3023" y="9394"/>
                      <a:pt x="504" y="7992"/>
                      <a:pt x="-186" y="5544"/>
                    </a:cubicBezTo>
                    <a:cubicBezTo>
                      <a:pt x="-875" y="3120"/>
                      <a:pt x="528" y="577"/>
                      <a:pt x="2951" y="-112"/>
                    </a:cubicBezTo>
                    <a:cubicBezTo>
                      <a:pt x="5375" y="-825"/>
                      <a:pt x="7895" y="577"/>
                      <a:pt x="8608" y="2977"/>
                    </a:cubicBezTo>
                    <a:cubicBezTo>
                      <a:pt x="8608" y="3001"/>
                      <a:pt x="8632" y="3025"/>
                      <a:pt x="8632" y="3049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5" name="任意多边形: 形状 454"/>
              <p:cNvSpPr/>
              <p:nvPr/>
            </p:nvSpPr>
            <p:spPr>
              <a:xfrm>
                <a:off x="5790130" y="2351350"/>
                <a:ext cx="10590" cy="11805"/>
              </a:xfrm>
              <a:custGeom>
                <a:avLst/>
                <a:gdLst>
                  <a:gd name="connsiteX0" fmla="*/ 3388 w 3929"/>
                  <a:gd name="connsiteY0" fmla="*/ 1379 h 4380"/>
                  <a:gd name="connsiteX1" fmla="*/ 2460 w 3929"/>
                  <a:gd name="connsiteY1" fmla="*/ 3898 h 4380"/>
                  <a:gd name="connsiteX2" fmla="*/ -59 w 3929"/>
                  <a:gd name="connsiteY2" fmla="*/ 2971 h 4380"/>
                  <a:gd name="connsiteX3" fmla="*/ -225 w 3929"/>
                  <a:gd name="connsiteY3" fmla="*/ 2401 h 4380"/>
                  <a:gd name="connsiteX4" fmla="*/ 963 w 3929"/>
                  <a:gd name="connsiteY4" fmla="*/ -261 h 4380"/>
                  <a:gd name="connsiteX5" fmla="*/ 3388 w 3929"/>
                  <a:gd name="connsiteY5" fmla="*/ 1379 h 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29" h="4380">
                    <a:moveTo>
                      <a:pt x="3388" y="1379"/>
                    </a:moveTo>
                    <a:cubicBezTo>
                      <a:pt x="3839" y="2330"/>
                      <a:pt x="3412" y="3470"/>
                      <a:pt x="2460" y="3898"/>
                    </a:cubicBezTo>
                    <a:cubicBezTo>
                      <a:pt x="1510" y="4350"/>
                      <a:pt x="394" y="3946"/>
                      <a:pt x="-59" y="2971"/>
                    </a:cubicBezTo>
                    <a:cubicBezTo>
                      <a:pt x="-153" y="2805"/>
                      <a:pt x="-201" y="2591"/>
                      <a:pt x="-225" y="2401"/>
                    </a:cubicBezTo>
                    <a:cubicBezTo>
                      <a:pt x="-629" y="1331"/>
                      <a:pt x="-105" y="143"/>
                      <a:pt x="963" y="-261"/>
                    </a:cubicBezTo>
                    <a:cubicBezTo>
                      <a:pt x="2081" y="-475"/>
                      <a:pt x="3150" y="262"/>
                      <a:pt x="3388" y="1379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6" name="任意多边形: 形状 455"/>
              <p:cNvSpPr/>
              <p:nvPr/>
            </p:nvSpPr>
            <p:spPr>
              <a:xfrm>
                <a:off x="5751000" y="2362403"/>
                <a:ext cx="10388" cy="10282"/>
              </a:xfrm>
              <a:custGeom>
                <a:avLst/>
                <a:gdLst>
                  <a:gd name="connsiteX0" fmla="*/ 3481 w 3854"/>
                  <a:gd name="connsiteY0" fmla="*/ 1366 h 3815"/>
                  <a:gd name="connsiteX1" fmla="*/ 1793 w 3854"/>
                  <a:gd name="connsiteY1" fmla="*/ 3505 h 3815"/>
                  <a:gd name="connsiteX2" fmla="*/ -347 w 3854"/>
                  <a:gd name="connsiteY2" fmla="*/ 1817 h 3815"/>
                  <a:gd name="connsiteX3" fmla="*/ 1104 w 3854"/>
                  <a:gd name="connsiteY3" fmla="*/ -274 h 3815"/>
                  <a:gd name="connsiteX4" fmla="*/ 3481 w 3854"/>
                  <a:gd name="connsiteY4" fmla="*/ 1366 h 3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" h="3815">
                    <a:moveTo>
                      <a:pt x="3481" y="1366"/>
                    </a:moveTo>
                    <a:cubicBezTo>
                      <a:pt x="3599" y="2412"/>
                      <a:pt x="2862" y="3386"/>
                      <a:pt x="1793" y="3505"/>
                    </a:cubicBezTo>
                    <a:cubicBezTo>
                      <a:pt x="748" y="3624"/>
                      <a:pt x="-227" y="2887"/>
                      <a:pt x="-347" y="1817"/>
                    </a:cubicBezTo>
                    <a:cubicBezTo>
                      <a:pt x="-465" y="867"/>
                      <a:pt x="154" y="-36"/>
                      <a:pt x="1104" y="-274"/>
                    </a:cubicBezTo>
                    <a:cubicBezTo>
                      <a:pt x="2197" y="-440"/>
                      <a:pt x="3243" y="273"/>
                      <a:pt x="3481" y="1366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7" name="任意多边形: 形状 456"/>
              <p:cNvSpPr/>
              <p:nvPr/>
            </p:nvSpPr>
            <p:spPr>
              <a:xfrm>
                <a:off x="5783122" y="2407207"/>
                <a:ext cx="9695" cy="11757"/>
              </a:xfrm>
              <a:custGeom>
                <a:avLst/>
                <a:gdLst>
                  <a:gd name="connsiteX0" fmla="*/ 3112 w 3597"/>
                  <a:gd name="connsiteY0" fmla="*/ 1379 h 4362"/>
                  <a:gd name="connsiteX1" fmla="*/ 1901 w 3597"/>
                  <a:gd name="connsiteY1" fmla="*/ 4064 h 4362"/>
                  <a:gd name="connsiteX2" fmla="*/ -357 w 3597"/>
                  <a:gd name="connsiteY2" fmla="*/ 1569 h 4362"/>
                  <a:gd name="connsiteX3" fmla="*/ 665 w 3597"/>
                  <a:gd name="connsiteY3" fmla="*/ -261 h 4362"/>
                  <a:gd name="connsiteX4" fmla="*/ 3112 w 3597"/>
                  <a:gd name="connsiteY4" fmla="*/ 1379 h 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97" h="4362">
                    <a:moveTo>
                      <a:pt x="3112" y="1379"/>
                    </a:moveTo>
                    <a:cubicBezTo>
                      <a:pt x="3493" y="2448"/>
                      <a:pt x="2970" y="3637"/>
                      <a:pt x="1901" y="4064"/>
                    </a:cubicBezTo>
                    <a:cubicBezTo>
                      <a:pt x="593" y="3993"/>
                      <a:pt x="-429" y="2876"/>
                      <a:pt x="-357" y="1569"/>
                    </a:cubicBezTo>
                    <a:cubicBezTo>
                      <a:pt x="-310" y="832"/>
                      <a:pt x="71" y="167"/>
                      <a:pt x="665" y="-261"/>
                    </a:cubicBezTo>
                    <a:cubicBezTo>
                      <a:pt x="1781" y="-475"/>
                      <a:pt x="2874" y="262"/>
                      <a:pt x="3112" y="1379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8" name="任意多边形: 形状 457"/>
              <p:cNvSpPr/>
              <p:nvPr/>
            </p:nvSpPr>
            <p:spPr>
              <a:xfrm>
                <a:off x="5771859" y="2386957"/>
                <a:ext cx="17657" cy="10557"/>
              </a:xfrm>
              <a:custGeom>
                <a:avLst/>
                <a:gdLst>
                  <a:gd name="connsiteX0" fmla="*/ 4273 w 6551"/>
                  <a:gd name="connsiteY0" fmla="*/ 431 h 3917"/>
                  <a:gd name="connsiteX1" fmla="*/ 2919 w 6551"/>
                  <a:gd name="connsiteY1" fmla="*/ 1738 h 3917"/>
                  <a:gd name="connsiteX2" fmla="*/ 1017 w 6551"/>
                  <a:gd name="connsiteY2" fmla="*/ 717 h 3917"/>
                  <a:gd name="connsiteX3" fmla="*/ 67 w 6551"/>
                  <a:gd name="connsiteY3" fmla="*/ 2404 h 3917"/>
                  <a:gd name="connsiteX4" fmla="*/ 3774 w 6551"/>
                  <a:gd name="connsiteY4" fmla="*/ 3592 h 3917"/>
                  <a:gd name="connsiteX5" fmla="*/ 6151 w 6551"/>
                  <a:gd name="connsiteY5" fmla="*/ 907 h 3917"/>
                  <a:gd name="connsiteX6" fmla="*/ 4273 w 6551"/>
                  <a:gd name="connsiteY6" fmla="*/ 431 h 3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51" h="3917">
                    <a:moveTo>
                      <a:pt x="4273" y="431"/>
                    </a:moveTo>
                    <a:cubicBezTo>
                      <a:pt x="4060" y="1144"/>
                      <a:pt x="3798" y="1810"/>
                      <a:pt x="2919" y="1738"/>
                    </a:cubicBezTo>
                    <a:cubicBezTo>
                      <a:pt x="2206" y="1572"/>
                      <a:pt x="1541" y="1216"/>
                      <a:pt x="1017" y="717"/>
                    </a:cubicBezTo>
                    <a:cubicBezTo>
                      <a:pt x="-4" y="3"/>
                      <a:pt x="-931" y="1691"/>
                      <a:pt x="67" y="2404"/>
                    </a:cubicBezTo>
                    <a:cubicBezTo>
                      <a:pt x="1065" y="3307"/>
                      <a:pt x="2420" y="3735"/>
                      <a:pt x="3774" y="3592"/>
                    </a:cubicBezTo>
                    <a:cubicBezTo>
                      <a:pt x="5010" y="3212"/>
                      <a:pt x="5938" y="2190"/>
                      <a:pt x="6151" y="907"/>
                    </a:cubicBezTo>
                    <a:cubicBezTo>
                      <a:pt x="6484" y="-282"/>
                      <a:pt x="4630" y="-852"/>
                      <a:pt x="4273" y="431"/>
                    </a:cubicBezTo>
                    <a:close/>
                  </a:path>
                </a:pathLst>
              </a:custGeom>
              <a:solidFill>
                <a:srgbClr val="E08B43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9" name="任意多边形: 形状 458"/>
              <p:cNvSpPr/>
              <p:nvPr/>
            </p:nvSpPr>
            <p:spPr>
              <a:xfrm>
                <a:off x="5742559" y="2352919"/>
                <a:ext cx="14738" cy="9595"/>
              </a:xfrm>
              <a:custGeom>
                <a:avLst/>
                <a:gdLst>
                  <a:gd name="connsiteX0" fmla="*/ 3903 w 5468"/>
                  <a:gd name="connsiteY0" fmla="*/ -273 h 3560"/>
                  <a:gd name="connsiteX1" fmla="*/ 52 w 5468"/>
                  <a:gd name="connsiteY1" fmla="*/ 1438 h 3560"/>
                  <a:gd name="connsiteX2" fmla="*/ 1050 w 5468"/>
                  <a:gd name="connsiteY2" fmla="*/ 3078 h 3560"/>
                  <a:gd name="connsiteX3" fmla="*/ 4426 w 5468"/>
                  <a:gd name="connsiteY3" fmla="*/ 1581 h 3560"/>
                  <a:gd name="connsiteX4" fmla="*/ 3903 w 5468"/>
                  <a:gd name="connsiteY4" fmla="*/ -273 h 3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68" h="3560">
                    <a:moveTo>
                      <a:pt x="3903" y="-273"/>
                    </a:moveTo>
                    <a:cubicBezTo>
                      <a:pt x="2524" y="12"/>
                      <a:pt x="1193" y="607"/>
                      <a:pt x="52" y="1438"/>
                    </a:cubicBezTo>
                    <a:cubicBezTo>
                      <a:pt x="-946" y="2151"/>
                      <a:pt x="52" y="3815"/>
                      <a:pt x="1050" y="3078"/>
                    </a:cubicBezTo>
                    <a:cubicBezTo>
                      <a:pt x="2049" y="2341"/>
                      <a:pt x="3213" y="1842"/>
                      <a:pt x="4426" y="1581"/>
                    </a:cubicBezTo>
                    <a:cubicBezTo>
                      <a:pt x="5638" y="1319"/>
                      <a:pt x="5091" y="-534"/>
                      <a:pt x="3903" y="-273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0" name="任意多边形: 形状 459"/>
              <p:cNvSpPr/>
              <p:nvPr/>
            </p:nvSpPr>
            <p:spPr>
              <a:xfrm>
                <a:off x="5780877" y="2342326"/>
                <a:ext cx="17352" cy="6390"/>
              </a:xfrm>
              <a:custGeom>
                <a:avLst/>
                <a:gdLst>
                  <a:gd name="connsiteX0" fmla="*/ 5228 w 6438"/>
                  <a:gd name="connsiteY0" fmla="*/ -240 h 2371"/>
                  <a:gd name="connsiteX1" fmla="*/ 475 w 6438"/>
                  <a:gd name="connsiteY1" fmla="*/ 140 h 2371"/>
                  <a:gd name="connsiteX2" fmla="*/ -357 w 6438"/>
                  <a:gd name="connsiteY2" fmla="*/ 1233 h 2371"/>
                  <a:gd name="connsiteX3" fmla="*/ 736 w 6438"/>
                  <a:gd name="connsiteY3" fmla="*/ 2065 h 2371"/>
                  <a:gd name="connsiteX4" fmla="*/ 4991 w 6438"/>
                  <a:gd name="connsiteY4" fmla="*/ 1685 h 2371"/>
                  <a:gd name="connsiteX5" fmla="*/ 5228 w 6438"/>
                  <a:gd name="connsiteY5" fmla="*/ -240 h 2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38" h="2371">
                    <a:moveTo>
                      <a:pt x="5228" y="-240"/>
                    </a:moveTo>
                    <a:cubicBezTo>
                      <a:pt x="3636" y="-383"/>
                      <a:pt x="2020" y="-264"/>
                      <a:pt x="475" y="140"/>
                    </a:cubicBezTo>
                    <a:cubicBezTo>
                      <a:pt x="-48" y="235"/>
                      <a:pt x="-404" y="710"/>
                      <a:pt x="-357" y="1233"/>
                    </a:cubicBezTo>
                    <a:cubicBezTo>
                      <a:pt x="-285" y="1756"/>
                      <a:pt x="214" y="2136"/>
                      <a:pt x="736" y="2065"/>
                    </a:cubicBezTo>
                    <a:cubicBezTo>
                      <a:pt x="2115" y="1685"/>
                      <a:pt x="3564" y="1542"/>
                      <a:pt x="4991" y="1685"/>
                    </a:cubicBezTo>
                    <a:cubicBezTo>
                      <a:pt x="6322" y="1780"/>
                      <a:pt x="6464" y="-121"/>
                      <a:pt x="5228" y="-240"/>
                    </a:cubicBezTo>
                    <a:close/>
                  </a:path>
                </a:pathLst>
              </a:custGeom>
              <a:solidFill>
                <a:srgbClr val="41404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1" name="任意多边形: 形状 460"/>
              <p:cNvSpPr/>
              <p:nvPr/>
            </p:nvSpPr>
            <p:spPr>
              <a:xfrm>
                <a:off x="5802989" y="2111435"/>
                <a:ext cx="87941" cy="119270"/>
              </a:xfrm>
              <a:custGeom>
                <a:avLst/>
                <a:gdLst>
                  <a:gd name="connsiteX0" fmla="*/ 27564 w 32628"/>
                  <a:gd name="connsiteY0" fmla="*/ -298 h 44252"/>
                  <a:gd name="connsiteX1" fmla="*/ 24451 w 32628"/>
                  <a:gd name="connsiteY1" fmla="*/ 43954 h 44252"/>
                  <a:gd name="connsiteX2" fmla="*/ -361 w 32628"/>
                  <a:gd name="connsiteY2" fmla="*/ 39035 h 44252"/>
                  <a:gd name="connsiteX3" fmla="*/ 27564 w 32628"/>
                  <a:gd name="connsiteY3" fmla="*/ -298 h 4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28" h="44252">
                    <a:moveTo>
                      <a:pt x="27564" y="-298"/>
                    </a:moveTo>
                    <a:cubicBezTo>
                      <a:pt x="39731" y="14556"/>
                      <a:pt x="24451" y="43954"/>
                      <a:pt x="24451" y="43954"/>
                    </a:cubicBezTo>
                    <a:cubicBezTo>
                      <a:pt x="24451" y="43954"/>
                      <a:pt x="-361" y="40485"/>
                      <a:pt x="-361" y="39035"/>
                    </a:cubicBezTo>
                    <a:cubicBezTo>
                      <a:pt x="-361" y="37585"/>
                      <a:pt x="27564" y="-298"/>
                      <a:pt x="27564" y="-298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2" name="任意多边形: 形状 461"/>
              <p:cNvSpPr/>
              <p:nvPr/>
            </p:nvSpPr>
            <p:spPr>
              <a:xfrm>
                <a:off x="5687947" y="2203661"/>
                <a:ext cx="211125" cy="43186"/>
              </a:xfrm>
              <a:custGeom>
                <a:avLst/>
                <a:gdLst>
                  <a:gd name="connsiteX0" fmla="*/ 77972 w 78332"/>
                  <a:gd name="connsiteY0" fmla="*/ 14513 h 16023"/>
                  <a:gd name="connsiteX1" fmla="*/ 34361 w 78332"/>
                  <a:gd name="connsiteY1" fmla="*/ -103 h 16023"/>
                  <a:gd name="connsiteX2" fmla="*/ 2419 w 78332"/>
                  <a:gd name="connsiteY2" fmla="*/ 9403 h 16023"/>
                  <a:gd name="connsiteX3" fmla="*/ -361 w 78332"/>
                  <a:gd name="connsiteY3" fmla="*/ 15725 h 16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332" h="16023">
                    <a:moveTo>
                      <a:pt x="77972" y="14513"/>
                    </a:moveTo>
                    <a:cubicBezTo>
                      <a:pt x="77258" y="5744"/>
                      <a:pt x="45031" y="-1600"/>
                      <a:pt x="34361" y="-103"/>
                    </a:cubicBezTo>
                    <a:cubicBezTo>
                      <a:pt x="23689" y="1394"/>
                      <a:pt x="4225" y="7027"/>
                      <a:pt x="2419" y="9403"/>
                    </a:cubicBezTo>
                    <a:cubicBezTo>
                      <a:pt x="1136" y="11329"/>
                      <a:pt x="186" y="13468"/>
                      <a:pt x="-361" y="15725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3" name="任意多边形: 形状 462"/>
              <p:cNvSpPr/>
              <p:nvPr/>
            </p:nvSpPr>
            <p:spPr>
              <a:xfrm>
                <a:off x="5766476" y="2184522"/>
                <a:ext cx="65465" cy="38397"/>
              </a:xfrm>
              <a:custGeom>
                <a:avLst/>
                <a:gdLst>
                  <a:gd name="connsiteX0" fmla="*/ 1825 w 24289"/>
                  <a:gd name="connsiteY0" fmla="*/ -298 h 14246"/>
                  <a:gd name="connsiteX1" fmla="*/ -361 w 24289"/>
                  <a:gd name="connsiteY1" fmla="*/ 13272 h 14246"/>
                  <a:gd name="connsiteX2" fmla="*/ 21718 w 24289"/>
                  <a:gd name="connsiteY2" fmla="*/ 13272 h 14246"/>
                  <a:gd name="connsiteX3" fmla="*/ 23928 w 24289"/>
                  <a:gd name="connsiteY3" fmla="*/ 6808 h 14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89" h="14246">
                    <a:moveTo>
                      <a:pt x="1825" y="-298"/>
                    </a:moveTo>
                    <a:cubicBezTo>
                      <a:pt x="2016" y="4336"/>
                      <a:pt x="1255" y="8947"/>
                      <a:pt x="-361" y="13272"/>
                    </a:cubicBezTo>
                    <a:cubicBezTo>
                      <a:pt x="-361" y="13272"/>
                      <a:pt x="20506" y="14793"/>
                      <a:pt x="21718" y="13272"/>
                    </a:cubicBezTo>
                    <a:cubicBezTo>
                      <a:pt x="22763" y="11228"/>
                      <a:pt x="23525" y="9066"/>
                      <a:pt x="23928" y="6808"/>
                    </a:cubicBez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4" name="任意多边形: 形状 463"/>
              <p:cNvSpPr/>
              <p:nvPr/>
            </p:nvSpPr>
            <p:spPr>
              <a:xfrm>
                <a:off x="5758539" y="2061748"/>
                <a:ext cx="129426" cy="152123"/>
              </a:xfrm>
              <a:custGeom>
                <a:avLst/>
                <a:gdLst>
                  <a:gd name="connsiteX0" fmla="*/ 47217 w 48020"/>
                  <a:gd name="connsiteY0" fmla="*/ 23508 h 56441"/>
                  <a:gd name="connsiteX1" fmla="*/ 19839 w 48020"/>
                  <a:gd name="connsiteY1" fmla="*/ 56091 h 56441"/>
                  <a:gd name="connsiteX2" fmla="*/ 112 w 48020"/>
                  <a:gd name="connsiteY2" fmla="*/ 29354 h 56441"/>
                  <a:gd name="connsiteX3" fmla="*/ 28940 w 48020"/>
                  <a:gd name="connsiteY3" fmla="*/ -234 h 56441"/>
                  <a:gd name="connsiteX4" fmla="*/ 47217 w 48020"/>
                  <a:gd name="connsiteY4" fmla="*/ 23508 h 56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020" h="56441">
                    <a:moveTo>
                      <a:pt x="47217" y="23508"/>
                    </a:moveTo>
                    <a:cubicBezTo>
                      <a:pt x="44841" y="39099"/>
                      <a:pt x="33385" y="55141"/>
                      <a:pt x="19839" y="56091"/>
                    </a:cubicBezTo>
                    <a:cubicBezTo>
                      <a:pt x="6292" y="57042"/>
                      <a:pt x="-2550" y="45016"/>
                      <a:pt x="112" y="29354"/>
                    </a:cubicBezTo>
                    <a:cubicBezTo>
                      <a:pt x="2774" y="13692"/>
                      <a:pt x="15655" y="692"/>
                      <a:pt x="28940" y="-234"/>
                    </a:cubicBezTo>
                    <a:cubicBezTo>
                      <a:pt x="42226" y="-1161"/>
                      <a:pt x="49594" y="8107"/>
                      <a:pt x="47217" y="23508"/>
                    </a:cubicBez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5" name="任意多边形: 形状 464"/>
              <p:cNvSpPr/>
              <p:nvPr/>
            </p:nvSpPr>
            <p:spPr>
              <a:xfrm>
                <a:off x="5809652" y="2133191"/>
                <a:ext cx="14859" cy="14932"/>
              </a:xfrm>
              <a:custGeom>
                <a:avLst/>
                <a:gdLst>
                  <a:gd name="connsiteX0" fmla="*/ 5152 w 5513"/>
                  <a:gd name="connsiteY0" fmla="*/ 1873 h 5540"/>
                  <a:gd name="connsiteX1" fmla="*/ 2372 w 5513"/>
                  <a:gd name="connsiteY1" fmla="*/ 5153 h 5540"/>
                  <a:gd name="connsiteX2" fmla="*/ -266 w 5513"/>
                  <a:gd name="connsiteY2" fmla="*/ 3750 h 5540"/>
                  <a:gd name="connsiteX3" fmla="*/ -361 w 5513"/>
                  <a:gd name="connsiteY3" fmla="*/ 3061 h 5540"/>
                  <a:gd name="connsiteX4" fmla="*/ 2419 w 5513"/>
                  <a:gd name="connsiteY4" fmla="*/ -195 h 5540"/>
                  <a:gd name="connsiteX5" fmla="*/ 5057 w 5513"/>
                  <a:gd name="connsiteY5" fmla="*/ 1160 h 5540"/>
                  <a:gd name="connsiteX6" fmla="*/ 5152 w 5513"/>
                  <a:gd name="connsiteY6" fmla="*/ 1873 h 5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13" h="5540">
                    <a:moveTo>
                      <a:pt x="5152" y="1873"/>
                    </a:moveTo>
                    <a:cubicBezTo>
                      <a:pt x="5034" y="3465"/>
                      <a:pt x="3916" y="4772"/>
                      <a:pt x="2372" y="5153"/>
                    </a:cubicBezTo>
                    <a:cubicBezTo>
                      <a:pt x="1254" y="5485"/>
                      <a:pt x="66" y="4867"/>
                      <a:pt x="-266" y="3750"/>
                    </a:cubicBezTo>
                    <a:cubicBezTo>
                      <a:pt x="-338" y="3536"/>
                      <a:pt x="-361" y="3299"/>
                      <a:pt x="-361" y="3061"/>
                    </a:cubicBezTo>
                    <a:cubicBezTo>
                      <a:pt x="-243" y="1493"/>
                      <a:pt x="875" y="162"/>
                      <a:pt x="2419" y="-195"/>
                    </a:cubicBezTo>
                    <a:cubicBezTo>
                      <a:pt x="3513" y="-551"/>
                      <a:pt x="4701" y="43"/>
                      <a:pt x="5057" y="1160"/>
                    </a:cubicBezTo>
                    <a:cubicBezTo>
                      <a:pt x="5129" y="1374"/>
                      <a:pt x="5152" y="1635"/>
                      <a:pt x="5152" y="187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6" name="任意多边形: 形状 465"/>
              <p:cNvSpPr/>
              <p:nvPr/>
            </p:nvSpPr>
            <p:spPr>
              <a:xfrm>
                <a:off x="5849878" y="2134857"/>
                <a:ext cx="14859" cy="14967"/>
              </a:xfrm>
              <a:custGeom>
                <a:avLst/>
                <a:gdLst>
                  <a:gd name="connsiteX0" fmla="*/ 5152 w 5513"/>
                  <a:gd name="connsiteY0" fmla="*/ 1873 h 5553"/>
                  <a:gd name="connsiteX1" fmla="*/ 2372 w 5513"/>
                  <a:gd name="connsiteY1" fmla="*/ 5153 h 5553"/>
                  <a:gd name="connsiteX2" fmla="*/ -266 w 5513"/>
                  <a:gd name="connsiteY2" fmla="*/ 3798 h 5553"/>
                  <a:gd name="connsiteX3" fmla="*/ -361 w 5513"/>
                  <a:gd name="connsiteY3" fmla="*/ 3085 h 5553"/>
                  <a:gd name="connsiteX4" fmla="*/ 2419 w 5513"/>
                  <a:gd name="connsiteY4" fmla="*/ -195 h 5553"/>
                  <a:gd name="connsiteX5" fmla="*/ 5058 w 5513"/>
                  <a:gd name="connsiteY5" fmla="*/ 1160 h 5553"/>
                  <a:gd name="connsiteX6" fmla="*/ 5152 w 5513"/>
                  <a:gd name="connsiteY6" fmla="*/ 1873 h 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13" h="5553">
                    <a:moveTo>
                      <a:pt x="5152" y="1873"/>
                    </a:moveTo>
                    <a:cubicBezTo>
                      <a:pt x="5058" y="3465"/>
                      <a:pt x="3916" y="4796"/>
                      <a:pt x="2372" y="5153"/>
                    </a:cubicBezTo>
                    <a:cubicBezTo>
                      <a:pt x="1279" y="5509"/>
                      <a:pt x="90" y="4915"/>
                      <a:pt x="-266" y="3798"/>
                    </a:cubicBezTo>
                    <a:cubicBezTo>
                      <a:pt x="-337" y="3584"/>
                      <a:pt x="-361" y="3323"/>
                      <a:pt x="-361" y="3085"/>
                    </a:cubicBezTo>
                    <a:cubicBezTo>
                      <a:pt x="-266" y="1493"/>
                      <a:pt x="875" y="162"/>
                      <a:pt x="2419" y="-195"/>
                    </a:cubicBezTo>
                    <a:cubicBezTo>
                      <a:pt x="3513" y="-551"/>
                      <a:pt x="4701" y="43"/>
                      <a:pt x="5058" y="1160"/>
                    </a:cubicBezTo>
                    <a:cubicBezTo>
                      <a:pt x="5129" y="1374"/>
                      <a:pt x="5152" y="1635"/>
                      <a:pt x="5152" y="187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7" name="任意多边形: 形状 466"/>
              <p:cNvSpPr/>
              <p:nvPr/>
            </p:nvSpPr>
            <p:spPr>
              <a:xfrm>
                <a:off x="5814072" y="2176962"/>
                <a:ext cx="30553" cy="15061"/>
              </a:xfrm>
              <a:custGeom>
                <a:avLst/>
                <a:gdLst>
                  <a:gd name="connsiteX0" fmla="*/ -361 w 11336"/>
                  <a:gd name="connsiteY0" fmla="*/ -298 h 5588"/>
                  <a:gd name="connsiteX1" fmla="*/ 10975 w 11336"/>
                  <a:gd name="connsiteY1" fmla="*/ 866 h 5588"/>
                  <a:gd name="connsiteX2" fmla="*/ 3061 w 11336"/>
                  <a:gd name="connsiteY2" fmla="*/ 5121 h 5588"/>
                  <a:gd name="connsiteX3" fmla="*/ -361 w 11336"/>
                  <a:gd name="connsiteY3" fmla="*/ -298 h 5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36" h="5588">
                    <a:moveTo>
                      <a:pt x="-361" y="-298"/>
                    </a:moveTo>
                    <a:lnTo>
                      <a:pt x="10975" y="866"/>
                    </a:lnTo>
                    <a:cubicBezTo>
                      <a:pt x="10975" y="866"/>
                      <a:pt x="6222" y="6309"/>
                      <a:pt x="3061" y="5121"/>
                    </a:cubicBezTo>
                    <a:cubicBezTo>
                      <a:pt x="-100" y="3932"/>
                      <a:pt x="-361" y="-298"/>
                      <a:pt x="-361" y="-298"/>
                    </a:cubicBezTo>
                    <a:close/>
                  </a:path>
                </a:pathLst>
              </a:custGeom>
              <a:solidFill>
                <a:srgbClr val="F1F2F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8" name="任意多边形: 形状 467"/>
              <p:cNvSpPr/>
              <p:nvPr/>
            </p:nvSpPr>
            <p:spPr>
              <a:xfrm>
                <a:off x="5724972" y="2041474"/>
                <a:ext cx="169424" cy="178003"/>
              </a:xfrm>
              <a:custGeom>
                <a:avLst/>
                <a:gdLst>
                  <a:gd name="connsiteX0" fmla="*/ 60075 w 62860"/>
                  <a:gd name="connsiteY0" fmla="*/ 24209 h 66043"/>
                  <a:gd name="connsiteX1" fmla="*/ 60075 w 62860"/>
                  <a:gd name="connsiteY1" fmla="*/ 6313 h 66043"/>
                  <a:gd name="connsiteX2" fmla="*/ 26803 w 62860"/>
                  <a:gd name="connsiteY2" fmla="*/ 1227 h 66043"/>
                  <a:gd name="connsiteX3" fmla="*/ 9430 w 62860"/>
                  <a:gd name="connsiteY3" fmla="*/ 17103 h 66043"/>
                  <a:gd name="connsiteX4" fmla="*/ 1539 w 62860"/>
                  <a:gd name="connsiteY4" fmla="*/ 38635 h 66043"/>
                  <a:gd name="connsiteX5" fmla="*/ 6435 w 62860"/>
                  <a:gd name="connsiteY5" fmla="*/ 63090 h 66043"/>
                  <a:gd name="connsiteX6" fmla="*/ 21360 w 62860"/>
                  <a:gd name="connsiteY6" fmla="*/ 49235 h 66043"/>
                  <a:gd name="connsiteX7" fmla="*/ 27397 w 62860"/>
                  <a:gd name="connsiteY7" fmla="*/ 21072 h 66043"/>
                  <a:gd name="connsiteX8" fmla="*/ 59409 w 62860"/>
                  <a:gd name="connsiteY8" fmla="*/ 31719 h 66043"/>
                  <a:gd name="connsiteX9" fmla="*/ 60075 w 62860"/>
                  <a:gd name="connsiteY9" fmla="*/ 24209 h 66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860" h="66043">
                    <a:moveTo>
                      <a:pt x="60075" y="24209"/>
                    </a:moveTo>
                    <a:cubicBezTo>
                      <a:pt x="63307" y="18671"/>
                      <a:pt x="63307" y="11851"/>
                      <a:pt x="60075" y="6313"/>
                    </a:cubicBezTo>
                    <a:cubicBezTo>
                      <a:pt x="60075" y="6313"/>
                      <a:pt x="32435" y="-4120"/>
                      <a:pt x="26803" y="1227"/>
                    </a:cubicBezTo>
                    <a:cubicBezTo>
                      <a:pt x="21170" y="6574"/>
                      <a:pt x="10736" y="8998"/>
                      <a:pt x="9430" y="17103"/>
                    </a:cubicBezTo>
                    <a:cubicBezTo>
                      <a:pt x="8693" y="21666"/>
                      <a:pt x="4819" y="31172"/>
                      <a:pt x="1539" y="38635"/>
                    </a:cubicBezTo>
                    <a:cubicBezTo>
                      <a:pt x="-2240" y="47000"/>
                      <a:pt x="-267" y="56840"/>
                      <a:pt x="6435" y="63090"/>
                    </a:cubicBezTo>
                    <a:cubicBezTo>
                      <a:pt x="11687" y="67843"/>
                      <a:pt x="17819" y="67843"/>
                      <a:pt x="21360" y="49235"/>
                    </a:cubicBezTo>
                    <a:cubicBezTo>
                      <a:pt x="22976" y="40797"/>
                      <a:pt x="27397" y="21072"/>
                      <a:pt x="27397" y="21072"/>
                    </a:cubicBezTo>
                    <a:cubicBezTo>
                      <a:pt x="27397" y="21072"/>
                      <a:pt x="57200" y="33525"/>
                      <a:pt x="59409" y="31719"/>
                    </a:cubicBezTo>
                    <a:cubicBezTo>
                      <a:pt x="61620" y="29913"/>
                      <a:pt x="60075" y="24209"/>
                      <a:pt x="60075" y="2420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9" name="任意多边形: 形状 468"/>
              <p:cNvSpPr/>
              <p:nvPr/>
            </p:nvSpPr>
            <p:spPr>
              <a:xfrm>
                <a:off x="6003098" y="2217482"/>
                <a:ext cx="221760" cy="31030"/>
              </a:xfrm>
              <a:custGeom>
                <a:avLst/>
                <a:gdLst>
                  <a:gd name="connsiteX0" fmla="*/ 81917 w 82278"/>
                  <a:gd name="connsiteY0" fmla="*/ 11215 h 11513"/>
                  <a:gd name="connsiteX1" fmla="*/ 60528 w 82278"/>
                  <a:gd name="connsiteY1" fmla="*/ -74 h 11513"/>
                  <a:gd name="connsiteX2" fmla="*/ 10857 w 82278"/>
                  <a:gd name="connsiteY2" fmla="*/ -216 h 11513"/>
                  <a:gd name="connsiteX3" fmla="*/ 10690 w 82278"/>
                  <a:gd name="connsiteY3" fmla="*/ -216 h 11513"/>
                  <a:gd name="connsiteX4" fmla="*/ -28 w 82278"/>
                  <a:gd name="connsiteY4" fmla="*/ 9599 h 11513"/>
                  <a:gd name="connsiteX5" fmla="*/ -361 w 82278"/>
                  <a:gd name="connsiteY5" fmla="*/ 11215 h 11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78" h="11513">
                    <a:moveTo>
                      <a:pt x="81917" y="11215"/>
                    </a:moveTo>
                    <a:cubicBezTo>
                      <a:pt x="81346" y="4560"/>
                      <a:pt x="70794" y="-1262"/>
                      <a:pt x="60528" y="-74"/>
                    </a:cubicBezTo>
                    <a:cubicBezTo>
                      <a:pt x="50261" y="1114"/>
                      <a:pt x="16703" y="-692"/>
                      <a:pt x="10857" y="-216"/>
                    </a:cubicBezTo>
                    <a:lnTo>
                      <a:pt x="10690" y="-216"/>
                    </a:lnTo>
                    <a:cubicBezTo>
                      <a:pt x="5343" y="330"/>
                      <a:pt x="994" y="4323"/>
                      <a:pt x="-28" y="9599"/>
                    </a:cubicBezTo>
                    <a:lnTo>
                      <a:pt x="-361" y="11215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0" name="任意多边形: 形状 469"/>
              <p:cNvSpPr/>
              <p:nvPr/>
            </p:nvSpPr>
            <p:spPr>
              <a:xfrm>
                <a:off x="6039610" y="2083205"/>
                <a:ext cx="121146" cy="138603"/>
              </a:xfrm>
              <a:custGeom>
                <a:avLst/>
                <a:gdLst>
                  <a:gd name="connsiteX0" fmla="*/ -361 w 44948"/>
                  <a:gd name="connsiteY0" fmla="*/ 30162 h 51425"/>
                  <a:gd name="connsiteX1" fmla="*/ 22455 w 44948"/>
                  <a:gd name="connsiteY1" fmla="*/ 50625 h 51425"/>
                  <a:gd name="connsiteX2" fmla="*/ 44581 w 44948"/>
                  <a:gd name="connsiteY2" fmla="*/ 20181 h 51425"/>
                  <a:gd name="connsiteX3" fmla="*/ 21836 w 44948"/>
                  <a:gd name="connsiteY3" fmla="*/ 193 h 51425"/>
                  <a:gd name="connsiteX4" fmla="*/ -361 w 44948"/>
                  <a:gd name="connsiteY4" fmla="*/ 30162 h 51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48" h="51425">
                    <a:moveTo>
                      <a:pt x="-361" y="30162"/>
                    </a:moveTo>
                    <a:cubicBezTo>
                      <a:pt x="-361" y="44208"/>
                      <a:pt x="9930" y="53430"/>
                      <a:pt x="22455" y="50625"/>
                    </a:cubicBezTo>
                    <a:cubicBezTo>
                      <a:pt x="34980" y="47821"/>
                      <a:pt x="44866" y="34131"/>
                      <a:pt x="44581" y="20181"/>
                    </a:cubicBezTo>
                    <a:cubicBezTo>
                      <a:pt x="44296" y="6230"/>
                      <a:pt x="34123" y="-2516"/>
                      <a:pt x="21836" y="193"/>
                    </a:cubicBezTo>
                    <a:cubicBezTo>
                      <a:pt x="9550" y="2903"/>
                      <a:pt x="-433" y="16259"/>
                      <a:pt x="-361" y="30162"/>
                    </a:cubicBez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1" name="任意多边形: 形状 470"/>
              <p:cNvSpPr/>
              <p:nvPr/>
            </p:nvSpPr>
            <p:spPr>
              <a:xfrm>
                <a:off x="6010486" y="2048420"/>
                <a:ext cx="172860" cy="126202"/>
              </a:xfrm>
              <a:custGeom>
                <a:avLst/>
                <a:gdLst>
                  <a:gd name="connsiteX0" fmla="*/ 55388 w 64135"/>
                  <a:gd name="connsiteY0" fmla="*/ 34252 h 46824"/>
                  <a:gd name="connsiteX1" fmla="*/ 46594 w 64135"/>
                  <a:gd name="connsiteY1" fmla="*/ 21751 h 46824"/>
                  <a:gd name="connsiteX2" fmla="*/ 34330 w 64135"/>
                  <a:gd name="connsiteY2" fmla="*/ 26362 h 46824"/>
                  <a:gd name="connsiteX3" fmla="*/ 27914 w 64135"/>
                  <a:gd name="connsiteY3" fmla="*/ 24437 h 46824"/>
                  <a:gd name="connsiteX4" fmla="*/ 17528 w 64135"/>
                  <a:gd name="connsiteY4" fmla="*/ 31044 h 46824"/>
                  <a:gd name="connsiteX5" fmla="*/ 12346 w 64135"/>
                  <a:gd name="connsiteY5" fmla="*/ 32375 h 46824"/>
                  <a:gd name="connsiteX6" fmla="*/ 10659 w 64135"/>
                  <a:gd name="connsiteY6" fmla="*/ 46421 h 46824"/>
                  <a:gd name="connsiteX7" fmla="*/ -154 w 64135"/>
                  <a:gd name="connsiteY7" fmla="*/ 33230 h 46824"/>
                  <a:gd name="connsiteX8" fmla="*/ 3862 w 64135"/>
                  <a:gd name="connsiteY8" fmla="*/ 25839 h 46824"/>
                  <a:gd name="connsiteX9" fmla="*/ 7713 w 64135"/>
                  <a:gd name="connsiteY9" fmla="*/ 13956 h 46824"/>
                  <a:gd name="connsiteX10" fmla="*/ 21567 w 64135"/>
                  <a:gd name="connsiteY10" fmla="*/ 5139 h 46824"/>
                  <a:gd name="connsiteX11" fmla="*/ 41627 w 64135"/>
                  <a:gd name="connsiteY11" fmla="*/ 599 h 46824"/>
                  <a:gd name="connsiteX12" fmla="*/ 48281 w 64135"/>
                  <a:gd name="connsiteY12" fmla="*/ 5566 h 46824"/>
                  <a:gd name="connsiteX13" fmla="*/ 61114 w 64135"/>
                  <a:gd name="connsiteY13" fmla="*/ 5994 h 46824"/>
                  <a:gd name="connsiteX14" fmla="*/ 55388 w 64135"/>
                  <a:gd name="connsiteY14" fmla="*/ 34252 h 46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135" h="46824">
                    <a:moveTo>
                      <a:pt x="55388" y="34252"/>
                    </a:moveTo>
                    <a:cubicBezTo>
                      <a:pt x="50254" y="34252"/>
                      <a:pt x="46594" y="21751"/>
                      <a:pt x="46594" y="21751"/>
                    </a:cubicBezTo>
                    <a:cubicBezTo>
                      <a:pt x="46594" y="21751"/>
                      <a:pt x="40486" y="27574"/>
                      <a:pt x="34330" y="26362"/>
                    </a:cubicBezTo>
                    <a:cubicBezTo>
                      <a:pt x="28175" y="25150"/>
                      <a:pt x="27914" y="24437"/>
                      <a:pt x="27914" y="24437"/>
                    </a:cubicBezTo>
                    <a:cubicBezTo>
                      <a:pt x="27914" y="24437"/>
                      <a:pt x="21426" y="31044"/>
                      <a:pt x="17528" y="31044"/>
                    </a:cubicBezTo>
                    <a:cubicBezTo>
                      <a:pt x="15698" y="30830"/>
                      <a:pt x="13843" y="31305"/>
                      <a:pt x="12346" y="32375"/>
                    </a:cubicBezTo>
                    <a:cubicBezTo>
                      <a:pt x="12346" y="32375"/>
                      <a:pt x="11872" y="45398"/>
                      <a:pt x="10659" y="46421"/>
                    </a:cubicBezTo>
                    <a:cubicBezTo>
                      <a:pt x="9448" y="47442"/>
                      <a:pt x="-2032" y="40907"/>
                      <a:pt x="-154" y="33230"/>
                    </a:cubicBezTo>
                    <a:cubicBezTo>
                      <a:pt x="1366" y="27099"/>
                      <a:pt x="3862" y="25839"/>
                      <a:pt x="3862" y="25839"/>
                    </a:cubicBezTo>
                    <a:cubicBezTo>
                      <a:pt x="3862" y="25839"/>
                      <a:pt x="535" y="22940"/>
                      <a:pt x="7713" y="13956"/>
                    </a:cubicBezTo>
                    <a:cubicBezTo>
                      <a:pt x="14890" y="4972"/>
                      <a:pt x="21567" y="5139"/>
                      <a:pt x="21567" y="5139"/>
                    </a:cubicBezTo>
                    <a:cubicBezTo>
                      <a:pt x="21567" y="5139"/>
                      <a:pt x="37705" y="-2942"/>
                      <a:pt x="41627" y="599"/>
                    </a:cubicBezTo>
                    <a:cubicBezTo>
                      <a:pt x="43646" y="2501"/>
                      <a:pt x="45881" y="4164"/>
                      <a:pt x="48281" y="5566"/>
                    </a:cubicBezTo>
                    <a:cubicBezTo>
                      <a:pt x="48281" y="5566"/>
                      <a:pt x="57241" y="504"/>
                      <a:pt x="61114" y="5994"/>
                    </a:cubicBezTo>
                    <a:cubicBezTo>
                      <a:pt x="67555" y="15073"/>
                      <a:pt x="60972" y="34252"/>
                      <a:pt x="55388" y="3425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2" name="任意多边形: 形状 471"/>
              <p:cNvSpPr/>
              <p:nvPr/>
            </p:nvSpPr>
            <p:spPr>
              <a:xfrm>
                <a:off x="6111126" y="2142692"/>
                <a:ext cx="13616" cy="13193"/>
              </a:xfrm>
              <a:custGeom>
                <a:avLst/>
                <a:gdLst>
                  <a:gd name="connsiteX0" fmla="*/ -277 w 5052"/>
                  <a:gd name="connsiteY0" fmla="*/ 2079 h 4895"/>
                  <a:gd name="connsiteX1" fmla="*/ 1006 w 5052"/>
                  <a:gd name="connsiteY1" fmla="*/ 4503 h 4895"/>
                  <a:gd name="connsiteX2" fmla="*/ 1648 w 5052"/>
                  <a:gd name="connsiteY2" fmla="*/ 4598 h 4895"/>
                  <a:gd name="connsiteX3" fmla="*/ 4643 w 5052"/>
                  <a:gd name="connsiteY3" fmla="*/ 2079 h 4895"/>
                  <a:gd name="connsiteX4" fmla="*/ 3169 w 5052"/>
                  <a:gd name="connsiteY4" fmla="*/ -250 h 4895"/>
                  <a:gd name="connsiteX5" fmla="*/ 2693 w 5052"/>
                  <a:gd name="connsiteY5" fmla="*/ -298 h 4895"/>
                  <a:gd name="connsiteX6" fmla="*/ -277 w 5052"/>
                  <a:gd name="connsiteY6" fmla="*/ 2079 h 4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52" h="4895">
                    <a:moveTo>
                      <a:pt x="-277" y="2079"/>
                    </a:moveTo>
                    <a:cubicBezTo>
                      <a:pt x="-586" y="3101"/>
                      <a:pt x="-15" y="4194"/>
                      <a:pt x="1006" y="4503"/>
                    </a:cubicBezTo>
                    <a:cubicBezTo>
                      <a:pt x="1221" y="4574"/>
                      <a:pt x="1434" y="4598"/>
                      <a:pt x="1648" y="4598"/>
                    </a:cubicBezTo>
                    <a:cubicBezTo>
                      <a:pt x="3098" y="4527"/>
                      <a:pt x="4334" y="3504"/>
                      <a:pt x="4643" y="2079"/>
                    </a:cubicBezTo>
                    <a:cubicBezTo>
                      <a:pt x="4881" y="1033"/>
                      <a:pt x="4215" y="-13"/>
                      <a:pt x="3169" y="-250"/>
                    </a:cubicBezTo>
                    <a:cubicBezTo>
                      <a:pt x="3003" y="-298"/>
                      <a:pt x="2861" y="-298"/>
                      <a:pt x="2693" y="-298"/>
                    </a:cubicBezTo>
                    <a:cubicBezTo>
                      <a:pt x="1292" y="-250"/>
                      <a:pt x="80" y="724"/>
                      <a:pt x="-277" y="207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3" name="任意多边形: 形状 472"/>
              <p:cNvSpPr/>
              <p:nvPr/>
            </p:nvSpPr>
            <p:spPr>
              <a:xfrm>
                <a:off x="6069169" y="2157427"/>
                <a:ext cx="13762" cy="13579"/>
              </a:xfrm>
              <a:custGeom>
                <a:avLst/>
                <a:gdLst>
                  <a:gd name="connsiteX0" fmla="*/ -277 w 5106"/>
                  <a:gd name="connsiteY0" fmla="*/ 2221 h 5038"/>
                  <a:gd name="connsiteX1" fmla="*/ 1006 w 5106"/>
                  <a:gd name="connsiteY1" fmla="*/ 4645 h 5038"/>
                  <a:gd name="connsiteX2" fmla="*/ 1648 w 5106"/>
                  <a:gd name="connsiteY2" fmla="*/ 4740 h 5038"/>
                  <a:gd name="connsiteX3" fmla="*/ 4666 w 5106"/>
                  <a:gd name="connsiteY3" fmla="*/ 2221 h 5038"/>
                  <a:gd name="connsiteX4" fmla="*/ 3312 w 5106"/>
                  <a:gd name="connsiteY4" fmla="*/ -227 h 5038"/>
                  <a:gd name="connsiteX5" fmla="*/ 2741 w 5106"/>
                  <a:gd name="connsiteY5" fmla="*/ -298 h 5038"/>
                  <a:gd name="connsiteX6" fmla="*/ -277 w 5106"/>
                  <a:gd name="connsiteY6" fmla="*/ 2221 h 5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06" h="5038">
                    <a:moveTo>
                      <a:pt x="-277" y="2221"/>
                    </a:moveTo>
                    <a:cubicBezTo>
                      <a:pt x="-586" y="3243"/>
                      <a:pt x="-16" y="4336"/>
                      <a:pt x="1006" y="4645"/>
                    </a:cubicBezTo>
                    <a:cubicBezTo>
                      <a:pt x="1220" y="4717"/>
                      <a:pt x="1434" y="4740"/>
                      <a:pt x="1648" y="4740"/>
                    </a:cubicBezTo>
                    <a:cubicBezTo>
                      <a:pt x="3097" y="4669"/>
                      <a:pt x="4333" y="3647"/>
                      <a:pt x="4666" y="2221"/>
                    </a:cubicBezTo>
                    <a:cubicBezTo>
                      <a:pt x="4975" y="1175"/>
                      <a:pt x="4358" y="82"/>
                      <a:pt x="3312" y="-227"/>
                    </a:cubicBezTo>
                    <a:cubicBezTo>
                      <a:pt x="3122" y="-274"/>
                      <a:pt x="2931" y="-298"/>
                      <a:pt x="2741" y="-298"/>
                    </a:cubicBezTo>
                    <a:cubicBezTo>
                      <a:pt x="1292" y="-227"/>
                      <a:pt x="56" y="795"/>
                      <a:pt x="-277" y="2221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4" name="任意多边形: 形状 473"/>
              <p:cNvSpPr/>
              <p:nvPr/>
            </p:nvSpPr>
            <p:spPr>
              <a:xfrm>
                <a:off x="6088998" y="2182024"/>
                <a:ext cx="28758" cy="18258"/>
              </a:xfrm>
              <a:custGeom>
                <a:avLst/>
                <a:gdLst>
                  <a:gd name="connsiteX0" fmla="*/ 10309 w 10670"/>
                  <a:gd name="connsiteY0" fmla="*/ -298 h 6774"/>
                  <a:gd name="connsiteX1" fmla="*/ -361 w 10670"/>
                  <a:gd name="connsiteY1" fmla="*/ 4241 h 6774"/>
                  <a:gd name="connsiteX2" fmla="*/ 6555 w 10670"/>
                  <a:gd name="connsiteY2" fmla="*/ 5834 h 6774"/>
                  <a:gd name="connsiteX3" fmla="*/ 10309 w 10670"/>
                  <a:gd name="connsiteY3" fmla="*/ -298 h 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70" h="6774">
                    <a:moveTo>
                      <a:pt x="10309" y="-298"/>
                    </a:moveTo>
                    <a:lnTo>
                      <a:pt x="-361" y="4241"/>
                    </a:lnTo>
                    <a:cubicBezTo>
                      <a:pt x="-361" y="4241"/>
                      <a:pt x="3394" y="7925"/>
                      <a:pt x="6555" y="5834"/>
                    </a:cubicBezTo>
                    <a:cubicBezTo>
                      <a:pt x="8551" y="4336"/>
                      <a:pt x="9882" y="2150"/>
                      <a:pt x="10309" y="-298"/>
                    </a:cubicBezTo>
                    <a:close/>
                  </a:path>
                </a:pathLst>
              </a:custGeom>
              <a:solidFill>
                <a:srgbClr val="F1F2F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5" name="任意多边形: 形状 474"/>
              <p:cNvSpPr/>
              <p:nvPr/>
            </p:nvSpPr>
            <p:spPr>
              <a:xfrm>
                <a:off x="6083875" y="2191120"/>
                <a:ext cx="52323" cy="45310"/>
              </a:xfrm>
              <a:custGeom>
                <a:avLst/>
                <a:gdLst>
                  <a:gd name="connsiteX0" fmla="*/ 18746 w 19413"/>
                  <a:gd name="connsiteY0" fmla="*/ -298 h 16811"/>
                  <a:gd name="connsiteX1" fmla="*/ 18485 w 19413"/>
                  <a:gd name="connsiteY1" fmla="*/ 13272 h 16811"/>
                  <a:gd name="connsiteX2" fmla="*/ -361 w 19413"/>
                  <a:gd name="connsiteY2" fmla="*/ 13985 h 16811"/>
                  <a:gd name="connsiteX3" fmla="*/ 114 w 19413"/>
                  <a:gd name="connsiteY3" fmla="*/ 7640 h 1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13" h="16811">
                    <a:moveTo>
                      <a:pt x="18746" y="-298"/>
                    </a:moveTo>
                    <a:cubicBezTo>
                      <a:pt x="19222" y="4218"/>
                      <a:pt x="19151" y="8780"/>
                      <a:pt x="18485" y="13272"/>
                    </a:cubicBezTo>
                    <a:cubicBezTo>
                      <a:pt x="18627" y="17099"/>
                      <a:pt x="-219" y="17788"/>
                      <a:pt x="-361" y="13985"/>
                    </a:cubicBezTo>
                    <a:lnTo>
                      <a:pt x="114" y="7640"/>
                    </a:lnTo>
                    <a:close/>
                  </a:path>
                </a:pathLst>
              </a:custGeom>
              <a:solidFill>
                <a:srgbClr val="FAAF7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6" name="任意多边形: 形状 475"/>
              <p:cNvSpPr/>
              <p:nvPr/>
            </p:nvSpPr>
            <p:spPr>
              <a:xfrm>
                <a:off x="5629142" y="1997927"/>
                <a:ext cx="642669" cy="509241"/>
              </a:xfrm>
              <a:custGeom>
                <a:avLst/>
                <a:gdLst>
                  <a:gd name="connsiteX0" fmla="*/ 234400 w 238445"/>
                  <a:gd name="connsiteY0" fmla="*/ 188642 h 188940"/>
                  <a:gd name="connsiteX1" fmla="*/ 3204 w 238445"/>
                  <a:gd name="connsiteY1" fmla="*/ 188642 h 188940"/>
                  <a:gd name="connsiteX2" fmla="*/ -361 w 238445"/>
                  <a:gd name="connsiteY2" fmla="*/ 185077 h 188940"/>
                  <a:gd name="connsiteX3" fmla="*/ -361 w 238445"/>
                  <a:gd name="connsiteY3" fmla="*/ 3267 h 188940"/>
                  <a:gd name="connsiteX4" fmla="*/ 3204 w 238445"/>
                  <a:gd name="connsiteY4" fmla="*/ -298 h 188940"/>
                  <a:gd name="connsiteX5" fmla="*/ 234519 w 238445"/>
                  <a:gd name="connsiteY5" fmla="*/ -298 h 188940"/>
                  <a:gd name="connsiteX6" fmla="*/ 238084 w 238445"/>
                  <a:gd name="connsiteY6" fmla="*/ 3267 h 188940"/>
                  <a:gd name="connsiteX7" fmla="*/ 238084 w 238445"/>
                  <a:gd name="connsiteY7" fmla="*/ 185077 h 188940"/>
                  <a:gd name="connsiteX8" fmla="*/ 234519 w 238445"/>
                  <a:gd name="connsiteY8" fmla="*/ 188642 h 188940"/>
                  <a:gd name="connsiteX9" fmla="*/ 234400 w 238445"/>
                  <a:gd name="connsiteY9" fmla="*/ 188642 h 188940"/>
                  <a:gd name="connsiteX10" fmla="*/ 6650 w 238445"/>
                  <a:gd name="connsiteY10" fmla="*/ 181513 h 188940"/>
                  <a:gd name="connsiteX11" fmla="*/ 230835 w 238445"/>
                  <a:gd name="connsiteY11" fmla="*/ 181513 h 188940"/>
                  <a:gd name="connsiteX12" fmla="*/ 230835 w 238445"/>
                  <a:gd name="connsiteY12" fmla="*/ 6832 h 188940"/>
                  <a:gd name="connsiteX13" fmla="*/ 6650 w 238445"/>
                  <a:gd name="connsiteY13" fmla="*/ 6832 h 188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8445" h="188940">
                    <a:moveTo>
                      <a:pt x="234400" y="188642"/>
                    </a:moveTo>
                    <a:lnTo>
                      <a:pt x="3204" y="188642"/>
                    </a:lnTo>
                    <a:cubicBezTo>
                      <a:pt x="1231" y="188642"/>
                      <a:pt x="-361" y="187050"/>
                      <a:pt x="-361" y="185077"/>
                    </a:cubicBezTo>
                    <a:lnTo>
                      <a:pt x="-361" y="3267"/>
                    </a:lnTo>
                    <a:cubicBezTo>
                      <a:pt x="-361" y="1294"/>
                      <a:pt x="1231" y="-298"/>
                      <a:pt x="3204" y="-298"/>
                    </a:cubicBezTo>
                    <a:lnTo>
                      <a:pt x="234519" y="-298"/>
                    </a:lnTo>
                    <a:cubicBezTo>
                      <a:pt x="236492" y="-298"/>
                      <a:pt x="238084" y="1294"/>
                      <a:pt x="238084" y="3267"/>
                    </a:cubicBezTo>
                    <a:lnTo>
                      <a:pt x="238084" y="185077"/>
                    </a:lnTo>
                    <a:cubicBezTo>
                      <a:pt x="238084" y="187050"/>
                      <a:pt x="236492" y="188642"/>
                      <a:pt x="234519" y="188642"/>
                    </a:cubicBezTo>
                    <a:cubicBezTo>
                      <a:pt x="234472" y="188642"/>
                      <a:pt x="234447" y="188642"/>
                      <a:pt x="234400" y="188642"/>
                    </a:cubicBezTo>
                    <a:close/>
                    <a:moveTo>
                      <a:pt x="6650" y="181513"/>
                    </a:moveTo>
                    <a:lnTo>
                      <a:pt x="230835" y="181513"/>
                    </a:lnTo>
                    <a:lnTo>
                      <a:pt x="230835" y="6832"/>
                    </a:lnTo>
                    <a:lnTo>
                      <a:pt x="6650" y="6832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7" name="任意多边形: 形状 476"/>
              <p:cNvSpPr/>
              <p:nvPr/>
            </p:nvSpPr>
            <p:spPr>
              <a:xfrm>
                <a:off x="5629142" y="2243133"/>
                <a:ext cx="642669" cy="19214"/>
              </a:xfrm>
              <a:custGeom>
                <a:avLst/>
                <a:gdLst>
                  <a:gd name="connsiteX0" fmla="*/ 234400 w 238445"/>
                  <a:gd name="connsiteY0" fmla="*/ 6832 h 7129"/>
                  <a:gd name="connsiteX1" fmla="*/ 3204 w 238445"/>
                  <a:gd name="connsiteY1" fmla="*/ 6832 h 7129"/>
                  <a:gd name="connsiteX2" fmla="*/ -361 w 238445"/>
                  <a:gd name="connsiteY2" fmla="*/ 3267 h 7129"/>
                  <a:gd name="connsiteX3" fmla="*/ 3204 w 238445"/>
                  <a:gd name="connsiteY3" fmla="*/ -298 h 7129"/>
                  <a:gd name="connsiteX4" fmla="*/ 234519 w 238445"/>
                  <a:gd name="connsiteY4" fmla="*/ -298 h 7129"/>
                  <a:gd name="connsiteX5" fmla="*/ 238084 w 238445"/>
                  <a:gd name="connsiteY5" fmla="*/ 3267 h 7129"/>
                  <a:gd name="connsiteX6" fmla="*/ 234519 w 238445"/>
                  <a:gd name="connsiteY6" fmla="*/ 6832 h 7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8445" h="7129">
                    <a:moveTo>
                      <a:pt x="234400" y="6832"/>
                    </a:moveTo>
                    <a:lnTo>
                      <a:pt x="3204" y="6832"/>
                    </a:lnTo>
                    <a:cubicBezTo>
                      <a:pt x="1231" y="6832"/>
                      <a:pt x="-361" y="5239"/>
                      <a:pt x="-361" y="3267"/>
                    </a:cubicBezTo>
                    <a:cubicBezTo>
                      <a:pt x="-361" y="1294"/>
                      <a:pt x="1231" y="-298"/>
                      <a:pt x="3204" y="-298"/>
                    </a:cubicBezTo>
                    <a:lnTo>
                      <a:pt x="234519" y="-298"/>
                    </a:lnTo>
                    <a:cubicBezTo>
                      <a:pt x="236492" y="-298"/>
                      <a:pt x="238084" y="1294"/>
                      <a:pt x="238084" y="3267"/>
                    </a:cubicBezTo>
                    <a:cubicBezTo>
                      <a:pt x="238084" y="5239"/>
                      <a:pt x="236492" y="6832"/>
                      <a:pt x="234519" y="683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8" name="任意多边形: 形状 477"/>
              <p:cNvSpPr/>
              <p:nvPr/>
            </p:nvSpPr>
            <p:spPr>
              <a:xfrm>
                <a:off x="5940517" y="2002412"/>
                <a:ext cx="19214" cy="504756"/>
              </a:xfrm>
              <a:custGeom>
                <a:avLst/>
                <a:gdLst>
                  <a:gd name="connsiteX0" fmla="*/ 3204 w 7129"/>
                  <a:gd name="connsiteY0" fmla="*/ 186979 h 187276"/>
                  <a:gd name="connsiteX1" fmla="*/ -361 w 7129"/>
                  <a:gd name="connsiteY1" fmla="*/ 183414 h 187276"/>
                  <a:gd name="connsiteX2" fmla="*/ -361 w 7129"/>
                  <a:gd name="connsiteY2" fmla="*/ 3267 h 187276"/>
                  <a:gd name="connsiteX3" fmla="*/ 3204 w 7129"/>
                  <a:gd name="connsiteY3" fmla="*/ -298 h 187276"/>
                  <a:gd name="connsiteX4" fmla="*/ 6769 w 7129"/>
                  <a:gd name="connsiteY4" fmla="*/ 3267 h 187276"/>
                  <a:gd name="connsiteX5" fmla="*/ 6769 w 7129"/>
                  <a:gd name="connsiteY5" fmla="*/ 183485 h 187276"/>
                  <a:gd name="connsiteX6" fmla="*/ 3204 w 7129"/>
                  <a:gd name="connsiteY6" fmla="*/ 186979 h 18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129" h="187276">
                    <a:moveTo>
                      <a:pt x="3204" y="186979"/>
                    </a:moveTo>
                    <a:cubicBezTo>
                      <a:pt x="1231" y="186979"/>
                      <a:pt x="-361" y="185386"/>
                      <a:pt x="-361" y="183414"/>
                    </a:cubicBezTo>
                    <a:lnTo>
                      <a:pt x="-361" y="3267"/>
                    </a:lnTo>
                    <a:cubicBezTo>
                      <a:pt x="-361" y="1294"/>
                      <a:pt x="1231" y="-298"/>
                      <a:pt x="3204" y="-298"/>
                    </a:cubicBezTo>
                    <a:cubicBezTo>
                      <a:pt x="5177" y="-298"/>
                      <a:pt x="6769" y="1294"/>
                      <a:pt x="6769" y="3267"/>
                    </a:cubicBezTo>
                    <a:lnTo>
                      <a:pt x="6769" y="183485"/>
                    </a:lnTo>
                    <a:cubicBezTo>
                      <a:pt x="6721" y="185434"/>
                      <a:pt x="5153" y="186979"/>
                      <a:pt x="3204" y="186979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9" name="任意多边形: 形状 478"/>
              <p:cNvSpPr/>
              <p:nvPr/>
            </p:nvSpPr>
            <p:spPr>
              <a:xfrm>
                <a:off x="5914125" y="2461753"/>
                <a:ext cx="71998" cy="71998"/>
              </a:xfrm>
              <a:custGeom>
                <a:avLst/>
                <a:gdLst>
                  <a:gd name="connsiteX0" fmla="*/ 26713 w 26713"/>
                  <a:gd name="connsiteY0" fmla="*/ 13357 h 26713"/>
                  <a:gd name="connsiteX1" fmla="*/ 13356 w 26713"/>
                  <a:gd name="connsiteY1" fmla="*/ 26713 h 26713"/>
                  <a:gd name="connsiteX2" fmla="*/ -1 w 26713"/>
                  <a:gd name="connsiteY2" fmla="*/ 13357 h 26713"/>
                  <a:gd name="connsiteX3" fmla="*/ 13356 w 26713"/>
                  <a:gd name="connsiteY3" fmla="*/ 0 h 26713"/>
                  <a:gd name="connsiteX4" fmla="*/ 26713 w 26713"/>
                  <a:gd name="connsiteY4" fmla="*/ 13357 h 26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13" h="26713">
                    <a:moveTo>
                      <a:pt x="26713" y="13357"/>
                    </a:moveTo>
                    <a:cubicBezTo>
                      <a:pt x="26713" y="20733"/>
                      <a:pt x="20733" y="26713"/>
                      <a:pt x="13356" y="26713"/>
                    </a:cubicBezTo>
                    <a:cubicBezTo>
                      <a:pt x="5980" y="26713"/>
                      <a:pt x="-1" y="20733"/>
                      <a:pt x="-1" y="13357"/>
                    </a:cubicBezTo>
                    <a:cubicBezTo>
                      <a:pt x="-1" y="5980"/>
                      <a:pt x="5979" y="0"/>
                      <a:pt x="13356" y="0"/>
                    </a:cubicBezTo>
                    <a:cubicBezTo>
                      <a:pt x="20733" y="0"/>
                      <a:pt x="26713" y="5980"/>
                      <a:pt x="26713" y="13357"/>
                    </a:cubicBez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0" name="任意多边形: 形状 479"/>
              <p:cNvSpPr/>
              <p:nvPr/>
            </p:nvSpPr>
            <p:spPr>
              <a:xfrm>
                <a:off x="4909286" y="4434858"/>
                <a:ext cx="597829" cy="1200527"/>
              </a:xfrm>
              <a:custGeom>
                <a:avLst/>
                <a:gdLst>
                  <a:gd name="connsiteX0" fmla="*/ 221808 w 221808"/>
                  <a:gd name="connsiteY0" fmla="*/ 19821 h 445423"/>
                  <a:gd name="connsiteX1" fmla="*/ 221808 w 221808"/>
                  <a:gd name="connsiteY1" fmla="*/ 434325 h 445423"/>
                  <a:gd name="connsiteX2" fmla="*/ 0 w 221808"/>
                  <a:gd name="connsiteY2" fmla="*/ 445424 h 445423"/>
                  <a:gd name="connsiteX3" fmla="*/ 0 w 221808"/>
                  <a:gd name="connsiteY3" fmla="*/ 0 h 445423"/>
                  <a:gd name="connsiteX4" fmla="*/ 221808 w 221808"/>
                  <a:gd name="connsiteY4" fmla="*/ 19821 h 445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808" h="445423">
                    <a:moveTo>
                      <a:pt x="221808" y="19821"/>
                    </a:moveTo>
                    <a:lnTo>
                      <a:pt x="221808" y="434325"/>
                    </a:lnTo>
                    <a:lnTo>
                      <a:pt x="0" y="445424"/>
                    </a:lnTo>
                    <a:lnTo>
                      <a:pt x="0" y="0"/>
                    </a:lnTo>
                    <a:lnTo>
                      <a:pt x="221808" y="19821"/>
                    </a:lnTo>
                    <a:close/>
                  </a:path>
                </a:pathLst>
              </a:custGeom>
              <a:solidFill>
                <a:srgbClr val="E6E7E8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1" name="任意多边形: 形状 480"/>
              <p:cNvSpPr/>
              <p:nvPr/>
            </p:nvSpPr>
            <p:spPr>
              <a:xfrm>
                <a:off x="4603933" y="3839526"/>
                <a:ext cx="2239830" cy="1845695"/>
              </a:xfrm>
              <a:custGeom>
                <a:avLst/>
                <a:gdLst>
                  <a:gd name="connsiteX0" fmla="*/ 57580 w 831028"/>
                  <a:gd name="connsiteY0" fmla="*/ 262888 h 684795"/>
                  <a:gd name="connsiteX1" fmla="*/ 413952 w 831028"/>
                  <a:gd name="connsiteY1" fmla="*/ 277147 h 684795"/>
                  <a:gd name="connsiteX2" fmla="*/ 605056 w 831028"/>
                  <a:gd name="connsiteY2" fmla="*/ 684498 h 684795"/>
                  <a:gd name="connsiteX3" fmla="*/ 830667 w 831028"/>
                  <a:gd name="connsiteY3" fmla="*/ 613627 h 684795"/>
                  <a:gd name="connsiteX4" fmla="*/ 577202 w 831028"/>
                  <a:gd name="connsiteY4" fmla="*/ 101231 h 684795"/>
                  <a:gd name="connsiteX5" fmla="*/ 472632 w 831028"/>
                  <a:gd name="connsiteY5" fmla="*/ 31643 h 684795"/>
                  <a:gd name="connsiteX6" fmla="*/ 117685 w 831028"/>
                  <a:gd name="connsiteY6" fmla="*/ -298 h 684795"/>
                  <a:gd name="connsiteX7" fmla="*/ -361 w 831028"/>
                  <a:gd name="connsiteY7" fmla="*/ 67839 h 68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028" h="684795">
                    <a:moveTo>
                      <a:pt x="57580" y="262888"/>
                    </a:moveTo>
                    <a:lnTo>
                      <a:pt x="413952" y="277147"/>
                    </a:lnTo>
                    <a:lnTo>
                      <a:pt x="605056" y="684498"/>
                    </a:lnTo>
                    <a:lnTo>
                      <a:pt x="830667" y="613627"/>
                    </a:lnTo>
                    <a:lnTo>
                      <a:pt x="577202" y="101231"/>
                    </a:lnTo>
                    <a:cubicBezTo>
                      <a:pt x="556407" y="61803"/>
                      <a:pt x="517026" y="35589"/>
                      <a:pt x="472632" y="31643"/>
                    </a:cubicBezTo>
                    <a:lnTo>
                      <a:pt x="117685" y="-298"/>
                    </a:lnTo>
                    <a:lnTo>
                      <a:pt x="-361" y="67839"/>
                    </a:lnTo>
                    <a:close/>
                  </a:path>
                </a:pathLst>
              </a:custGeom>
              <a:solidFill>
                <a:srgbClr val="E6E7E8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2" name="任意多边形: 形状 481"/>
              <p:cNvSpPr/>
              <p:nvPr/>
            </p:nvSpPr>
            <p:spPr>
              <a:xfrm>
                <a:off x="3914245" y="2701129"/>
                <a:ext cx="1221348" cy="1412296"/>
              </a:xfrm>
              <a:custGeom>
                <a:avLst/>
                <a:gdLst>
                  <a:gd name="connsiteX0" fmla="*/ 311996 w 453148"/>
                  <a:gd name="connsiteY0" fmla="*/ 523697 h 523994"/>
                  <a:gd name="connsiteX1" fmla="*/ 452787 w 453148"/>
                  <a:gd name="connsiteY1" fmla="*/ 429274 h 523994"/>
                  <a:gd name="connsiteX2" fmla="*/ 403210 w 453148"/>
                  <a:gd name="connsiteY2" fmla="*/ 105627 h 523994"/>
                  <a:gd name="connsiteX3" fmla="*/ 320909 w 453148"/>
                  <a:gd name="connsiteY3" fmla="*/ 11252 h 523994"/>
                  <a:gd name="connsiteX4" fmla="*/ 264251 w 453148"/>
                  <a:gd name="connsiteY4" fmla="*/ -298 h 523994"/>
                  <a:gd name="connsiteX5" fmla="*/ 97080 w 453148"/>
                  <a:gd name="connsiteY5" fmla="*/ -298 h 523994"/>
                  <a:gd name="connsiteX6" fmla="*/ 47860 w 453148"/>
                  <a:gd name="connsiteY6" fmla="*/ 19238 h 523994"/>
                  <a:gd name="connsiteX7" fmla="*/ 3180 w 453148"/>
                  <a:gd name="connsiteY7" fmla="*/ 82646 h 523994"/>
                  <a:gd name="connsiteX8" fmla="*/ -361 w 453148"/>
                  <a:gd name="connsiteY8" fmla="*/ 183699 h 523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3148" h="523994">
                    <a:moveTo>
                      <a:pt x="311996" y="523697"/>
                    </a:moveTo>
                    <a:cubicBezTo>
                      <a:pt x="314373" y="521320"/>
                      <a:pt x="452787" y="429274"/>
                      <a:pt x="452787" y="429274"/>
                    </a:cubicBezTo>
                    <a:lnTo>
                      <a:pt x="403210" y="105627"/>
                    </a:lnTo>
                    <a:cubicBezTo>
                      <a:pt x="400216" y="59212"/>
                      <a:pt x="366492" y="20545"/>
                      <a:pt x="320909" y="11252"/>
                    </a:cubicBezTo>
                    <a:lnTo>
                      <a:pt x="264251" y="-298"/>
                    </a:lnTo>
                    <a:lnTo>
                      <a:pt x="97080" y="-298"/>
                    </a:lnTo>
                    <a:lnTo>
                      <a:pt x="47860" y="19238"/>
                    </a:lnTo>
                    <a:cubicBezTo>
                      <a:pt x="21694" y="29623"/>
                      <a:pt x="4154" y="54506"/>
                      <a:pt x="3180" y="82646"/>
                    </a:cubicBezTo>
                    <a:lnTo>
                      <a:pt x="-361" y="183699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3" name="任意多边形: 形状 482"/>
              <p:cNvSpPr/>
              <p:nvPr/>
            </p:nvSpPr>
            <p:spPr>
              <a:xfrm>
                <a:off x="4964205" y="3102468"/>
                <a:ext cx="1460635" cy="698739"/>
              </a:xfrm>
              <a:custGeom>
                <a:avLst/>
                <a:gdLst>
                  <a:gd name="connsiteX0" fmla="*/ -345 w 541929"/>
                  <a:gd name="connsiteY0" fmla="*/ 140742 h 259248"/>
                  <a:gd name="connsiteX1" fmla="*/ 77536 w 541929"/>
                  <a:gd name="connsiteY1" fmla="*/ 234238 h 259248"/>
                  <a:gd name="connsiteX2" fmla="*/ 166065 w 541929"/>
                  <a:gd name="connsiteY2" fmla="*/ 250019 h 259248"/>
                  <a:gd name="connsiteX3" fmla="*/ 456011 w 541929"/>
                  <a:gd name="connsiteY3" fmla="*/ 89645 h 259248"/>
                  <a:gd name="connsiteX4" fmla="*/ 511742 w 541929"/>
                  <a:gd name="connsiteY4" fmla="*/ 89645 h 259248"/>
                  <a:gd name="connsiteX5" fmla="*/ 541569 w 541929"/>
                  <a:gd name="connsiteY5" fmla="*/ 59819 h 259248"/>
                  <a:gd name="connsiteX6" fmla="*/ 541569 w 541929"/>
                  <a:gd name="connsiteY6" fmla="*/ 59819 h 259248"/>
                  <a:gd name="connsiteX7" fmla="*/ 520726 w 541929"/>
                  <a:gd name="connsiteY7" fmla="*/ 31299 h 259248"/>
                  <a:gd name="connsiteX8" fmla="*/ 438423 w 541929"/>
                  <a:gd name="connsiteY8" fmla="*/ 5323 h 259248"/>
                  <a:gd name="connsiteX9" fmla="*/ 356003 w 541929"/>
                  <a:gd name="connsiteY9" fmla="*/ 8745 h 259248"/>
                  <a:gd name="connsiteX10" fmla="*/ 154182 w 541929"/>
                  <a:gd name="connsiteY10" fmla="*/ 91356 h 259248"/>
                  <a:gd name="connsiteX11" fmla="*/ 123286 w 541929"/>
                  <a:gd name="connsiteY11" fmla="*/ 49172 h 25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1929" h="259248">
                    <a:moveTo>
                      <a:pt x="-345" y="140742"/>
                    </a:moveTo>
                    <a:cubicBezTo>
                      <a:pt x="-1320" y="142430"/>
                      <a:pt x="43384" y="194715"/>
                      <a:pt x="77536" y="234238"/>
                    </a:cubicBezTo>
                    <a:cubicBezTo>
                      <a:pt x="99591" y="259787"/>
                      <a:pt x="136546" y="266370"/>
                      <a:pt x="166065" y="250019"/>
                    </a:cubicBezTo>
                    <a:lnTo>
                      <a:pt x="456011" y="89645"/>
                    </a:lnTo>
                    <a:lnTo>
                      <a:pt x="511742" y="89645"/>
                    </a:lnTo>
                    <a:cubicBezTo>
                      <a:pt x="528212" y="89645"/>
                      <a:pt x="541569" y="76289"/>
                      <a:pt x="541569" y="59819"/>
                    </a:cubicBezTo>
                    <a:lnTo>
                      <a:pt x="541569" y="59819"/>
                    </a:lnTo>
                    <a:cubicBezTo>
                      <a:pt x="541592" y="46771"/>
                      <a:pt x="533156" y="35221"/>
                      <a:pt x="520726" y="31299"/>
                    </a:cubicBezTo>
                    <a:lnTo>
                      <a:pt x="438423" y="5323"/>
                    </a:lnTo>
                    <a:cubicBezTo>
                      <a:pt x="411402" y="-3209"/>
                      <a:pt x="382241" y="-1997"/>
                      <a:pt x="356003" y="8745"/>
                    </a:cubicBezTo>
                    <a:lnTo>
                      <a:pt x="154182" y="91356"/>
                    </a:lnTo>
                    <a:lnTo>
                      <a:pt x="123286" y="49172"/>
                    </a:ln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4" name="任意多边形: 形状 483"/>
              <p:cNvSpPr/>
              <p:nvPr/>
            </p:nvSpPr>
            <p:spPr>
              <a:xfrm>
                <a:off x="4584498" y="2693316"/>
                <a:ext cx="765231" cy="836245"/>
              </a:xfrm>
              <a:custGeom>
                <a:avLst/>
                <a:gdLst>
                  <a:gd name="connsiteX0" fmla="*/ 283558 w 283918"/>
                  <a:gd name="connsiteY0" fmla="*/ 203615 h 310266"/>
                  <a:gd name="connsiteX1" fmla="*/ 132691 w 283918"/>
                  <a:gd name="connsiteY1" fmla="*/ 309968 h 310266"/>
                  <a:gd name="connsiteX2" fmla="*/ 16522 w 283918"/>
                  <a:gd name="connsiteY2" fmla="*/ 145174 h 310266"/>
                  <a:gd name="connsiteX3" fmla="*/ 38719 w 283918"/>
                  <a:gd name="connsiteY3" fmla="*/ 16600 h 310266"/>
                  <a:gd name="connsiteX4" fmla="*/ 38767 w 283918"/>
                  <a:gd name="connsiteY4" fmla="*/ 16576 h 310266"/>
                  <a:gd name="connsiteX5" fmla="*/ 38767 w 283918"/>
                  <a:gd name="connsiteY5" fmla="*/ 16576 h 310266"/>
                  <a:gd name="connsiteX6" fmla="*/ 167389 w 283918"/>
                  <a:gd name="connsiteY6" fmla="*/ 38821 h 310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3918" h="310266">
                    <a:moveTo>
                      <a:pt x="283558" y="203615"/>
                    </a:moveTo>
                    <a:lnTo>
                      <a:pt x="132691" y="309968"/>
                    </a:lnTo>
                    <a:lnTo>
                      <a:pt x="16522" y="145174"/>
                    </a:lnTo>
                    <a:cubicBezTo>
                      <a:pt x="-12852" y="103536"/>
                      <a:pt x="-2919" y="45975"/>
                      <a:pt x="38719" y="16600"/>
                    </a:cubicBezTo>
                    <a:cubicBezTo>
                      <a:pt x="38744" y="16600"/>
                      <a:pt x="38767" y="16576"/>
                      <a:pt x="38767" y="16576"/>
                    </a:cubicBezTo>
                    <a:lnTo>
                      <a:pt x="38767" y="16576"/>
                    </a:lnTo>
                    <a:cubicBezTo>
                      <a:pt x="80430" y="-12799"/>
                      <a:pt x="138015" y="-2841"/>
                      <a:pt x="167389" y="38821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5" name="任意多边形: 形状 484"/>
              <p:cNvSpPr/>
              <p:nvPr/>
            </p:nvSpPr>
            <p:spPr>
              <a:xfrm>
                <a:off x="4737359" y="4071406"/>
                <a:ext cx="625951" cy="572207"/>
              </a:xfrm>
              <a:custGeom>
                <a:avLst/>
                <a:gdLst>
                  <a:gd name="connsiteX0" fmla="*/ 216315 w 232242"/>
                  <a:gd name="connsiteY0" fmla="*/ 212005 h 212302"/>
                  <a:gd name="connsiteX1" fmla="*/ 200867 w 232242"/>
                  <a:gd name="connsiteY1" fmla="*/ 196557 h 212302"/>
                  <a:gd name="connsiteX2" fmla="*/ 200867 w 232242"/>
                  <a:gd name="connsiteY2" fmla="*/ 132792 h 212302"/>
                  <a:gd name="connsiteX3" fmla="*/ 98673 w 232242"/>
                  <a:gd name="connsiteY3" fmla="*/ 30598 h 212302"/>
                  <a:gd name="connsiteX4" fmla="*/ 15087 w 232242"/>
                  <a:gd name="connsiteY4" fmla="*/ 30598 h 212302"/>
                  <a:gd name="connsiteX5" fmla="*/ -361 w 232242"/>
                  <a:gd name="connsiteY5" fmla="*/ 15150 h 212302"/>
                  <a:gd name="connsiteX6" fmla="*/ 15087 w 232242"/>
                  <a:gd name="connsiteY6" fmla="*/ -298 h 212302"/>
                  <a:gd name="connsiteX7" fmla="*/ 98792 w 232242"/>
                  <a:gd name="connsiteY7" fmla="*/ -298 h 212302"/>
                  <a:gd name="connsiteX8" fmla="*/ 231882 w 232242"/>
                  <a:gd name="connsiteY8" fmla="*/ 132792 h 212302"/>
                  <a:gd name="connsiteX9" fmla="*/ 231882 w 232242"/>
                  <a:gd name="connsiteY9" fmla="*/ 196485 h 212302"/>
                  <a:gd name="connsiteX10" fmla="*/ 216504 w 232242"/>
                  <a:gd name="connsiteY10" fmla="*/ 212005 h 212302"/>
                  <a:gd name="connsiteX11" fmla="*/ 216315 w 232242"/>
                  <a:gd name="connsiteY11" fmla="*/ 212005 h 21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2242" h="212302">
                    <a:moveTo>
                      <a:pt x="216315" y="212005"/>
                    </a:moveTo>
                    <a:cubicBezTo>
                      <a:pt x="207782" y="212005"/>
                      <a:pt x="200867" y="205089"/>
                      <a:pt x="200867" y="196557"/>
                    </a:cubicBezTo>
                    <a:lnTo>
                      <a:pt x="200867" y="132792"/>
                    </a:lnTo>
                    <a:cubicBezTo>
                      <a:pt x="200867" y="76348"/>
                      <a:pt x="155118" y="30598"/>
                      <a:pt x="98673" y="30598"/>
                    </a:cubicBezTo>
                    <a:lnTo>
                      <a:pt x="15087" y="30598"/>
                    </a:lnTo>
                    <a:cubicBezTo>
                      <a:pt x="6555" y="30598"/>
                      <a:pt x="-361" y="23682"/>
                      <a:pt x="-361" y="15150"/>
                    </a:cubicBezTo>
                    <a:cubicBezTo>
                      <a:pt x="-361" y="6618"/>
                      <a:pt x="6555" y="-298"/>
                      <a:pt x="15087" y="-298"/>
                    </a:cubicBezTo>
                    <a:lnTo>
                      <a:pt x="98792" y="-298"/>
                    </a:lnTo>
                    <a:cubicBezTo>
                      <a:pt x="172253" y="-227"/>
                      <a:pt x="231811" y="59331"/>
                      <a:pt x="231882" y="132792"/>
                    </a:cubicBezTo>
                    <a:lnTo>
                      <a:pt x="231882" y="196485"/>
                    </a:lnTo>
                    <a:cubicBezTo>
                      <a:pt x="231929" y="205017"/>
                      <a:pt x="225037" y="211957"/>
                      <a:pt x="216504" y="212005"/>
                    </a:cubicBezTo>
                    <a:cubicBezTo>
                      <a:pt x="216434" y="212005"/>
                      <a:pt x="216386" y="212005"/>
                      <a:pt x="216315" y="212005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6" name="任意多边形: 形状 485"/>
              <p:cNvSpPr/>
              <p:nvPr/>
            </p:nvSpPr>
            <p:spPr>
              <a:xfrm>
                <a:off x="4347709" y="4614726"/>
                <a:ext cx="534862" cy="267496"/>
              </a:xfrm>
              <a:custGeom>
                <a:avLst/>
                <a:gdLst>
                  <a:gd name="connsiteX0" fmla="*/ 198447 w 198446"/>
                  <a:gd name="connsiteY0" fmla="*/ 49624 h 99247"/>
                  <a:gd name="connsiteX1" fmla="*/ 99223 w 198446"/>
                  <a:gd name="connsiteY1" fmla="*/ 99247 h 99247"/>
                  <a:gd name="connsiteX2" fmla="*/ 0 w 198446"/>
                  <a:gd name="connsiteY2" fmla="*/ 49624 h 99247"/>
                  <a:gd name="connsiteX3" fmla="*/ 99223 w 198446"/>
                  <a:gd name="connsiteY3" fmla="*/ 0 h 99247"/>
                  <a:gd name="connsiteX4" fmla="*/ 198447 w 198446"/>
                  <a:gd name="connsiteY4" fmla="*/ 49624 h 99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446" h="99247">
                    <a:moveTo>
                      <a:pt x="198447" y="49624"/>
                    </a:moveTo>
                    <a:cubicBezTo>
                      <a:pt x="198447" y="77030"/>
                      <a:pt x="154023" y="99247"/>
                      <a:pt x="99223" y="99247"/>
                    </a:cubicBezTo>
                    <a:cubicBezTo>
                      <a:pt x="44424" y="99247"/>
                      <a:pt x="0" y="77030"/>
                      <a:pt x="0" y="49624"/>
                    </a:cubicBezTo>
                    <a:cubicBezTo>
                      <a:pt x="0" y="22217"/>
                      <a:pt x="44424" y="0"/>
                      <a:pt x="99223" y="0"/>
                    </a:cubicBezTo>
                    <a:cubicBezTo>
                      <a:pt x="154023" y="0"/>
                      <a:pt x="198447" y="22217"/>
                      <a:pt x="198447" y="49624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7" name="任意多边形: 形状 486"/>
              <p:cNvSpPr/>
              <p:nvPr/>
            </p:nvSpPr>
            <p:spPr>
              <a:xfrm>
                <a:off x="4538277" y="4843790"/>
                <a:ext cx="131313" cy="863146"/>
              </a:xfrm>
              <a:custGeom>
                <a:avLst/>
                <a:gdLst>
                  <a:gd name="connsiteX0" fmla="*/ 0 w 48720"/>
                  <a:gd name="connsiteY0" fmla="*/ 0 h 320247"/>
                  <a:gd name="connsiteX1" fmla="*/ 48720 w 48720"/>
                  <a:gd name="connsiteY1" fmla="*/ 0 h 320247"/>
                  <a:gd name="connsiteX2" fmla="*/ 48720 w 48720"/>
                  <a:gd name="connsiteY2" fmla="*/ 320248 h 320247"/>
                  <a:gd name="connsiteX3" fmla="*/ 0 w 48720"/>
                  <a:gd name="connsiteY3" fmla="*/ 320248 h 320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720" h="320247">
                    <a:moveTo>
                      <a:pt x="0" y="0"/>
                    </a:moveTo>
                    <a:lnTo>
                      <a:pt x="48720" y="0"/>
                    </a:lnTo>
                    <a:lnTo>
                      <a:pt x="48720" y="320248"/>
                    </a:lnTo>
                    <a:lnTo>
                      <a:pt x="0" y="320248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8" name="任意多边形: 形状 487"/>
              <p:cNvSpPr/>
              <p:nvPr/>
            </p:nvSpPr>
            <p:spPr>
              <a:xfrm>
                <a:off x="3776504" y="5553205"/>
                <a:ext cx="782523" cy="326683"/>
              </a:xfrm>
              <a:custGeom>
                <a:avLst/>
                <a:gdLst>
                  <a:gd name="connsiteX0" fmla="*/ 286551 w 290334"/>
                  <a:gd name="connsiteY0" fmla="*/ -298 h 121207"/>
                  <a:gd name="connsiteX1" fmla="*/ 8488 w 290334"/>
                  <a:gd name="connsiteY1" fmla="*/ 99187 h 121207"/>
                  <a:gd name="connsiteX2" fmla="*/ 432 w 290334"/>
                  <a:gd name="connsiteY2" fmla="*/ 116298 h 121207"/>
                  <a:gd name="connsiteX3" fmla="*/ 3236 w 290334"/>
                  <a:gd name="connsiteY3" fmla="*/ 120909 h 121207"/>
                  <a:gd name="connsiteX4" fmla="*/ 3236 w 290334"/>
                  <a:gd name="connsiteY4" fmla="*/ 120909 h 121207"/>
                  <a:gd name="connsiteX5" fmla="*/ 289974 w 290334"/>
                  <a:gd name="connsiteY5" fmla="*/ 56741 h 121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334" h="121207">
                    <a:moveTo>
                      <a:pt x="286551" y="-298"/>
                    </a:moveTo>
                    <a:lnTo>
                      <a:pt x="8488" y="99187"/>
                    </a:lnTo>
                    <a:cubicBezTo>
                      <a:pt x="1525" y="101682"/>
                      <a:pt x="-2064" y="109359"/>
                      <a:pt x="432" y="116298"/>
                    </a:cubicBezTo>
                    <a:cubicBezTo>
                      <a:pt x="1050" y="118010"/>
                      <a:pt x="2000" y="119578"/>
                      <a:pt x="3236" y="120909"/>
                    </a:cubicBezTo>
                    <a:lnTo>
                      <a:pt x="3236" y="120909"/>
                    </a:lnTo>
                    <a:lnTo>
                      <a:pt x="289974" y="56741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9" name="任意多边形: 形状 488"/>
              <p:cNvSpPr/>
              <p:nvPr/>
            </p:nvSpPr>
            <p:spPr>
              <a:xfrm>
                <a:off x="4626352" y="5553205"/>
                <a:ext cx="782523" cy="326683"/>
              </a:xfrm>
              <a:custGeom>
                <a:avLst/>
                <a:gdLst>
                  <a:gd name="connsiteX0" fmla="*/ 3204 w 290334"/>
                  <a:gd name="connsiteY0" fmla="*/ -298 h 121207"/>
                  <a:gd name="connsiteX1" fmla="*/ 281124 w 290334"/>
                  <a:gd name="connsiteY1" fmla="*/ 99187 h 121207"/>
                  <a:gd name="connsiteX2" fmla="*/ 289180 w 290334"/>
                  <a:gd name="connsiteY2" fmla="*/ 116298 h 121207"/>
                  <a:gd name="connsiteX3" fmla="*/ 286377 w 290334"/>
                  <a:gd name="connsiteY3" fmla="*/ 120909 h 121207"/>
                  <a:gd name="connsiteX4" fmla="*/ 286377 w 290334"/>
                  <a:gd name="connsiteY4" fmla="*/ 120909 h 121207"/>
                  <a:gd name="connsiteX5" fmla="*/ -361 w 290334"/>
                  <a:gd name="connsiteY5" fmla="*/ 56741 h 121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334" h="121207">
                    <a:moveTo>
                      <a:pt x="3204" y="-298"/>
                    </a:moveTo>
                    <a:lnTo>
                      <a:pt x="281124" y="99187"/>
                    </a:lnTo>
                    <a:cubicBezTo>
                      <a:pt x="288087" y="101682"/>
                      <a:pt x="291676" y="109359"/>
                      <a:pt x="289180" y="116298"/>
                    </a:cubicBezTo>
                    <a:cubicBezTo>
                      <a:pt x="288563" y="118010"/>
                      <a:pt x="287612" y="119578"/>
                      <a:pt x="286377" y="120909"/>
                    </a:cubicBezTo>
                    <a:lnTo>
                      <a:pt x="286377" y="120909"/>
                    </a:lnTo>
                    <a:lnTo>
                      <a:pt x="-361" y="56741"/>
                    </a:ln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0" name="任意多边形: 形状 489"/>
              <p:cNvSpPr/>
              <p:nvPr/>
            </p:nvSpPr>
            <p:spPr>
              <a:xfrm>
                <a:off x="4068952" y="2691405"/>
                <a:ext cx="41935" cy="242314"/>
              </a:xfrm>
              <a:custGeom>
                <a:avLst/>
                <a:gdLst>
                  <a:gd name="connsiteX0" fmla="*/ 3247 w 15559"/>
                  <a:gd name="connsiteY0" fmla="*/ 89605 h 89904"/>
                  <a:gd name="connsiteX1" fmla="*/ 1583 w 15559"/>
                  <a:gd name="connsiteY1" fmla="*/ 89201 h 89904"/>
                  <a:gd name="connsiteX2" fmla="*/ 109 w 15559"/>
                  <a:gd name="connsiteY2" fmla="*/ 84447 h 89904"/>
                  <a:gd name="connsiteX3" fmla="*/ -152 w 15559"/>
                  <a:gd name="connsiteY3" fmla="*/ 4451 h 89904"/>
                  <a:gd name="connsiteX4" fmla="*/ 2034 w 15559"/>
                  <a:gd name="connsiteY4" fmla="*/ -89 h 89904"/>
                  <a:gd name="connsiteX5" fmla="*/ 6574 w 15559"/>
                  <a:gd name="connsiteY5" fmla="*/ 2074 h 89904"/>
                  <a:gd name="connsiteX6" fmla="*/ 6645 w 15559"/>
                  <a:gd name="connsiteY6" fmla="*/ 2312 h 89904"/>
                  <a:gd name="connsiteX7" fmla="*/ 6408 w 15559"/>
                  <a:gd name="connsiteY7" fmla="*/ 87870 h 89904"/>
                  <a:gd name="connsiteX8" fmla="*/ 3247 w 15559"/>
                  <a:gd name="connsiteY8" fmla="*/ 89605 h 8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559" h="89904">
                    <a:moveTo>
                      <a:pt x="3247" y="89605"/>
                    </a:moveTo>
                    <a:cubicBezTo>
                      <a:pt x="2676" y="89605"/>
                      <a:pt x="2106" y="89462"/>
                      <a:pt x="1583" y="89201"/>
                    </a:cubicBezTo>
                    <a:cubicBezTo>
                      <a:pt x="-104" y="88274"/>
                      <a:pt x="-770" y="86159"/>
                      <a:pt x="109" y="84447"/>
                    </a:cubicBezTo>
                    <a:cubicBezTo>
                      <a:pt x="10781" y="64270"/>
                      <a:pt x="10709" y="38864"/>
                      <a:pt x="-152" y="4451"/>
                    </a:cubicBezTo>
                    <a:cubicBezTo>
                      <a:pt x="-817" y="2597"/>
                      <a:pt x="157" y="553"/>
                      <a:pt x="2034" y="-89"/>
                    </a:cubicBezTo>
                    <a:cubicBezTo>
                      <a:pt x="3888" y="-754"/>
                      <a:pt x="5909" y="220"/>
                      <a:pt x="6574" y="2074"/>
                    </a:cubicBezTo>
                    <a:cubicBezTo>
                      <a:pt x="6598" y="2146"/>
                      <a:pt x="6622" y="2240"/>
                      <a:pt x="6645" y="2312"/>
                    </a:cubicBezTo>
                    <a:cubicBezTo>
                      <a:pt x="18124" y="38650"/>
                      <a:pt x="18053" y="65815"/>
                      <a:pt x="6408" y="87870"/>
                    </a:cubicBezTo>
                    <a:cubicBezTo>
                      <a:pt x="5742" y="88987"/>
                      <a:pt x="4530" y="89652"/>
                      <a:pt x="3247" y="896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1" name="任意多边形: 形状 490"/>
              <p:cNvSpPr/>
              <p:nvPr/>
            </p:nvSpPr>
            <p:spPr>
              <a:xfrm>
                <a:off x="4285705" y="2691817"/>
                <a:ext cx="41820" cy="241899"/>
              </a:xfrm>
              <a:custGeom>
                <a:avLst/>
                <a:gdLst>
                  <a:gd name="connsiteX0" fmla="*/ 3204 w 15516"/>
                  <a:gd name="connsiteY0" fmla="*/ 89452 h 89750"/>
                  <a:gd name="connsiteX1" fmla="*/ -361 w 15516"/>
                  <a:gd name="connsiteY1" fmla="*/ 85935 h 89750"/>
                  <a:gd name="connsiteX2" fmla="*/ 67 w 15516"/>
                  <a:gd name="connsiteY2" fmla="*/ 84224 h 89750"/>
                  <a:gd name="connsiteX3" fmla="*/ -195 w 15516"/>
                  <a:gd name="connsiteY3" fmla="*/ 4227 h 89750"/>
                  <a:gd name="connsiteX4" fmla="*/ 2277 w 15516"/>
                  <a:gd name="connsiteY4" fmla="*/ -170 h 89750"/>
                  <a:gd name="connsiteX5" fmla="*/ 6602 w 15516"/>
                  <a:gd name="connsiteY5" fmla="*/ 2088 h 89750"/>
                  <a:gd name="connsiteX6" fmla="*/ 6365 w 15516"/>
                  <a:gd name="connsiteY6" fmla="*/ 87646 h 89750"/>
                  <a:gd name="connsiteX7" fmla="*/ 3204 w 15516"/>
                  <a:gd name="connsiteY7" fmla="*/ 89452 h 8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16" h="89750">
                    <a:moveTo>
                      <a:pt x="3204" y="89452"/>
                    </a:moveTo>
                    <a:cubicBezTo>
                      <a:pt x="1255" y="89476"/>
                      <a:pt x="-337" y="87884"/>
                      <a:pt x="-361" y="85935"/>
                    </a:cubicBezTo>
                    <a:cubicBezTo>
                      <a:pt x="-361" y="85341"/>
                      <a:pt x="-218" y="84747"/>
                      <a:pt x="67" y="84224"/>
                    </a:cubicBezTo>
                    <a:cubicBezTo>
                      <a:pt x="10738" y="64046"/>
                      <a:pt x="10666" y="38640"/>
                      <a:pt x="-195" y="4227"/>
                    </a:cubicBezTo>
                    <a:cubicBezTo>
                      <a:pt x="-717" y="2326"/>
                      <a:pt x="400" y="353"/>
                      <a:pt x="2277" y="-170"/>
                    </a:cubicBezTo>
                    <a:cubicBezTo>
                      <a:pt x="4083" y="-669"/>
                      <a:pt x="5984" y="329"/>
                      <a:pt x="6602" y="2088"/>
                    </a:cubicBezTo>
                    <a:cubicBezTo>
                      <a:pt x="18081" y="38426"/>
                      <a:pt x="18010" y="65591"/>
                      <a:pt x="6365" y="87646"/>
                    </a:cubicBezTo>
                    <a:cubicBezTo>
                      <a:pt x="5723" y="88787"/>
                      <a:pt x="4511" y="89476"/>
                      <a:pt x="3204" y="894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2" name="任意多边形: 形状 491"/>
              <p:cNvSpPr/>
              <p:nvPr/>
            </p:nvSpPr>
            <p:spPr>
              <a:xfrm>
                <a:off x="3786352" y="2892991"/>
                <a:ext cx="1040723" cy="1542056"/>
              </a:xfrm>
              <a:custGeom>
                <a:avLst/>
                <a:gdLst>
                  <a:gd name="connsiteX0" fmla="*/ 15030 w 386132"/>
                  <a:gd name="connsiteY0" fmla="*/ 21014 h 572138"/>
                  <a:gd name="connsiteX1" fmla="*/ 771 w 386132"/>
                  <a:gd name="connsiteY1" fmla="*/ 51910 h 572138"/>
                  <a:gd name="connsiteX2" fmla="*/ 55884 w 386132"/>
                  <a:gd name="connsiteY2" fmla="*/ 320919 h 572138"/>
                  <a:gd name="connsiteX3" fmla="*/ 59853 w 386132"/>
                  <a:gd name="connsiteY3" fmla="*/ 571841 h 572138"/>
                  <a:gd name="connsiteX4" fmla="*/ 356121 w 386132"/>
                  <a:gd name="connsiteY4" fmla="*/ 571841 h 572138"/>
                  <a:gd name="connsiteX5" fmla="*/ 384641 w 386132"/>
                  <a:gd name="connsiteY5" fmla="*/ 302310 h 572138"/>
                  <a:gd name="connsiteX6" fmla="*/ 338700 w 386132"/>
                  <a:gd name="connsiteY6" fmla="*/ 37936 h 572138"/>
                  <a:gd name="connsiteX7" fmla="*/ 15030 w 386132"/>
                  <a:gd name="connsiteY7" fmla="*/ 21014 h 572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132" h="572138">
                    <a:moveTo>
                      <a:pt x="15030" y="21014"/>
                    </a:moveTo>
                    <a:cubicBezTo>
                      <a:pt x="3100" y="26172"/>
                      <a:pt x="-3056" y="39481"/>
                      <a:pt x="771" y="51910"/>
                    </a:cubicBezTo>
                    <a:cubicBezTo>
                      <a:pt x="12392" y="90673"/>
                      <a:pt x="44310" y="204560"/>
                      <a:pt x="55884" y="320919"/>
                    </a:cubicBezTo>
                    <a:cubicBezTo>
                      <a:pt x="70144" y="464323"/>
                      <a:pt x="59853" y="571841"/>
                      <a:pt x="59853" y="571841"/>
                    </a:cubicBezTo>
                    <a:lnTo>
                      <a:pt x="356121" y="571841"/>
                    </a:lnTo>
                    <a:cubicBezTo>
                      <a:pt x="356121" y="571841"/>
                      <a:pt x="392578" y="431051"/>
                      <a:pt x="384641" y="302310"/>
                    </a:cubicBezTo>
                    <a:cubicBezTo>
                      <a:pt x="376703" y="173569"/>
                      <a:pt x="338700" y="37936"/>
                      <a:pt x="338700" y="37936"/>
                    </a:cubicBezTo>
                    <a:cubicBezTo>
                      <a:pt x="323728" y="-11925"/>
                      <a:pt x="84261" y="-7980"/>
                      <a:pt x="15030" y="21014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3" name="任意多边形: 形状 492"/>
              <p:cNvSpPr/>
              <p:nvPr/>
            </p:nvSpPr>
            <p:spPr>
              <a:xfrm>
                <a:off x="3854483" y="4434858"/>
                <a:ext cx="1605680" cy="305353"/>
              </a:xfrm>
              <a:custGeom>
                <a:avLst/>
                <a:gdLst>
                  <a:gd name="connsiteX0" fmla="*/ 330771 w 595744"/>
                  <a:gd name="connsiteY0" fmla="*/ -298 h 113293"/>
                  <a:gd name="connsiteX1" fmla="*/ 34504 w 595744"/>
                  <a:gd name="connsiteY1" fmla="*/ -298 h 113293"/>
                  <a:gd name="connsiteX2" fmla="*/ 34504 w 595744"/>
                  <a:gd name="connsiteY2" fmla="*/ 112995 h 113293"/>
                  <a:gd name="connsiteX3" fmla="*/ 559877 w 595744"/>
                  <a:gd name="connsiteY3" fmla="*/ 112995 h 113293"/>
                  <a:gd name="connsiteX4" fmla="*/ 595383 w 595744"/>
                  <a:gd name="connsiteY4" fmla="*/ 77489 h 113293"/>
                  <a:gd name="connsiteX5" fmla="*/ 595383 w 595744"/>
                  <a:gd name="connsiteY5" fmla="*/ 77489 h 113293"/>
                  <a:gd name="connsiteX6" fmla="*/ 559900 w 595744"/>
                  <a:gd name="connsiteY6" fmla="*/ 42006 h 113293"/>
                  <a:gd name="connsiteX7" fmla="*/ 559877 w 595744"/>
                  <a:gd name="connsiteY7" fmla="*/ 42006 h 113293"/>
                  <a:gd name="connsiteX8" fmla="*/ 371221 w 595744"/>
                  <a:gd name="connsiteY8" fmla="*/ 42006 h 113293"/>
                  <a:gd name="connsiteX9" fmla="*/ 330771 w 595744"/>
                  <a:gd name="connsiteY9" fmla="*/ -298 h 113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5744" h="113293">
                    <a:moveTo>
                      <a:pt x="330771" y="-298"/>
                    </a:moveTo>
                    <a:lnTo>
                      <a:pt x="34504" y="-298"/>
                    </a:lnTo>
                    <a:cubicBezTo>
                      <a:pt x="-11983" y="-298"/>
                      <a:pt x="-11983" y="112995"/>
                      <a:pt x="34504" y="112995"/>
                    </a:cubicBezTo>
                    <a:lnTo>
                      <a:pt x="559877" y="112995"/>
                    </a:lnTo>
                    <a:cubicBezTo>
                      <a:pt x="579484" y="112995"/>
                      <a:pt x="595383" y="97096"/>
                      <a:pt x="595383" y="77489"/>
                    </a:cubicBezTo>
                    <a:lnTo>
                      <a:pt x="595383" y="77489"/>
                    </a:lnTo>
                    <a:cubicBezTo>
                      <a:pt x="595383" y="57882"/>
                      <a:pt x="579507" y="42006"/>
                      <a:pt x="559900" y="42006"/>
                    </a:cubicBezTo>
                    <a:cubicBezTo>
                      <a:pt x="559900" y="42006"/>
                      <a:pt x="559877" y="42006"/>
                      <a:pt x="559877" y="42006"/>
                    </a:cubicBezTo>
                    <a:lnTo>
                      <a:pt x="371221" y="42006"/>
                    </a:lnTo>
                    <a:cubicBezTo>
                      <a:pt x="347931" y="42006"/>
                      <a:pt x="330771" y="22921"/>
                      <a:pt x="330771" y="-298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4" name="任意多边形: 形状 493"/>
              <p:cNvSpPr/>
              <p:nvPr/>
            </p:nvSpPr>
            <p:spPr>
              <a:xfrm>
                <a:off x="4699248" y="4434858"/>
                <a:ext cx="156742" cy="114017"/>
              </a:xfrm>
              <a:custGeom>
                <a:avLst/>
                <a:gdLst>
                  <a:gd name="connsiteX0" fmla="*/ 40041 w 58155"/>
                  <a:gd name="connsiteY0" fmla="*/ 42006 h 42303"/>
                  <a:gd name="connsiteX1" fmla="*/ 57794 w 58155"/>
                  <a:gd name="connsiteY1" fmla="*/ 42006 h 42303"/>
                  <a:gd name="connsiteX2" fmla="*/ 17392 w 58155"/>
                  <a:gd name="connsiteY2" fmla="*/ -298 h 42303"/>
                  <a:gd name="connsiteX3" fmla="*/ -361 w 58155"/>
                  <a:gd name="connsiteY3" fmla="*/ -298 h 42303"/>
                  <a:gd name="connsiteX4" fmla="*/ 40041 w 58155"/>
                  <a:gd name="connsiteY4" fmla="*/ 42006 h 42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155" h="42303">
                    <a:moveTo>
                      <a:pt x="40041" y="42006"/>
                    </a:moveTo>
                    <a:lnTo>
                      <a:pt x="57794" y="42006"/>
                    </a:lnTo>
                    <a:cubicBezTo>
                      <a:pt x="34599" y="42006"/>
                      <a:pt x="17392" y="22993"/>
                      <a:pt x="17392" y="-298"/>
                    </a:cubicBezTo>
                    <a:lnTo>
                      <a:pt x="-361" y="-298"/>
                    </a:lnTo>
                    <a:cubicBezTo>
                      <a:pt x="-409" y="22921"/>
                      <a:pt x="16822" y="42006"/>
                      <a:pt x="40041" y="42006"/>
                    </a:cubicBez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5" name="任意多边形: 形状 494"/>
              <p:cNvSpPr/>
              <p:nvPr/>
            </p:nvSpPr>
            <p:spPr>
              <a:xfrm>
                <a:off x="5316614" y="4548878"/>
                <a:ext cx="143549" cy="191333"/>
              </a:xfrm>
              <a:custGeom>
                <a:avLst/>
                <a:gdLst>
                  <a:gd name="connsiteX0" fmla="*/ 17393 w 53260"/>
                  <a:gd name="connsiteY0" fmla="*/ -298 h 70989"/>
                  <a:gd name="connsiteX1" fmla="*/ -361 w 53260"/>
                  <a:gd name="connsiteY1" fmla="*/ -298 h 70989"/>
                  <a:gd name="connsiteX2" fmla="*/ 35145 w 53260"/>
                  <a:gd name="connsiteY2" fmla="*/ 35161 h 70989"/>
                  <a:gd name="connsiteX3" fmla="*/ 35145 w 53260"/>
                  <a:gd name="connsiteY3" fmla="*/ 35185 h 70989"/>
                  <a:gd name="connsiteX4" fmla="*/ 35145 w 53260"/>
                  <a:gd name="connsiteY4" fmla="*/ 35185 h 70989"/>
                  <a:gd name="connsiteX5" fmla="*/ -361 w 53260"/>
                  <a:gd name="connsiteY5" fmla="*/ 70691 h 70989"/>
                  <a:gd name="connsiteX6" fmla="*/ 17393 w 53260"/>
                  <a:gd name="connsiteY6" fmla="*/ 70691 h 70989"/>
                  <a:gd name="connsiteX7" fmla="*/ 52899 w 53260"/>
                  <a:gd name="connsiteY7" fmla="*/ 35185 h 70989"/>
                  <a:gd name="connsiteX8" fmla="*/ 52899 w 53260"/>
                  <a:gd name="connsiteY8" fmla="*/ 35185 h 70989"/>
                  <a:gd name="connsiteX9" fmla="*/ 17416 w 53260"/>
                  <a:gd name="connsiteY9" fmla="*/ -298 h 70989"/>
                  <a:gd name="connsiteX10" fmla="*/ 17393 w 53260"/>
                  <a:gd name="connsiteY10" fmla="*/ -298 h 7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3260" h="70989">
                    <a:moveTo>
                      <a:pt x="17393" y="-298"/>
                    </a:moveTo>
                    <a:lnTo>
                      <a:pt x="-361" y="-298"/>
                    </a:lnTo>
                    <a:cubicBezTo>
                      <a:pt x="19246" y="-322"/>
                      <a:pt x="35122" y="15554"/>
                      <a:pt x="35145" y="35161"/>
                    </a:cubicBezTo>
                    <a:cubicBezTo>
                      <a:pt x="35145" y="35161"/>
                      <a:pt x="35145" y="35185"/>
                      <a:pt x="35145" y="35185"/>
                    </a:cubicBezTo>
                    <a:lnTo>
                      <a:pt x="35145" y="35185"/>
                    </a:lnTo>
                    <a:cubicBezTo>
                      <a:pt x="35145" y="54792"/>
                      <a:pt x="19246" y="70691"/>
                      <a:pt x="-361" y="70691"/>
                    </a:cubicBezTo>
                    <a:lnTo>
                      <a:pt x="17393" y="70691"/>
                    </a:lnTo>
                    <a:cubicBezTo>
                      <a:pt x="37000" y="70691"/>
                      <a:pt x="52899" y="54792"/>
                      <a:pt x="52899" y="35185"/>
                    </a:cubicBezTo>
                    <a:lnTo>
                      <a:pt x="52899" y="35185"/>
                    </a:lnTo>
                    <a:cubicBezTo>
                      <a:pt x="52899" y="15578"/>
                      <a:pt x="37023" y="-298"/>
                      <a:pt x="17416" y="-298"/>
                    </a:cubicBezTo>
                    <a:cubicBezTo>
                      <a:pt x="17416" y="-298"/>
                      <a:pt x="17393" y="-298"/>
                      <a:pt x="17393" y="-298"/>
                    </a:cubicBez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6" name="任意多边形: 形状 495"/>
              <p:cNvSpPr/>
              <p:nvPr/>
            </p:nvSpPr>
            <p:spPr>
              <a:xfrm>
                <a:off x="3928147" y="2420758"/>
                <a:ext cx="570078" cy="353905"/>
              </a:xfrm>
              <a:custGeom>
                <a:avLst/>
                <a:gdLst>
                  <a:gd name="connsiteX0" fmla="*/ 192738 w 211512"/>
                  <a:gd name="connsiteY0" fmla="*/ 131010 h 131307"/>
                  <a:gd name="connsiteX1" fmla="*/ 28752 w 211512"/>
                  <a:gd name="connsiteY1" fmla="*/ 131010 h 131307"/>
                  <a:gd name="connsiteX2" fmla="*/ -361 w 211512"/>
                  <a:gd name="connsiteY2" fmla="*/ 101896 h 131307"/>
                  <a:gd name="connsiteX3" fmla="*/ -361 w 211512"/>
                  <a:gd name="connsiteY3" fmla="*/ 28815 h 131307"/>
                  <a:gd name="connsiteX4" fmla="*/ 28752 w 211512"/>
                  <a:gd name="connsiteY4" fmla="*/ -298 h 131307"/>
                  <a:gd name="connsiteX5" fmla="*/ 192738 w 211512"/>
                  <a:gd name="connsiteY5" fmla="*/ -298 h 131307"/>
                  <a:gd name="connsiteX6" fmla="*/ 192738 w 211512"/>
                  <a:gd name="connsiteY6" fmla="*/ 131010 h 131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12" h="131307">
                    <a:moveTo>
                      <a:pt x="192738" y="131010"/>
                    </a:moveTo>
                    <a:lnTo>
                      <a:pt x="28752" y="131010"/>
                    </a:lnTo>
                    <a:cubicBezTo>
                      <a:pt x="12663" y="131010"/>
                      <a:pt x="-361" y="117986"/>
                      <a:pt x="-361" y="101896"/>
                    </a:cubicBezTo>
                    <a:lnTo>
                      <a:pt x="-361" y="28815"/>
                    </a:lnTo>
                    <a:cubicBezTo>
                      <a:pt x="-337" y="12750"/>
                      <a:pt x="12687" y="-274"/>
                      <a:pt x="28752" y="-298"/>
                    </a:cubicBezTo>
                    <a:lnTo>
                      <a:pt x="192738" y="-298"/>
                    </a:lnTo>
                    <a:cubicBezTo>
                      <a:pt x="217289" y="-298"/>
                      <a:pt x="217289" y="131010"/>
                      <a:pt x="192738" y="131010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7" name="任意多边形: 形状 496"/>
              <p:cNvSpPr/>
              <p:nvPr/>
            </p:nvSpPr>
            <p:spPr>
              <a:xfrm>
                <a:off x="4306714" y="2420758"/>
                <a:ext cx="191508" cy="353905"/>
              </a:xfrm>
              <a:custGeom>
                <a:avLst/>
                <a:gdLst>
                  <a:gd name="connsiteX0" fmla="*/ 52281 w 71054"/>
                  <a:gd name="connsiteY0" fmla="*/ -298 h 131307"/>
                  <a:gd name="connsiteX1" fmla="*/ -361 w 71054"/>
                  <a:gd name="connsiteY1" fmla="*/ -298 h 131307"/>
                  <a:gd name="connsiteX2" fmla="*/ -361 w 71054"/>
                  <a:gd name="connsiteY2" fmla="*/ 131010 h 131307"/>
                  <a:gd name="connsiteX3" fmla="*/ 52281 w 71054"/>
                  <a:gd name="connsiteY3" fmla="*/ 131010 h 131307"/>
                  <a:gd name="connsiteX4" fmla="*/ 52281 w 71054"/>
                  <a:gd name="connsiteY4" fmla="*/ -298 h 131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054" h="131307">
                    <a:moveTo>
                      <a:pt x="52281" y="-298"/>
                    </a:moveTo>
                    <a:lnTo>
                      <a:pt x="-361" y="-298"/>
                    </a:lnTo>
                    <a:cubicBezTo>
                      <a:pt x="24189" y="-298"/>
                      <a:pt x="24189" y="131010"/>
                      <a:pt x="-361" y="131010"/>
                    </a:cubicBezTo>
                    <a:lnTo>
                      <a:pt x="52281" y="131010"/>
                    </a:lnTo>
                    <a:cubicBezTo>
                      <a:pt x="76831" y="131010"/>
                      <a:pt x="76831" y="-298"/>
                      <a:pt x="52281" y="-298"/>
                    </a:cubicBez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8" name="任意多边形: 形状 497"/>
              <p:cNvSpPr/>
              <p:nvPr/>
            </p:nvSpPr>
            <p:spPr>
              <a:xfrm>
                <a:off x="3786328" y="2892762"/>
                <a:ext cx="1040553" cy="1542097"/>
              </a:xfrm>
              <a:custGeom>
                <a:avLst/>
                <a:gdLst>
                  <a:gd name="connsiteX0" fmla="*/ 384578 w 386069"/>
                  <a:gd name="connsiteY0" fmla="*/ 302324 h 572153"/>
                  <a:gd name="connsiteX1" fmla="*/ 338639 w 386069"/>
                  <a:gd name="connsiteY1" fmla="*/ 37950 h 572153"/>
                  <a:gd name="connsiteX2" fmla="*/ 15039 w 386069"/>
                  <a:gd name="connsiteY2" fmla="*/ 21100 h 572153"/>
                  <a:gd name="connsiteX3" fmla="*/ -361 w 386069"/>
                  <a:gd name="connsiteY3" fmla="*/ 44320 h 572153"/>
                  <a:gd name="connsiteX4" fmla="*/ 314873 w 386069"/>
                  <a:gd name="connsiteY4" fmla="*/ 64307 h 572153"/>
                  <a:gd name="connsiteX5" fmla="*/ 360811 w 386069"/>
                  <a:gd name="connsiteY5" fmla="*/ 328681 h 572153"/>
                  <a:gd name="connsiteX6" fmla="*/ 338376 w 386069"/>
                  <a:gd name="connsiteY6" fmla="*/ 571855 h 572153"/>
                  <a:gd name="connsiteX7" fmla="*/ 356058 w 386069"/>
                  <a:gd name="connsiteY7" fmla="*/ 571855 h 572153"/>
                  <a:gd name="connsiteX8" fmla="*/ 384578 w 386069"/>
                  <a:gd name="connsiteY8" fmla="*/ 302324 h 572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6069" h="572153">
                    <a:moveTo>
                      <a:pt x="384578" y="302324"/>
                    </a:moveTo>
                    <a:cubicBezTo>
                      <a:pt x="376664" y="173583"/>
                      <a:pt x="338639" y="37950"/>
                      <a:pt x="338639" y="37950"/>
                    </a:cubicBezTo>
                    <a:cubicBezTo>
                      <a:pt x="323737" y="-11958"/>
                      <a:pt x="84341" y="-7990"/>
                      <a:pt x="15039" y="21100"/>
                    </a:cubicBezTo>
                    <a:cubicBezTo>
                      <a:pt x="5723" y="25069"/>
                      <a:pt x="-337" y="34195"/>
                      <a:pt x="-361" y="44320"/>
                    </a:cubicBezTo>
                    <a:cubicBezTo>
                      <a:pt x="77924" y="18177"/>
                      <a:pt x="300518" y="16347"/>
                      <a:pt x="314873" y="64307"/>
                    </a:cubicBezTo>
                    <a:cubicBezTo>
                      <a:pt x="314873" y="64307"/>
                      <a:pt x="352898" y="199940"/>
                      <a:pt x="360811" y="328681"/>
                    </a:cubicBezTo>
                    <a:cubicBezTo>
                      <a:pt x="366659" y="423745"/>
                      <a:pt x="348382" y="525108"/>
                      <a:pt x="338376" y="571855"/>
                    </a:cubicBezTo>
                    <a:lnTo>
                      <a:pt x="356058" y="571855"/>
                    </a:lnTo>
                    <a:cubicBezTo>
                      <a:pt x="356058" y="571855"/>
                      <a:pt x="392516" y="431065"/>
                      <a:pt x="384578" y="302324"/>
                    </a:cubicBez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9" name="任意多边形: 形状 498"/>
              <p:cNvSpPr/>
              <p:nvPr/>
            </p:nvSpPr>
            <p:spPr>
              <a:xfrm>
                <a:off x="5341761" y="3340217"/>
                <a:ext cx="108023" cy="113570"/>
              </a:xfrm>
              <a:custGeom>
                <a:avLst/>
                <a:gdLst>
                  <a:gd name="connsiteX0" fmla="*/ 36153 w 40079"/>
                  <a:gd name="connsiteY0" fmla="*/ 41838 h 42137"/>
                  <a:gd name="connsiteX1" fmla="*/ 33135 w 40079"/>
                  <a:gd name="connsiteY1" fmla="*/ 40174 h 42137"/>
                  <a:gd name="connsiteX2" fmla="*/ 15025 w 40079"/>
                  <a:gd name="connsiteY2" fmla="*/ 11298 h 42137"/>
                  <a:gd name="connsiteX3" fmla="*/ 6636 w 40079"/>
                  <a:gd name="connsiteY3" fmla="*/ 34541 h 42137"/>
                  <a:gd name="connsiteX4" fmla="*/ 2264 w 40079"/>
                  <a:gd name="connsiteY4" fmla="*/ 37037 h 42137"/>
                  <a:gd name="connsiteX5" fmla="*/ -233 w 40079"/>
                  <a:gd name="connsiteY5" fmla="*/ 32664 h 42137"/>
                  <a:gd name="connsiteX6" fmla="*/ -67 w 40079"/>
                  <a:gd name="connsiteY6" fmla="*/ 32165 h 42137"/>
                  <a:gd name="connsiteX7" fmla="*/ 10818 w 40079"/>
                  <a:gd name="connsiteY7" fmla="*/ 2053 h 42137"/>
                  <a:gd name="connsiteX8" fmla="*/ 15381 w 40079"/>
                  <a:gd name="connsiteY8" fmla="*/ -86 h 42137"/>
                  <a:gd name="connsiteX9" fmla="*/ 17188 w 40079"/>
                  <a:gd name="connsiteY9" fmla="*/ 1364 h 42137"/>
                  <a:gd name="connsiteX10" fmla="*/ 39172 w 40079"/>
                  <a:gd name="connsiteY10" fmla="*/ 36419 h 42137"/>
                  <a:gd name="connsiteX11" fmla="*/ 38054 w 40079"/>
                  <a:gd name="connsiteY11" fmla="*/ 41338 h 42137"/>
                  <a:gd name="connsiteX12" fmla="*/ 38054 w 40079"/>
                  <a:gd name="connsiteY12" fmla="*/ 41338 h 42137"/>
                  <a:gd name="connsiteX13" fmla="*/ 36153 w 40079"/>
                  <a:gd name="connsiteY13" fmla="*/ 41838 h 42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079" h="42137">
                    <a:moveTo>
                      <a:pt x="36153" y="41838"/>
                    </a:moveTo>
                    <a:cubicBezTo>
                      <a:pt x="34918" y="41838"/>
                      <a:pt x="33800" y="41196"/>
                      <a:pt x="33135" y="40174"/>
                    </a:cubicBezTo>
                    <a:lnTo>
                      <a:pt x="15025" y="11298"/>
                    </a:lnTo>
                    <a:lnTo>
                      <a:pt x="6636" y="34541"/>
                    </a:lnTo>
                    <a:cubicBezTo>
                      <a:pt x="6113" y="36443"/>
                      <a:pt x="4164" y="37560"/>
                      <a:pt x="2264" y="37037"/>
                    </a:cubicBezTo>
                    <a:cubicBezTo>
                      <a:pt x="362" y="36514"/>
                      <a:pt x="-755" y="34541"/>
                      <a:pt x="-233" y="32664"/>
                    </a:cubicBezTo>
                    <a:cubicBezTo>
                      <a:pt x="-185" y="32497"/>
                      <a:pt x="-137" y="32331"/>
                      <a:pt x="-67" y="32165"/>
                    </a:cubicBezTo>
                    <a:lnTo>
                      <a:pt x="10818" y="2053"/>
                    </a:lnTo>
                    <a:cubicBezTo>
                      <a:pt x="11485" y="199"/>
                      <a:pt x="13528" y="-751"/>
                      <a:pt x="15381" y="-86"/>
                    </a:cubicBezTo>
                    <a:cubicBezTo>
                      <a:pt x="16118" y="176"/>
                      <a:pt x="16760" y="698"/>
                      <a:pt x="17188" y="1364"/>
                    </a:cubicBezTo>
                    <a:lnTo>
                      <a:pt x="39172" y="36419"/>
                    </a:lnTo>
                    <a:cubicBezTo>
                      <a:pt x="40217" y="38082"/>
                      <a:pt x="39718" y="40293"/>
                      <a:pt x="38054" y="41338"/>
                    </a:cubicBezTo>
                    <a:cubicBezTo>
                      <a:pt x="38054" y="41338"/>
                      <a:pt x="38054" y="41338"/>
                      <a:pt x="38054" y="41338"/>
                    </a:cubicBezTo>
                    <a:cubicBezTo>
                      <a:pt x="37485" y="41671"/>
                      <a:pt x="36818" y="41861"/>
                      <a:pt x="36153" y="41838"/>
                    </a:cubicBezTo>
                    <a:close/>
                  </a:path>
                </a:pathLst>
              </a:custGeom>
              <a:solidFill>
                <a:srgbClr val="36160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0" name="任意多边形: 形状 499"/>
              <p:cNvSpPr/>
              <p:nvPr/>
            </p:nvSpPr>
            <p:spPr>
              <a:xfrm>
                <a:off x="6177586" y="3235633"/>
                <a:ext cx="33011" cy="118861"/>
              </a:xfrm>
              <a:custGeom>
                <a:avLst/>
                <a:gdLst>
                  <a:gd name="connsiteX0" fmla="*/ 5771 w 12248"/>
                  <a:gd name="connsiteY0" fmla="*/ 43803 h 44100"/>
                  <a:gd name="connsiteX1" fmla="*/ 5057 w 12248"/>
                  <a:gd name="connsiteY1" fmla="*/ 43803 h 44100"/>
                  <a:gd name="connsiteX2" fmla="*/ 2277 w 12248"/>
                  <a:gd name="connsiteY2" fmla="*/ 39596 h 44100"/>
                  <a:gd name="connsiteX3" fmla="*/ 3989 w 12248"/>
                  <a:gd name="connsiteY3" fmla="*/ 31207 h 44100"/>
                  <a:gd name="connsiteX4" fmla="*/ 875 w 12248"/>
                  <a:gd name="connsiteY4" fmla="*/ 6656 h 44100"/>
                  <a:gd name="connsiteX5" fmla="*/ -5 w 12248"/>
                  <a:gd name="connsiteY5" fmla="*/ 4826 h 44100"/>
                  <a:gd name="connsiteX6" fmla="*/ 1635 w 12248"/>
                  <a:gd name="connsiteY6" fmla="*/ 73 h 44100"/>
                  <a:gd name="connsiteX7" fmla="*/ 6413 w 12248"/>
                  <a:gd name="connsiteY7" fmla="*/ 1713 h 44100"/>
                  <a:gd name="connsiteX8" fmla="*/ 7291 w 12248"/>
                  <a:gd name="connsiteY8" fmla="*/ 3543 h 44100"/>
                  <a:gd name="connsiteX9" fmla="*/ 10976 w 12248"/>
                  <a:gd name="connsiteY9" fmla="*/ 32609 h 44100"/>
                  <a:gd name="connsiteX10" fmla="*/ 9264 w 12248"/>
                  <a:gd name="connsiteY10" fmla="*/ 41022 h 44100"/>
                  <a:gd name="connsiteX11" fmla="*/ 5771 w 12248"/>
                  <a:gd name="connsiteY11" fmla="*/ 43803 h 4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248" h="44100">
                    <a:moveTo>
                      <a:pt x="5771" y="43803"/>
                    </a:moveTo>
                    <a:lnTo>
                      <a:pt x="5057" y="43803"/>
                    </a:lnTo>
                    <a:cubicBezTo>
                      <a:pt x="3132" y="43399"/>
                      <a:pt x="1896" y="41521"/>
                      <a:pt x="2277" y="39596"/>
                    </a:cubicBezTo>
                    <a:lnTo>
                      <a:pt x="3989" y="31207"/>
                    </a:lnTo>
                    <a:cubicBezTo>
                      <a:pt x="5652" y="22912"/>
                      <a:pt x="4558" y="14285"/>
                      <a:pt x="875" y="6656"/>
                    </a:cubicBezTo>
                    <a:lnTo>
                      <a:pt x="-5" y="4826"/>
                    </a:lnTo>
                    <a:cubicBezTo>
                      <a:pt x="-860" y="3044"/>
                      <a:pt x="-123" y="929"/>
                      <a:pt x="1635" y="73"/>
                    </a:cubicBezTo>
                    <a:cubicBezTo>
                      <a:pt x="3418" y="-806"/>
                      <a:pt x="5556" y="-70"/>
                      <a:pt x="6413" y="1713"/>
                    </a:cubicBezTo>
                    <a:lnTo>
                      <a:pt x="7291" y="3543"/>
                    </a:lnTo>
                    <a:cubicBezTo>
                      <a:pt x="11665" y="12574"/>
                      <a:pt x="12972" y="22770"/>
                      <a:pt x="10976" y="32609"/>
                    </a:cubicBezTo>
                    <a:lnTo>
                      <a:pt x="9264" y="41022"/>
                    </a:lnTo>
                    <a:cubicBezTo>
                      <a:pt x="8908" y="42662"/>
                      <a:pt x="7434" y="43803"/>
                      <a:pt x="5771" y="43803"/>
                    </a:cubicBezTo>
                    <a:close/>
                  </a:path>
                </a:pathLst>
              </a:custGeom>
              <a:solidFill>
                <a:srgbClr val="36160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1" name="任意多边形: 形状 500"/>
              <p:cNvSpPr/>
              <p:nvPr/>
            </p:nvSpPr>
            <p:spPr>
              <a:xfrm>
                <a:off x="5710776" y="4400828"/>
                <a:ext cx="135935" cy="196352"/>
              </a:xfrm>
              <a:custGeom>
                <a:avLst/>
                <a:gdLst>
                  <a:gd name="connsiteX0" fmla="*/ 3288 w 50435"/>
                  <a:gd name="connsiteY0" fmla="*/ 72552 h 72851"/>
                  <a:gd name="connsiteX1" fmla="*/ 912 w 50435"/>
                  <a:gd name="connsiteY1" fmla="*/ 71720 h 72851"/>
                  <a:gd name="connsiteX2" fmla="*/ 128 w 50435"/>
                  <a:gd name="connsiteY2" fmla="*/ 67204 h 72851"/>
                  <a:gd name="connsiteX3" fmla="*/ 38154 w 50435"/>
                  <a:gd name="connsiteY3" fmla="*/ 1586 h 72851"/>
                  <a:gd name="connsiteX4" fmla="*/ 42978 w 50435"/>
                  <a:gd name="connsiteY4" fmla="*/ 137 h 72851"/>
                  <a:gd name="connsiteX5" fmla="*/ 44427 w 50435"/>
                  <a:gd name="connsiteY5" fmla="*/ 4961 h 72851"/>
                  <a:gd name="connsiteX6" fmla="*/ 44309 w 50435"/>
                  <a:gd name="connsiteY6" fmla="*/ 5175 h 72851"/>
                  <a:gd name="connsiteX7" fmla="*/ 16740 w 50435"/>
                  <a:gd name="connsiteY7" fmla="*/ 52707 h 72851"/>
                  <a:gd name="connsiteX8" fmla="*/ 44096 w 50435"/>
                  <a:gd name="connsiteY8" fmla="*/ 29369 h 72851"/>
                  <a:gd name="connsiteX9" fmla="*/ 49181 w 50435"/>
                  <a:gd name="connsiteY9" fmla="*/ 29701 h 72851"/>
                  <a:gd name="connsiteX10" fmla="*/ 48849 w 50435"/>
                  <a:gd name="connsiteY10" fmla="*/ 34787 h 72851"/>
                  <a:gd name="connsiteX11" fmla="*/ 5665 w 50435"/>
                  <a:gd name="connsiteY11" fmla="*/ 71625 h 72851"/>
                  <a:gd name="connsiteX12" fmla="*/ 3288 w 50435"/>
                  <a:gd name="connsiteY12" fmla="*/ 72552 h 7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435" h="72851">
                    <a:moveTo>
                      <a:pt x="3288" y="72552"/>
                    </a:moveTo>
                    <a:cubicBezTo>
                      <a:pt x="2433" y="72575"/>
                      <a:pt x="1578" y="72267"/>
                      <a:pt x="912" y="71720"/>
                    </a:cubicBezTo>
                    <a:cubicBezTo>
                      <a:pt x="-418" y="70603"/>
                      <a:pt x="-751" y="68702"/>
                      <a:pt x="128" y="67204"/>
                    </a:cubicBezTo>
                    <a:lnTo>
                      <a:pt x="38154" y="1586"/>
                    </a:lnTo>
                    <a:cubicBezTo>
                      <a:pt x="39080" y="-149"/>
                      <a:pt x="41243" y="-814"/>
                      <a:pt x="42978" y="137"/>
                    </a:cubicBezTo>
                    <a:cubicBezTo>
                      <a:pt x="44713" y="1063"/>
                      <a:pt x="45379" y="3226"/>
                      <a:pt x="44427" y="4961"/>
                    </a:cubicBezTo>
                    <a:cubicBezTo>
                      <a:pt x="44404" y="5032"/>
                      <a:pt x="44357" y="5104"/>
                      <a:pt x="44309" y="5175"/>
                    </a:cubicBezTo>
                    <a:lnTo>
                      <a:pt x="16740" y="52707"/>
                    </a:lnTo>
                    <a:lnTo>
                      <a:pt x="44096" y="29369"/>
                    </a:lnTo>
                    <a:cubicBezTo>
                      <a:pt x="45593" y="28062"/>
                      <a:pt x="47874" y="28204"/>
                      <a:pt x="49181" y="29701"/>
                    </a:cubicBezTo>
                    <a:cubicBezTo>
                      <a:pt x="50489" y="31199"/>
                      <a:pt x="50346" y="33480"/>
                      <a:pt x="48849" y="34787"/>
                    </a:cubicBezTo>
                    <a:lnTo>
                      <a:pt x="5665" y="71625"/>
                    </a:lnTo>
                    <a:cubicBezTo>
                      <a:pt x="5023" y="72219"/>
                      <a:pt x="4168" y="72552"/>
                      <a:pt x="3288" y="7255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2" name="任意多边形: 形状 501"/>
              <p:cNvSpPr/>
              <p:nvPr/>
            </p:nvSpPr>
            <p:spPr>
              <a:xfrm>
                <a:off x="6530823" y="2063201"/>
                <a:ext cx="558785" cy="378952"/>
              </a:xfrm>
              <a:custGeom>
                <a:avLst/>
                <a:gdLst>
                  <a:gd name="connsiteX0" fmla="*/ 3215 w 207322"/>
                  <a:gd name="connsiteY0" fmla="*/ 140302 h 140600"/>
                  <a:gd name="connsiteX1" fmla="*/ 482 w 207322"/>
                  <a:gd name="connsiteY1" fmla="*/ 139019 h 140600"/>
                  <a:gd name="connsiteX2" fmla="*/ 886 w 207322"/>
                  <a:gd name="connsiteY2" fmla="*/ 134028 h 140600"/>
                  <a:gd name="connsiteX3" fmla="*/ 909 w 207322"/>
                  <a:gd name="connsiteY3" fmla="*/ 134004 h 140600"/>
                  <a:gd name="connsiteX4" fmla="*/ 22727 w 207322"/>
                  <a:gd name="connsiteY4" fmla="*/ 115633 h 140600"/>
                  <a:gd name="connsiteX5" fmla="*/ 27765 w 207322"/>
                  <a:gd name="connsiteY5" fmla="*/ 116085 h 140600"/>
                  <a:gd name="connsiteX6" fmla="*/ 27314 w 207322"/>
                  <a:gd name="connsiteY6" fmla="*/ 121099 h 140600"/>
                  <a:gd name="connsiteX7" fmla="*/ 5496 w 207322"/>
                  <a:gd name="connsiteY7" fmla="*/ 139447 h 140600"/>
                  <a:gd name="connsiteX8" fmla="*/ 3215 w 207322"/>
                  <a:gd name="connsiteY8" fmla="*/ 140302 h 140600"/>
                  <a:gd name="connsiteX9" fmla="*/ 203420 w 207322"/>
                  <a:gd name="connsiteY9" fmla="*/ 104320 h 140600"/>
                  <a:gd name="connsiteX10" fmla="*/ 179654 w 207322"/>
                  <a:gd name="connsiteY10" fmla="*/ 104320 h 140600"/>
                  <a:gd name="connsiteX11" fmla="*/ 176089 w 207322"/>
                  <a:gd name="connsiteY11" fmla="*/ 100755 h 140600"/>
                  <a:gd name="connsiteX12" fmla="*/ 179654 w 207322"/>
                  <a:gd name="connsiteY12" fmla="*/ 97190 h 140600"/>
                  <a:gd name="connsiteX13" fmla="*/ 199784 w 207322"/>
                  <a:gd name="connsiteY13" fmla="*/ 97190 h 140600"/>
                  <a:gd name="connsiteX14" fmla="*/ 199784 w 207322"/>
                  <a:gd name="connsiteY14" fmla="*/ 95955 h 140600"/>
                  <a:gd name="connsiteX15" fmla="*/ 203349 w 207322"/>
                  <a:gd name="connsiteY15" fmla="*/ 92390 h 140600"/>
                  <a:gd name="connsiteX16" fmla="*/ 206914 w 207322"/>
                  <a:gd name="connsiteY16" fmla="*/ 95955 h 140600"/>
                  <a:gd name="connsiteX17" fmla="*/ 206914 w 207322"/>
                  <a:gd name="connsiteY17" fmla="*/ 100708 h 140600"/>
                  <a:gd name="connsiteX18" fmla="*/ 203397 w 207322"/>
                  <a:gd name="connsiteY18" fmla="*/ 104320 h 140600"/>
                  <a:gd name="connsiteX19" fmla="*/ 203397 w 207322"/>
                  <a:gd name="connsiteY19" fmla="*/ 104320 h 140600"/>
                  <a:gd name="connsiteX20" fmla="*/ 151134 w 207322"/>
                  <a:gd name="connsiteY20" fmla="*/ 104320 h 140600"/>
                  <a:gd name="connsiteX21" fmla="*/ 122615 w 207322"/>
                  <a:gd name="connsiteY21" fmla="*/ 104320 h 140600"/>
                  <a:gd name="connsiteX22" fmla="*/ 119050 w 207322"/>
                  <a:gd name="connsiteY22" fmla="*/ 100755 h 140600"/>
                  <a:gd name="connsiteX23" fmla="*/ 122615 w 207322"/>
                  <a:gd name="connsiteY23" fmla="*/ 97190 h 140600"/>
                  <a:gd name="connsiteX24" fmla="*/ 151134 w 207322"/>
                  <a:gd name="connsiteY24" fmla="*/ 97190 h 140600"/>
                  <a:gd name="connsiteX25" fmla="*/ 154699 w 207322"/>
                  <a:gd name="connsiteY25" fmla="*/ 100755 h 140600"/>
                  <a:gd name="connsiteX26" fmla="*/ 151134 w 207322"/>
                  <a:gd name="connsiteY26" fmla="*/ 104320 h 140600"/>
                  <a:gd name="connsiteX27" fmla="*/ 94096 w 207322"/>
                  <a:gd name="connsiteY27" fmla="*/ 104320 h 140600"/>
                  <a:gd name="connsiteX28" fmla="*/ 65577 w 207322"/>
                  <a:gd name="connsiteY28" fmla="*/ 104320 h 140600"/>
                  <a:gd name="connsiteX29" fmla="*/ 62012 w 207322"/>
                  <a:gd name="connsiteY29" fmla="*/ 100755 h 140600"/>
                  <a:gd name="connsiteX30" fmla="*/ 65577 w 207322"/>
                  <a:gd name="connsiteY30" fmla="*/ 97190 h 140600"/>
                  <a:gd name="connsiteX31" fmla="*/ 94096 w 207322"/>
                  <a:gd name="connsiteY31" fmla="*/ 97190 h 140600"/>
                  <a:gd name="connsiteX32" fmla="*/ 97661 w 207322"/>
                  <a:gd name="connsiteY32" fmla="*/ 100755 h 140600"/>
                  <a:gd name="connsiteX33" fmla="*/ 94096 w 207322"/>
                  <a:gd name="connsiteY33" fmla="*/ 104320 h 140600"/>
                  <a:gd name="connsiteX34" fmla="*/ 46778 w 207322"/>
                  <a:gd name="connsiteY34" fmla="*/ 103560 h 140600"/>
                  <a:gd name="connsiteX35" fmla="*/ 43141 w 207322"/>
                  <a:gd name="connsiteY35" fmla="*/ 100066 h 140600"/>
                  <a:gd name="connsiteX36" fmla="*/ 44402 w 207322"/>
                  <a:gd name="connsiteY36" fmla="*/ 97286 h 140600"/>
                  <a:gd name="connsiteX37" fmla="*/ 49987 w 207322"/>
                  <a:gd name="connsiteY37" fmla="*/ 92532 h 140600"/>
                  <a:gd name="connsiteX38" fmla="*/ 49987 w 207322"/>
                  <a:gd name="connsiteY38" fmla="*/ 74660 h 140600"/>
                  <a:gd name="connsiteX39" fmla="*/ 53552 w 207322"/>
                  <a:gd name="connsiteY39" fmla="*/ 71095 h 140600"/>
                  <a:gd name="connsiteX40" fmla="*/ 57117 w 207322"/>
                  <a:gd name="connsiteY40" fmla="*/ 74660 h 140600"/>
                  <a:gd name="connsiteX41" fmla="*/ 57117 w 207322"/>
                  <a:gd name="connsiteY41" fmla="*/ 94196 h 140600"/>
                  <a:gd name="connsiteX42" fmla="*/ 55857 w 207322"/>
                  <a:gd name="connsiteY42" fmla="*/ 96929 h 140600"/>
                  <a:gd name="connsiteX43" fmla="*/ 48988 w 207322"/>
                  <a:gd name="connsiteY43" fmla="*/ 102704 h 140600"/>
                  <a:gd name="connsiteX44" fmla="*/ 46849 w 207322"/>
                  <a:gd name="connsiteY44" fmla="*/ 103560 h 140600"/>
                  <a:gd name="connsiteX45" fmla="*/ 203349 w 207322"/>
                  <a:gd name="connsiteY45" fmla="*/ 71000 h 140600"/>
                  <a:gd name="connsiteX46" fmla="*/ 199784 w 207322"/>
                  <a:gd name="connsiteY46" fmla="*/ 67435 h 140600"/>
                  <a:gd name="connsiteX47" fmla="*/ 199784 w 207322"/>
                  <a:gd name="connsiteY47" fmla="*/ 38916 h 140600"/>
                  <a:gd name="connsiteX48" fmla="*/ 203349 w 207322"/>
                  <a:gd name="connsiteY48" fmla="*/ 35351 h 140600"/>
                  <a:gd name="connsiteX49" fmla="*/ 206914 w 207322"/>
                  <a:gd name="connsiteY49" fmla="*/ 38916 h 140600"/>
                  <a:gd name="connsiteX50" fmla="*/ 206914 w 207322"/>
                  <a:gd name="connsiteY50" fmla="*/ 67435 h 140600"/>
                  <a:gd name="connsiteX51" fmla="*/ 203397 w 207322"/>
                  <a:gd name="connsiteY51" fmla="*/ 71000 h 140600"/>
                  <a:gd name="connsiteX52" fmla="*/ 53623 w 207322"/>
                  <a:gd name="connsiteY52" fmla="*/ 49611 h 140600"/>
                  <a:gd name="connsiteX53" fmla="*/ 50058 w 207322"/>
                  <a:gd name="connsiteY53" fmla="*/ 46046 h 140600"/>
                  <a:gd name="connsiteX54" fmla="*/ 50058 w 207322"/>
                  <a:gd name="connsiteY54" fmla="*/ 17527 h 140600"/>
                  <a:gd name="connsiteX55" fmla="*/ 53623 w 207322"/>
                  <a:gd name="connsiteY55" fmla="*/ 13962 h 140600"/>
                  <a:gd name="connsiteX56" fmla="*/ 57188 w 207322"/>
                  <a:gd name="connsiteY56" fmla="*/ 17527 h 140600"/>
                  <a:gd name="connsiteX57" fmla="*/ 57188 w 207322"/>
                  <a:gd name="connsiteY57" fmla="*/ 46046 h 140600"/>
                  <a:gd name="connsiteX58" fmla="*/ 53741 w 207322"/>
                  <a:gd name="connsiteY58" fmla="*/ 49730 h 140600"/>
                  <a:gd name="connsiteX59" fmla="*/ 53670 w 207322"/>
                  <a:gd name="connsiteY59" fmla="*/ 49730 h 140600"/>
                  <a:gd name="connsiteX60" fmla="*/ 203349 w 207322"/>
                  <a:gd name="connsiteY60" fmla="*/ 13962 h 140600"/>
                  <a:gd name="connsiteX61" fmla="*/ 199784 w 207322"/>
                  <a:gd name="connsiteY61" fmla="*/ 10397 h 140600"/>
                  <a:gd name="connsiteX62" fmla="*/ 199784 w 207322"/>
                  <a:gd name="connsiteY62" fmla="*/ 6879 h 140600"/>
                  <a:gd name="connsiteX63" fmla="*/ 182007 w 207322"/>
                  <a:gd name="connsiteY63" fmla="*/ 6879 h 140600"/>
                  <a:gd name="connsiteX64" fmla="*/ 178442 w 207322"/>
                  <a:gd name="connsiteY64" fmla="*/ 3314 h 140600"/>
                  <a:gd name="connsiteX65" fmla="*/ 182007 w 207322"/>
                  <a:gd name="connsiteY65" fmla="*/ -250 h 140600"/>
                  <a:gd name="connsiteX66" fmla="*/ 203397 w 207322"/>
                  <a:gd name="connsiteY66" fmla="*/ -250 h 140600"/>
                  <a:gd name="connsiteX67" fmla="*/ 206962 w 207322"/>
                  <a:gd name="connsiteY67" fmla="*/ 3314 h 140600"/>
                  <a:gd name="connsiteX68" fmla="*/ 206962 w 207322"/>
                  <a:gd name="connsiteY68" fmla="*/ 10444 h 140600"/>
                  <a:gd name="connsiteX69" fmla="*/ 203397 w 207322"/>
                  <a:gd name="connsiteY69" fmla="*/ 13962 h 140600"/>
                  <a:gd name="connsiteX70" fmla="*/ 153440 w 207322"/>
                  <a:gd name="connsiteY70" fmla="*/ 6832 h 140600"/>
                  <a:gd name="connsiteX71" fmla="*/ 124921 w 207322"/>
                  <a:gd name="connsiteY71" fmla="*/ 6832 h 140600"/>
                  <a:gd name="connsiteX72" fmla="*/ 121356 w 207322"/>
                  <a:gd name="connsiteY72" fmla="*/ 3267 h 140600"/>
                  <a:gd name="connsiteX73" fmla="*/ 124921 w 207322"/>
                  <a:gd name="connsiteY73" fmla="*/ -298 h 140600"/>
                  <a:gd name="connsiteX74" fmla="*/ 153440 w 207322"/>
                  <a:gd name="connsiteY74" fmla="*/ -298 h 140600"/>
                  <a:gd name="connsiteX75" fmla="*/ 157005 w 207322"/>
                  <a:gd name="connsiteY75" fmla="*/ 3267 h 140600"/>
                  <a:gd name="connsiteX76" fmla="*/ 153440 w 207322"/>
                  <a:gd name="connsiteY76" fmla="*/ 6832 h 140600"/>
                  <a:gd name="connsiteX77" fmla="*/ 96402 w 207322"/>
                  <a:gd name="connsiteY77" fmla="*/ 6832 h 140600"/>
                  <a:gd name="connsiteX78" fmla="*/ 67882 w 207322"/>
                  <a:gd name="connsiteY78" fmla="*/ 6832 h 140600"/>
                  <a:gd name="connsiteX79" fmla="*/ 64317 w 207322"/>
                  <a:gd name="connsiteY79" fmla="*/ 3267 h 140600"/>
                  <a:gd name="connsiteX80" fmla="*/ 67882 w 207322"/>
                  <a:gd name="connsiteY80" fmla="*/ -298 h 140600"/>
                  <a:gd name="connsiteX81" fmla="*/ 96402 w 207322"/>
                  <a:gd name="connsiteY81" fmla="*/ -298 h 140600"/>
                  <a:gd name="connsiteX82" fmla="*/ 99967 w 207322"/>
                  <a:gd name="connsiteY82" fmla="*/ 3267 h 140600"/>
                  <a:gd name="connsiteX83" fmla="*/ 96402 w 207322"/>
                  <a:gd name="connsiteY83" fmla="*/ 6832 h 14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207322" h="140600">
                    <a:moveTo>
                      <a:pt x="3215" y="140302"/>
                    </a:moveTo>
                    <a:cubicBezTo>
                      <a:pt x="2145" y="140302"/>
                      <a:pt x="1147" y="139827"/>
                      <a:pt x="482" y="139019"/>
                    </a:cubicBezTo>
                    <a:cubicBezTo>
                      <a:pt x="-778" y="137522"/>
                      <a:pt x="-611" y="135288"/>
                      <a:pt x="886" y="134028"/>
                    </a:cubicBezTo>
                    <a:cubicBezTo>
                      <a:pt x="886" y="134028"/>
                      <a:pt x="909" y="134004"/>
                      <a:pt x="909" y="134004"/>
                    </a:cubicBezTo>
                    <a:lnTo>
                      <a:pt x="22727" y="115633"/>
                    </a:lnTo>
                    <a:cubicBezTo>
                      <a:pt x="24248" y="114373"/>
                      <a:pt x="26482" y="114564"/>
                      <a:pt x="27765" y="116085"/>
                    </a:cubicBezTo>
                    <a:cubicBezTo>
                      <a:pt x="29025" y="117582"/>
                      <a:pt x="28834" y="119840"/>
                      <a:pt x="27314" y="121099"/>
                    </a:cubicBezTo>
                    <a:lnTo>
                      <a:pt x="5496" y="139447"/>
                    </a:lnTo>
                    <a:cubicBezTo>
                      <a:pt x="4855" y="139993"/>
                      <a:pt x="4047" y="140302"/>
                      <a:pt x="3215" y="140302"/>
                    </a:cubicBezTo>
                    <a:close/>
                    <a:moveTo>
                      <a:pt x="203420" y="104320"/>
                    </a:moveTo>
                    <a:lnTo>
                      <a:pt x="179654" y="104320"/>
                    </a:lnTo>
                    <a:cubicBezTo>
                      <a:pt x="177682" y="104320"/>
                      <a:pt x="176089" y="102728"/>
                      <a:pt x="176089" y="100755"/>
                    </a:cubicBezTo>
                    <a:cubicBezTo>
                      <a:pt x="176089" y="98783"/>
                      <a:pt x="177682" y="97190"/>
                      <a:pt x="179654" y="97190"/>
                    </a:cubicBezTo>
                    <a:lnTo>
                      <a:pt x="199784" y="97190"/>
                    </a:lnTo>
                    <a:lnTo>
                      <a:pt x="199784" y="95955"/>
                    </a:lnTo>
                    <a:cubicBezTo>
                      <a:pt x="199784" y="93982"/>
                      <a:pt x="201376" y="92390"/>
                      <a:pt x="203349" y="92390"/>
                    </a:cubicBezTo>
                    <a:cubicBezTo>
                      <a:pt x="205322" y="92390"/>
                      <a:pt x="206914" y="93982"/>
                      <a:pt x="206914" y="95955"/>
                    </a:cubicBezTo>
                    <a:lnTo>
                      <a:pt x="206914" y="100708"/>
                    </a:lnTo>
                    <a:cubicBezTo>
                      <a:pt x="206938" y="102681"/>
                      <a:pt x="205369" y="104297"/>
                      <a:pt x="203397" y="104320"/>
                    </a:cubicBezTo>
                    <a:cubicBezTo>
                      <a:pt x="203397" y="104320"/>
                      <a:pt x="203397" y="104320"/>
                      <a:pt x="203397" y="104320"/>
                    </a:cubicBezTo>
                    <a:close/>
                    <a:moveTo>
                      <a:pt x="151134" y="104320"/>
                    </a:moveTo>
                    <a:lnTo>
                      <a:pt x="122615" y="104320"/>
                    </a:lnTo>
                    <a:cubicBezTo>
                      <a:pt x="120644" y="104320"/>
                      <a:pt x="119050" y="102728"/>
                      <a:pt x="119050" y="100755"/>
                    </a:cubicBezTo>
                    <a:cubicBezTo>
                      <a:pt x="119050" y="98783"/>
                      <a:pt x="120644" y="97190"/>
                      <a:pt x="122615" y="97190"/>
                    </a:cubicBezTo>
                    <a:lnTo>
                      <a:pt x="151134" y="97190"/>
                    </a:lnTo>
                    <a:cubicBezTo>
                      <a:pt x="153107" y="97190"/>
                      <a:pt x="154699" y="98783"/>
                      <a:pt x="154699" y="100755"/>
                    </a:cubicBezTo>
                    <a:cubicBezTo>
                      <a:pt x="154699" y="102728"/>
                      <a:pt x="153107" y="104320"/>
                      <a:pt x="151134" y="104320"/>
                    </a:cubicBezTo>
                    <a:close/>
                    <a:moveTo>
                      <a:pt x="94096" y="104320"/>
                    </a:moveTo>
                    <a:lnTo>
                      <a:pt x="65577" y="104320"/>
                    </a:lnTo>
                    <a:cubicBezTo>
                      <a:pt x="63605" y="104320"/>
                      <a:pt x="62012" y="102728"/>
                      <a:pt x="62012" y="100755"/>
                    </a:cubicBezTo>
                    <a:cubicBezTo>
                      <a:pt x="62012" y="98783"/>
                      <a:pt x="63605" y="97190"/>
                      <a:pt x="65577" y="97190"/>
                    </a:cubicBezTo>
                    <a:lnTo>
                      <a:pt x="94096" y="97190"/>
                    </a:lnTo>
                    <a:cubicBezTo>
                      <a:pt x="96069" y="97190"/>
                      <a:pt x="97661" y="98783"/>
                      <a:pt x="97661" y="100755"/>
                    </a:cubicBezTo>
                    <a:cubicBezTo>
                      <a:pt x="97661" y="102728"/>
                      <a:pt x="96069" y="104320"/>
                      <a:pt x="94096" y="104320"/>
                    </a:cubicBezTo>
                    <a:close/>
                    <a:moveTo>
                      <a:pt x="46778" y="103560"/>
                    </a:moveTo>
                    <a:cubicBezTo>
                      <a:pt x="44806" y="103584"/>
                      <a:pt x="43189" y="102015"/>
                      <a:pt x="43141" y="100066"/>
                    </a:cubicBezTo>
                    <a:cubicBezTo>
                      <a:pt x="43141" y="98997"/>
                      <a:pt x="43593" y="97975"/>
                      <a:pt x="44402" y="97286"/>
                    </a:cubicBezTo>
                    <a:lnTo>
                      <a:pt x="49987" y="92532"/>
                    </a:lnTo>
                    <a:lnTo>
                      <a:pt x="49987" y="74660"/>
                    </a:lnTo>
                    <a:cubicBezTo>
                      <a:pt x="49987" y="72688"/>
                      <a:pt x="51579" y="71095"/>
                      <a:pt x="53552" y="71095"/>
                    </a:cubicBezTo>
                    <a:cubicBezTo>
                      <a:pt x="55524" y="71095"/>
                      <a:pt x="57117" y="72688"/>
                      <a:pt x="57117" y="74660"/>
                    </a:cubicBezTo>
                    <a:lnTo>
                      <a:pt x="57117" y="94196"/>
                    </a:lnTo>
                    <a:cubicBezTo>
                      <a:pt x="57117" y="95242"/>
                      <a:pt x="56664" y="96240"/>
                      <a:pt x="55857" y="96929"/>
                    </a:cubicBezTo>
                    <a:lnTo>
                      <a:pt x="48988" y="102704"/>
                    </a:lnTo>
                    <a:cubicBezTo>
                      <a:pt x="48394" y="103227"/>
                      <a:pt x="47634" y="103536"/>
                      <a:pt x="46849" y="103560"/>
                    </a:cubicBezTo>
                    <a:close/>
                    <a:moveTo>
                      <a:pt x="203349" y="71000"/>
                    </a:moveTo>
                    <a:cubicBezTo>
                      <a:pt x="201376" y="71000"/>
                      <a:pt x="199784" y="69408"/>
                      <a:pt x="199784" y="67435"/>
                    </a:cubicBezTo>
                    <a:lnTo>
                      <a:pt x="199784" y="38916"/>
                    </a:lnTo>
                    <a:cubicBezTo>
                      <a:pt x="199784" y="36944"/>
                      <a:pt x="201376" y="35351"/>
                      <a:pt x="203349" y="35351"/>
                    </a:cubicBezTo>
                    <a:cubicBezTo>
                      <a:pt x="205322" y="35351"/>
                      <a:pt x="206914" y="36944"/>
                      <a:pt x="206914" y="38916"/>
                    </a:cubicBezTo>
                    <a:lnTo>
                      <a:pt x="206914" y="67435"/>
                    </a:lnTo>
                    <a:cubicBezTo>
                      <a:pt x="206914" y="69384"/>
                      <a:pt x="205345" y="70977"/>
                      <a:pt x="203397" y="71000"/>
                    </a:cubicBezTo>
                    <a:close/>
                    <a:moveTo>
                      <a:pt x="53623" y="49611"/>
                    </a:moveTo>
                    <a:cubicBezTo>
                      <a:pt x="51650" y="49587"/>
                      <a:pt x="50082" y="48019"/>
                      <a:pt x="50058" y="46046"/>
                    </a:cubicBezTo>
                    <a:lnTo>
                      <a:pt x="50058" y="17527"/>
                    </a:lnTo>
                    <a:cubicBezTo>
                      <a:pt x="50058" y="15554"/>
                      <a:pt x="51650" y="13962"/>
                      <a:pt x="53623" y="13962"/>
                    </a:cubicBezTo>
                    <a:cubicBezTo>
                      <a:pt x="55595" y="13962"/>
                      <a:pt x="57188" y="15554"/>
                      <a:pt x="57188" y="17527"/>
                    </a:cubicBezTo>
                    <a:lnTo>
                      <a:pt x="57188" y="46046"/>
                    </a:lnTo>
                    <a:cubicBezTo>
                      <a:pt x="57258" y="48019"/>
                      <a:pt x="55714" y="49658"/>
                      <a:pt x="53741" y="49730"/>
                    </a:cubicBezTo>
                    <a:cubicBezTo>
                      <a:pt x="53718" y="49730"/>
                      <a:pt x="53693" y="49730"/>
                      <a:pt x="53670" y="49730"/>
                    </a:cubicBezTo>
                    <a:close/>
                    <a:moveTo>
                      <a:pt x="203349" y="13962"/>
                    </a:moveTo>
                    <a:cubicBezTo>
                      <a:pt x="201376" y="13962"/>
                      <a:pt x="199784" y="12369"/>
                      <a:pt x="199784" y="10397"/>
                    </a:cubicBezTo>
                    <a:lnTo>
                      <a:pt x="199784" y="6879"/>
                    </a:lnTo>
                    <a:lnTo>
                      <a:pt x="182007" y="6879"/>
                    </a:lnTo>
                    <a:cubicBezTo>
                      <a:pt x="180034" y="6879"/>
                      <a:pt x="178442" y="5287"/>
                      <a:pt x="178442" y="3314"/>
                    </a:cubicBezTo>
                    <a:cubicBezTo>
                      <a:pt x="178442" y="1342"/>
                      <a:pt x="180034" y="-250"/>
                      <a:pt x="182007" y="-250"/>
                    </a:cubicBezTo>
                    <a:lnTo>
                      <a:pt x="203397" y="-250"/>
                    </a:lnTo>
                    <a:cubicBezTo>
                      <a:pt x="205369" y="-250"/>
                      <a:pt x="206962" y="1342"/>
                      <a:pt x="206962" y="3314"/>
                    </a:cubicBezTo>
                    <a:lnTo>
                      <a:pt x="206962" y="10444"/>
                    </a:lnTo>
                    <a:cubicBezTo>
                      <a:pt x="206938" y="12393"/>
                      <a:pt x="205345" y="13962"/>
                      <a:pt x="203397" y="13962"/>
                    </a:cubicBezTo>
                    <a:close/>
                    <a:moveTo>
                      <a:pt x="153440" y="6832"/>
                    </a:moveTo>
                    <a:lnTo>
                      <a:pt x="124921" y="6832"/>
                    </a:lnTo>
                    <a:cubicBezTo>
                      <a:pt x="122948" y="6832"/>
                      <a:pt x="121356" y="5240"/>
                      <a:pt x="121356" y="3267"/>
                    </a:cubicBezTo>
                    <a:cubicBezTo>
                      <a:pt x="121356" y="1294"/>
                      <a:pt x="122948" y="-298"/>
                      <a:pt x="124921" y="-298"/>
                    </a:cubicBezTo>
                    <a:lnTo>
                      <a:pt x="153440" y="-298"/>
                    </a:lnTo>
                    <a:cubicBezTo>
                      <a:pt x="155413" y="-298"/>
                      <a:pt x="157005" y="1294"/>
                      <a:pt x="157005" y="3267"/>
                    </a:cubicBezTo>
                    <a:cubicBezTo>
                      <a:pt x="157005" y="5240"/>
                      <a:pt x="155413" y="6832"/>
                      <a:pt x="153440" y="6832"/>
                    </a:cubicBezTo>
                    <a:close/>
                    <a:moveTo>
                      <a:pt x="96402" y="6832"/>
                    </a:moveTo>
                    <a:lnTo>
                      <a:pt x="67882" y="6832"/>
                    </a:lnTo>
                    <a:cubicBezTo>
                      <a:pt x="65910" y="6832"/>
                      <a:pt x="64317" y="5240"/>
                      <a:pt x="64317" y="3267"/>
                    </a:cubicBezTo>
                    <a:cubicBezTo>
                      <a:pt x="64317" y="1294"/>
                      <a:pt x="65910" y="-298"/>
                      <a:pt x="67882" y="-298"/>
                    </a:cubicBezTo>
                    <a:lnTo>
                      <a:pt x="96402" y="-298"/>
                    </a:lnTo>
                    <a:cubicBezTo>
                      <a:pt x="98374" y="-298"/>
                      <a:pt x="99967" y="1294"/>
                      <a:pt x="99967" y="3267"/>
                    </a:cubicBezTo>
                    <a:cubicBezTo>
                      <a:pt x="99967" y="5240"/>
                      <a:pt x="98374" y="6832"/>
                      <a:pt x="96402" y="683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3" name="任意多边形: 形状 502"/>
              <p:cNvSpPr/>
              <p:nvPr/>
            </p:nvSpPr>
            <p:spPr>
              <a:xfrm>
                <a:off x="6748898" y="2132186"/>
                <a:ext cx="267366" cy="46121"/>
              </a:xfrm>
              <a:custGeom>
                <a:avLst/>
                <a:gdLst>
                  <a:gd name="connsiteX0" fmla="*/ 8508 w 99199"/>
                  <a:gd name="connsiteY0" fmla="*/ 1 h 17112"/>
                  <a:gd name="connsiteX1" fmla="*/ 90501 w 99199"/>
                  <a:gd name="connsiteY1" fmla="*/ 1 h 17112"/>
                  <a:gd name="connsiteX2" fmla="*/ 99200 w 99199"/>
                  <a:gd name="connsiteY2" fmla="*/ 8509 h 17112"/>
                  <a:gd name="connsiteX3" fmla="*/ 99200 w 99199"/>
                  <a:gd name="connsiteY3" fmla="*/ 8509 h 17112"/>
                  <a:gd name="connsiteX4" fmla="*/ 99200 w 99199"/>
                  <a:gd name="connsiteY4" fmla="*/ 8509 h 17112"/>
                  <a:gd name="connsiteX5" fmla="*/ 90596 w 99199"/>
                  <a:gd name="connsiteY5" fmla="*/ 17112 h 17112"/>
                  <a:gd name="connsiteX6" fmla="*/ 8603 w 99199"/>
                  <a:gd name="connsiteY6" fmla="*/ 17112 h 17112"/>
                  <a:gd name="connsiteX7" fmla="*/ 0 w 99199"/>
                  <a:gd name="connsiteY7" fmla="*/ 8509 h 17112"/>
                  <a:gd name="connsiteX8" fmla="*/ 0 w 99199"/>
                  <a:gd name="connsiteY8" fmla="*/ 8509 h 17112"/>
                  <a:gd name="connsiteX9" fmla="*/ 8508 w 99199"/>
                  <a:gd name="connsiteY9" fmla="*/ 1 h 17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199" h="17112">
                    <a:moveTo>
                      <a:pt x="8508" y="1"/>
                    </a:moveTo>
                    <a:lnTo>
                      <a:pt x="90501" y="1"/>
                    </a:lnTo>
                    <a:cubicBezTo>
                      <a:pt x="95254" y="-52"/>
                      <a:pt x="99152" y="3756"/>
                      <a:pt x="99200" y="8509"/>
                    </a:cubicBezTo>
                    <a:cubicBezTo>
                      <a:pt x="99200" y="8509"/>
                      <a:pt x="99200" y="8509"/>
                      <a:pt x="99200" y="8509"/>
                    </a:cubicBezTo>
                    <a:lnTo>
                      <a:pt x="99200" y="8509"/>
                    </a:lnTo>
                    <a:cubicBezTo>
                      <a:pt x="99200" y="13260"/>
                      <a:pt x="95349" y="17112"/>
                      <a:pt x="90596" y="17112"/>
                    </a:cubicBezTo>
                    <a:lnTo>
                      <a:pt x="8603" y="17112"/>
                    </a:lnTo>
                    <a:cubicBezTo>
                      <a:pt x="3850" y="17112"/>
                      <a:pt x="0" y="13260"/>
                      <a:pt x="0" y="8509"/>
                    </a:cubicBezTo>
                    <a:lnTo>
                      <a:pt x="0" y="8509"/>
                    </a:lnTo>
                    <a:cubicBezTo>
                      <a:pt x="71" y="3836"/>
                      <a:pt x="3827" y="65"/>
                      <a:pt x="8508" y="1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4" name="任意多边形: 形状 503"/>
              <p:cNvSpPr/>
              <p:nvPr/>
            </p:nvSpPr>
            <p:spPr>
              <a:xfrm>
                <a:off x="6748575" y="2211938"/>
                <a:ext cx="267431" cy="46439"/>
              </a:xfrm>
              <a:custGeom>
                <a:avLst/>
                <a:gdLst>
                  <a:gd name="connsiteX0" fmla="*/ 90260 w 99223"/>
                  <a:gd name="connsiteY0" fmla="*/ 16932 h 17230"/>
                  <a:gd name="connsiteX1" fmla="*/ 8267 w 99223"/>
                  <a:gd name="connsiteY1" fmla="*/ 16932 h 17230"/>
                  <a:gd name="connsiteX2" fmla="*/ -361 w 99223"/>
                  <a:gd name="connsiteY2" fmla="*/ 8305 h 17230"/>
                  <a:gd name="connsiteX3" fmla="*/ -361 w 99223"/>
                  <a:gd name="connsiteY3" fmla="*/ 8305 h 17230"/>
                  <a:gd name="connsiteX4" fmla="*/ 8267 w 99223"/>
                  <a:gd name="connsiteY4" fmla="*/ -298 h 17230"/>
                  <a:gd name="connsiteX5" fmla="*/ 90260 w 99223"/>
                  <a:gd name="connsiteY5" fmla="*/ -298 h 17230"/>
                  <a:gd name="connsiteX6" fmla="*/ 98862 w 99223"/>
                  <a:gd name="connsiteY6" fmla="*/ 8305 h 17230"/>
                  <a:gd name="connsiteX7" fmla="*/ 98862 w 99223"/>
                  <a:gd name="connsiteY7" fmla="*/ 8305 h 17230"/>
                  <a:gd name="connsiteX8" fmla="*/ 90260 w 99223"/>
                  <a:gd name="connsiteY8" fmla="*/ 16932 h 1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9223" h="17230">
                    <a:moveTo>
                      <a:pt x="90260" y="16932"/>
                    </a:moveTo>
                    <a:lnTo>
                      <a:pt x="8267" y="16932"/>
                    </a:lnTo>
                    <a:cubicBezTo>
                      <a:pt x="3514" y="16909"/>
                      <a:pt x="-337" y="13058"/>
                      <a:pt x="-361" y="8305"/>
                    </a:cubicBezTo>
                    <a:lnTo>
                      <a:pt x="-361" y="8305"/>
                    </a:lnTo>
                    <a:cubicBezTo>
                      <a:pt x="-337" y="3552"/>
                      <a:pt x="3514" y="-274"/>
                      <a:pt x="8267" y="-298"/>
                    </a:cubicBezTo>
                    <a:lnTo>
                      <a:pt x="90260" y="-298"/>
                    </a:lnTo>
                    <a:cubicBezTo>
                      <a:pt x="95013" y="-274"/>
                      <a:pt x="98839" y="3552"/>
                      <a:pt x="98862" y="8305"/>
                    </a:cubicBezTo>
                    <a:lnTo>
                      <a:pt x="98862" y="8305"/>
                    </a:lnTo>
                    <a:cubicBezTo>
                      <a:pt x="98862" y="13058"/>
                      <a:pt x="95013" y="16909"/>
                      <a:pt x="90260" y="16932"/>
                    </a:cubicBezTo>
                    <a:close/>
                  </a:path>
                </a:pathLst>
              </a:custGeom>
              <a:solidFill>
                <a:srgbClr val="33B8F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5" name="任意多边形: 形状 504"/>
              <p:cNvSpPr/>
              <p:nvPr/>
            </p:nvSpPr>
            <p:spPr>
              <a:xfrm>
                <a:off x="7310473" y="3279937"/>
                <a:ext cx="638891" cy="150144"/>
              </a:xfrm>
              <a:custGeom>
                <a:avLst/>
                <a:gdLst>
                  <a:gd name="connsiteX0" fmla="*/ 236682 w 237043"/>
                  <a:gd name="connsiteY0" fmla="*/ 55410 h 55707"/>
                  <a:gd name="connsiteX1" fmla="*/ 26305 w 237043"/>
                  <a:gd name="connsiteY1" fmla="*/ 55410 h 55707"/>
                  <a:gd name="connsiteX2" fmla="*/ -361 w 237043"/>
                  <a:gd name="connsiteY2" fmla="*/ 28744 h 55707"/>
                  <a:gd name="connsiteX3" fmla="*/ -361 w 237043"/>
                  <a:gd name="connsiteY3" fmla="*/ 26367 h 55707"/>
                  <a:gd name="connsiteX4" fmla="*/ 26305 w 237043"/>
                  <a:gd name="connsiteY4" fmla="*/ -298 h 55707"/>
                  <a:gd name="connsiteX5" fmla="*/ 236682 w 237043"/>
                  <a:gd name="connsiteY5" fmla="*/ -298 h 55707"/>
                  <a:gd name="connsiteX6" fmla="*/ 210016 w 237043"/>
                  <a:gd name="connsiteY6" fmla="*/ 26367 h 55707"/>
                  <a:gd name="connsiteX7" fmla="*/ 210016 w 237043"/>
                  <a:gd name="connsiteY7" fmla="*/ 28744 h 55707"/>
                  <a:gd name="connsiteX8" fmla="*/ 236682 w 237043"/>
                  <a:gd name="connsiteY8" fmla="*/ 55410 h 55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7043" h="55707">
                    <a:moveTo>
                      <a:pt x="236682" y="55410"/>
                    </a:moveTo>
                    <a:lnTo>
                      <a:pt x="26305" y="55410"/>
                    </a:lnTo>
                    <a:cubicBezTo>
                      <a:pt x="11570" y="55410"/>
                      <a:pt x="-361" y="43479"/>
                      <a:pt x="-361" y="28744"/>
                    </a:cubicBezTo>
                    <a:lnTo>
                      <a:pt x="-361" y="26367"/>
                    </a:lnTo>
                    <a:cubicBezTo>
                      <a:pt x="-361" y="11633"/>
                      <a:pt x="11570" y="-298"/>
                      <a:pt x="26305" y="-298"/>
                    </a:cubicBezTo>
                    <a:lnTo>
                      <a:pt x="236682" y="-298"/>
                    </a:lnTo>
                    <a:cubicBezTo>
                      <a:pt x="221947" y="-298"/>
                      <a:pt x="210016" y="11633"/>
                      <a:pt x="210016" y="26367"/>
                    </a:cubicBezTo>
                    <a:lnTo>
                      <a:pt x="210016" y="28744"/>
                    </a:lnTo>
                    <a:cubicBezTo>
                      <a:pt x="210016" y="43479"/>
                      <a:pt x="221947" y="55410"/>
                      <a:pt x="236682" y="55410"/>
                    </a:cubicBezTo>
                    <a:close/>
                  </a:path>
                </a:pathLst>
              </a:custGeom>
              <a:solidFill>
                <a:srgbClr val="D8E0E8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6" name="任意多边形: 形状 505"/>
              <p:cNvSpPr/>
              <p:nvPr/>
            </p:nvSpPr>
            <p:spPr>
              <a:xfrm>
                <a:off x="7779426" y="3314846"/>
                <a:ext cx="59314" cy="86089"/>
              </a:xfrm>
              <a:custGeom>
                <a:avLst/>
                <a:gdLst>
                  <a:gd name="connsiteX0" fmla="*/ 0 w 22007"/>
                  <a:gd name="connsiteY0" fmla="*/ 0 h 31941"/>
                  <a:gd name="connsiteX1" fmla="*/ 22007 w 22007"/>
                  <a:gd name="connsiteY1" fmla="*/ 0 h 31941"/>
                  <a:gd name="connsiteX2" fmla="*/ 22007 w 22007"/>
                  <a:gd name="connsiteY2" fmla="*/ 31942 h 31941"/>
                  <a:gd name="connsiteX3" fmla="*/ 0 w 22007"/>
                  <a:gd name="connsiteY3" fmla="*/ 31942 h 3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7" h="31941">
                    <a:moveTo>
                      <a:pt x="0" y="0"/>
                    </a:moveTo>
                    <a:lnTo>
                      <a:pt x="22007" y="0"/>
                    </a:lnTo>
                    <a:lnTo>
                      <a:pt x="22007" y="31942"/>
                    </a:lnTo>
                    <a:lnTo>
                      <a:pt x="0" y="31942"/>
                    </a:ln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7" name="任意多边形: 形状 506"/>
              <p:cNvSpPr/>
              <p:nvPr/>
            </p:nvSpPr>
            <p:spPr>
              <a:xfrm>
                <a:off x="6968993" y="3237789"/>
                <a:ext cx="638891" cy="192293"/>
              </a:xfrm>
              <a:custGeom>
                <a:avLst/>
                <a:gdLst>
                  <a:gd name="connsiteX0" fmla="*/ 210016 w 237043"/>
                  <a:gd name="connsiteY0" fmla="*/ 36943 h 71345"/>
                  <a:gd name="connsiteX1" fmla="*/ 210016 w 237043"/>
                  <a:gd name="connsiteY1" fmla="*/ 33782 h 71345"/>
                  <a:gd name="connsiteX2" fmla="*/ 236682 w 237043"/>
                  <a:gd name="connsiteY2" fmla="*/ -298 h 71345"/>
                  <a:gd name="connsiteX3" fmla="*/ 26305 w 237043"/>
                  <a:gd name="connsiteY3" fmla="*/ -298 h 71345"/>
                  <a:gd name="connsiteX4" fmla="*/ -361 w 237043"/>
                  <a:gd name="connsiteY4" fmla="*/ 33782 h 71345"/>
                  <a:gd name="connsiteX5" fmla="*/ -361 w 237043"/>
                  <a:gd name="connsiteY5" fmla="*/ 36943 h 71345"/>
                  <a:gd name="connsiteX6" fmla="*/ 26305 w 237043"/>
                  <a:gd name="connsiteY6" fmla="*/ 71048 h 71345"/>
                  <a:gd name="connsiteX7" fmla="*/ 236682 w 237043"/>
                  <a:gd name="connsiteY7" fmla="*/ 71048 h 71345"/>
                  <a:gd name="connsiteX8" fmla="*/ 210016 w 237043"/>
                  <a:gd name="connsiteY8" fmla="*/ 36943 h 7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7043" h="71345">
                    <a:moveTo>
                      <a:pt x="210016" y="36943"/>
                    </a:moveTo>
                    <a:lnTo>
                      <a:pt x="210016" y="33782"/>
                    </a:lnTo>
                    <a:cubicBezTo>
                      <a:pt x="210016" y="14960"/>
                      <a:pt x="221899" y="-298"/>
                      <a:pt x="236682" y="-298"/>
                    </a:cubicBezTo>
                    <a:lnTo>
                      <a:pt x="26305" y="-298"/>
                    </a:lnTo>
                    <a:cubicBezTo>
                      <a:pt x="11570" y="-298"/>
                      <a:pt x="-361" y="14960"/>
                      <a:pt x="-361" y="33782"/>
                    </a:cubicBezTo>
                    <a:lnTo>
                      <a:pt x="-361" y="36943"/>
                    </a:lnTo>
                    <a:cubicBezTo>
                      <a:pt x="-361" y="55766"/>
                      <a:pt x="11522" y="71048"/>
                      <a:pt x="26305" y="71048"/>
                    </a:cubicBezTo>
                    <a:lnTo>
                      <a:pt x="236682" y="71048"/>
                    </a:lnTo>
                    <a:cubicBezTo>
                      <a:pt x="221971" y="71048"/>
                      <a:pt x="210016" y="55766"/>
                      <a:pt x="210016" y="36943"/>
                    </a:cubicBez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8" name="任意多边形: 形状 507"/>
              <p:cNvSpPr/>
              <p:nvPr/>
            </p:nvSpPr>
            <p:spPr>
              <a:xfrm>
                <a:off x="7030744" y="3286918"/>
                <a:ext cx="253020" cy="76098"/>
              </a:xfrm>
              <a:custGeom>
                <a:avLst/>
                <a:gdLst>
                  <a:gd name="connsiteX0" fmla="*/ 91879 w 93876"/>
                  <a:gd name="connsiteY0" fmla="*/ 0 h 28234"/>
                  <a:gd name="connsiteX1" fmla="*/ 93875 w 93876"/>
                  <a:gd name="connsiteY1" fmla="*/ 0 h 28234"/>
                  <a:gd name="connsiteX2" fmla="*/ 93875 w 93876"/>
                  <a:gd name="connsiteY2" fmla="*/ 28234 h 28234"/>
                  <a:gd name="connsiteX3" fmla="*/ 91879 w 93876"/>
                  <a:gd name="connsiteY3" fmla="*/ 28234 h 28234"/>
                  <a:gd name="connsiteX4" fmla="*/ 1997 w 93876"/>
                  <a:gd name="connsiteY4" fmla="*/ 28234 h 28234"/>
                  <a:gd name="connsiteX5" fmla="*/ 1 w 93876"/>
                  <a:gd name="connsiteY5" fmla="*/ 28234 h 28234"/>
                  <a:gd name="connsiteX6" fmla="*/ 1 w 93876"/>
                  <a:gd name="connsiteY6" fmla="*/ 0 h 28234"/>
                  <a:gd name="connsiteX7" fmla="*/ 1997 w 93876"/>
                  <a:gd name="connsiteY7" fmla="*/ 0 h 28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876" h="28234">
                    <a:moveTo>
                      <a:pt x="91879" y="0"/>
                    </a:moveTo>
                    <a:cubicBezTo>
                      <a:pt x="92982" y="0"/>
                      <a:pt x="93875" y="0"/>
                      <a:pt x="93875" y="0"/>
                    </a:cubicBezTo>
                    <a:lnTo>
                      <a:pt x="93875" y="28234"/>
                    </a:lnTo>
                    <a:cubicBezTo>
                      <a:pt x="93875" y="28234"/>
                      <a:pt x="92982" y="28234"/>
                      <a:pt x="91879" y="28234"/>
                    </a:cubicBezTo>
                    <a:lnTo>
                      <a:pt x="1997" y="28234"/>
                    </a:lnTo>
                    <a:cubicBezTo>
                      <a:pt x="894" y="28234"/>
                      <a:pt x="1" y="28234"/>
                      <a:pt x="1" y="28234"/>
                    </a:cubicBezTo>
                    <a:lnTo>
                      <a:pt x="1" y="0"/>
                    </a:lnTo>
                    <a:cubicBezTo>
                      <a:pt x="1" y="0"/>
                      <a:pt x="894" y="0"/>
                      <a:pt x="1997" y="0"/>
                    </a:cubicBezTo>
                    <a:close/>
                  </a:path>
                </a:pathLst>
              </a:custGeom>
              <a:solidFill>
                <a:srgbClr val="F1F2F2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9" name="任意多边形: 形状 508"/>
              <p:cNvSpPr/>
              <p:nvPr/>
            </p:nvSpPr>
            <p:spPr>
              <a:xfrm>
                <a:off x="7559714" y="3425087"/>
                <a:ext cx="388238" cy="4482"/>
              </a:xfrm>
              <a:custGeom>
                <a:avLst/>
                <a:gdLst>
                  <a:gd name="connsiteX0" fmla="*/ 142853 w 144045"/>
                  <a:gd name="connsiteY0" fmla="*/ 1365 h 1663"/>
                  <a:gd name="connsiteX1" fmla="*/ 471 w 144045"/>
                  <a:gd name="connsiteY1" fmla="*/ 1365 h 1663"/>
                  <a:gd name="connsiteX2" fmla="*/ -361 w 144045"/>
                  <a:gd name="connsiteY2" fmla="*/ 534 h 1663"/>
                  <a:gd name="connsiteX3" fmla="*/ 471 w 144045"/>
                  <a:gd name="connsiteY3" fmla="*/ -298 h 1663"/>
                  <a:gd name="connsiteX4" fmla="*/ 142853 w 144045"/>
                  <a:gd name="connsiteY4" fmla="*/ -298 h 1663"/>
                  <a:gd name="connsiteX5" fmla="*/ 143685 w 144045"/>
                  <a:gd name="connsiteY5" fmla="*/ 534 h 1663"/>
                  <a:gd name="connsiteX6" fmla="*/ 142853 w 144045"/>
                  <a:gd name="connsiteY6" fmla="*/ 1365 h 1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045" h="1663">
                    <a:moveTo>
                      <a:pt x="142853" y="1365"/>
                    </a:moveTo>
                    <a:lnTo>
                      <a:pt x="471" y="1365"/>
                    </a:lnTo>
                    <a:cubicBezTo>
                      <a:pt x="18" y="1365"/>
                      <a:pt x="-361" y="985"/>
                      <a:pt x="-361" y="534"/>
                    </a:cubicBezTo>
                    <a:cubicBezTo>
                      <a:pt x="-361" y="82"/>
                      <a:pt x="18" y="-298"/>
                      <a:pt x="471" y="-298"/>
                    </a:cubicBezTo>
                    <a:lnTo>
                      <a:pt x="142853" y="-298"/>
                    </a:lnTo>
                    <a:cubicBezTo>
                      <a:pt x="143304" y="-298"/>
                      <a:pt x="143685" y="82"/>
                      <a:pt x="143685" y="534"/>
                    </a:cubicBezTo>
                    <a:cubicBezTo>
                      <a:pt x="143685" y="985"/>
                      <a:pt x="143304" y="1365"/>
                      <a:pt x="142853" y="1365"/>
                    </a:cubicBezTo>
                    <a:close/>
                  </a:path>
                </a:pathLst>
              </a:custGeom>
              <a:solidFill>
                <a:srgbClr val="D1494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0" name="任意多边形: 形状 509"/>
              <p:cNvSpPr/>
              <p:nvPr/>
            </p:nvSpPr>
            <p:spPr>
              <a:xfrm>
                <a:off x="7428107" y="3237164"/>
                <a:ext cx="554535" cy="54606"/>
              </a:xfrm>
              <a:custGeom>
                <a:avLst/>
                <a:gdLst>
                  <a:gd name="connsiteX0" fmla="*/ 194772 w 205745"/>
                  <a:gd name="connsiteY0" fmla="*/ 19945 h 20260"/>
                  <a:gd name="connsiteX1" fmla="*/ 10252 w 205745"/>
                  <a:gd name="connsiteY1" fmla="*/ 19945 h 20260"/>
                  <a:gd name="connsiteX2" fmla="*/ -348 w 205745"/>
                  <a:gd name="connsiteY2" fmla="*/ 10320 h 20260"/>
                  <a:gd name="connsiteX3" fmla="*/ 9277 w 205745"/>
                  <a:gd name="connsiteY3" fmla="*/ -280 h 20260"/>
                  <a:gd name="connsiteX4" fmla="*/ 10252 w 205745"/>
                  <a:gd name="connsiteY4" fmla="*/ -280 h 20260"/>
                  <a:gd name="connsiteX5" fmla="*/ 194772 w 205745"/>
                  <a:gd name="connsiteY5" fmla="*/ -280 h 20260"/>
                  <a:gd name="connsiteX6" fmla="*/ 205372 w 205745"/>
                  <a:gd name="connsiteY6" fmla="*/ 9345 h 20260"/>
                  <a:gd name="connsiteX7" fmla="*/ 195746 w 205745"/>
                  <a:gd name="connsiteY7" fmla="*/ 19945 h 20260"/>
                  <a:gd name="connsiteX8" fmla="*/ 194772 w 205745"/>
                  <a:gd name="connsiteY8" fmla="*/ 19945 h 2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745" h="20260">
                    <a:moveTo>
                      <a:pt x="194772" y="19945"/>
                    </a:moveTo>
                    <a:lnTo>
                      <a:pt x="10252" y="19945"/>
                    </a:lnTo>
                    <a:cubicBezTo>
                      <a:pt x="4667" y="20206"/>
                      <a:pt x="-87" y="15905"/>
                      <a:pt x="-348" y="10320"/>
                    </a:cubicBezTo>
                    <a:cubicBezTo>
                      <a:pt x="-633" y="4734"/>
                      <a:pt x="3692" y="-19"/>
                      <a:pt x="9277" y="-280"/>
                    </a:cubicBezTo>
                    <a:cubicBezTo>
                      <a:pt x="9610" y="-304"/>
                      <a:pt x="9919" y="-304"/>
                      <a:pt x="10252" y="-280"/>
                    </a:cubicBezTo>
                    <a:lnTo>
                      <a:pt x="194772" y="-280"/>
                    </a:lnTo>
                    <a:cubicBezTo>
                      <a:pt x="200356" y="-542"/>
                      <a:pt x="205109" y="3760"/>
                      <a:pt x="205372" y="9345"/>
                    </a:cubicBezTo>
                    <a:cubicBezTo>
                      <a:pt x="205656" y="14930"/>
                      <a:pt x="201331" y="19683"/>
                      <a:pt x="195746" y="19945"/>
                    </a:cubicBezTo>
                    <a:cubicBezTo>
                      <a:pt x="195437" y="19969"/>
                      <a:pt x="195104" y="19969"/>
                      <a:pt x="194772" y="19945"/>
                    </a:cubicBez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1" name="任意多边形: 形状 510"/>
              <p:cNvSpPr/>
              <p:nvPr/>
            </p:nvSpPr>
            <p:spPr>
              <a:xfrm>
                <a:off x="7428107" y="3373729"/>
                <a:ext cx="554535" cy="54606"/>
              </a:xfrm>
              <a:custGeom>
                <a:avLst/>
                <a:gdLst>
                  <a:gd name="connsiteX0" fmla="*/ 194772 w 205745"/>
                  <a:gd name="connsiteY0" fmla="*/ 19945 h 20260"/>
                  <a:gd name="connsiteX1" fmla="*/ 10252 w 205745"/>
                  <a:gd name="connsiteY1" fmla="*/ 19945 h 20260"/>
                  <a:gd name="connsiteX2" fmla="*/ -348 w 205745"/>
                  <a:gd name="connsiteY2" fmla="*/ 10319 h 20260"/>
                  <a:gd name="connsiteX3" fmla="*/ 9277 w 205745"/>
                  <a:gd name="connsiteY3" fmla="*/ -280 h 20260"/>
                  <a:gd name="connsiteX4" fmla="*/ 10252 w 205745"/>
                  <a:gd name="connsiteY4" fmla="*/ -280 h 20260"/>
                  <a:gd name="connsiteX5" fmla="*/ 194772 w 205745"/>
                  <a:gd name="connsiteY5" fmla="*/ -280 h 20260"/>
                  <a:gd name="connsiteX6" fmla="*/ 205372 w 205745"/>
                  <a:gd name="connsiteY6" fmla="*/ 9345 h 20260"/>
                  <a:gd name="connsiteX7" fmla="*/ 195746 w 205745"/>
                  <a:gd name="connsiteY7" fmla="*/ 19945 h 20260"/>
                  <a:gd name="connsiteX8" fmla="*/ 194772 w 205745"/>
                  <a:gd name="connsiteY8" fmla="*/ 19945 h 2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5745" h="20260">
                    <a:moveTo>
                      <a:pt x="194772" y="19945"/>
                    </a:moveTo>
                    <a:lnTo>
                      <a:pt x="10252" y="19945"/>
                    </a:lnTo>
                    <a:cubicBezTo>
                      <a:pt x="4667" y="20206"/>
                      <a:pt x="-87" y="15904"/>
                      <a:pt x="-348" y="10319"/>
                    </a:cubicBezTo>
                    <a:cubicBezTo>
                      <a:pt x="-633" y="4734"/>
                      <a:pt x="3692" y="-19"/>
                      <a:pt x="9277" y="-280"/>
                    </a:cubicBezTo>
                    <a:cubicBezTo>
                      <a:pt x="9610" y="-304"/>
                      <a:pt x="9919" y="-304"/>
                      <a:pt x="10252" y="-280"/>
                    </a:cubicBezTo>
                    <a:lnTo>
                      <a:pt x="194772" y="-280"/>
                    </a:lnTo>
                    <a:cubicBezTo>
                      <a:pt x="200356" y="-542"/>
                      <a:pt x="205109" y="3760"/>
                      <a:pt x="205372" y="9345"/>
                    </a:cubicBezTo>
                    <a:cubicBezTo>
                      <a:pt x="205656" y="14930"/>
                      <a:pt x="201331" y="19683"/>
                      <a:pt x="195746" y="19945"/>
                    </a:cubicBezTo>
                    <a:cubicBezTo>
                      <a:pt x="195437" y="19969"/>
                      <a:pt x="195104" y="19969"/>
                      <a:pt x="194772" y="19945"/>
                    </a:cubicBezTo>
                    <a:close/>
                  </a:path>
                </a:pathLst>
              </a:custGeom>
              <a:solidFill>
                <a:srgbClr val="F15A29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2" name="任意多边形: 形状 511"/>
              <p:cNvSpPr/>
              <p:nvPr/>
            </p:nvSpPr>
            <p:spPr>
              <a:xfrm>
                <a:off x="4743765" y="2397636"/>
                <a:ext cx="49323" cy="49320"/>
              </a:xfrm>
              <a:custGeom>
                <a:avLst/>
                <a:gdLst>
                  <a:gd name="connsiteX0" fmla="*/ 8789 w 18300"/>
                  <a:gd name="connsiteY0" fmla="*/ 18002 h 18299"/>
                  <a:gd name="connsiteX1" fmla="*/ 8789 w 18300"/>
                  <a:gd name="connsiteY1" fmla="*/ 18002 h 18299"/>
                  <a:gd name="connsiteX2" fmla="*/ -361 w 18300"/>
                  <a:gd name="connsiteY2" fmla="*/ 8852 h 18299"/>
                  <a:gd name="connsiteX3" fmla="*/ -361 w 18300"/>
                  <a:gd name="connsiteY3" fmla="*/ 8852 h 18299"/>
                  <a:gd name="connsiteX4" fmla="*/ 8789 w 18300"/>
                  <a:gd name="connsiteY4" fmla="*/ -298 h 18299"/>
                  <a:gd name="connsiteX5" fmla="*/ 8789 w 18300"/>
                  <a:gd name="connsiteY5" fmla="*/ -298 h 18299"/>
                  <a:gd name="connsiteX6" fmla="*/ 17939 w 18300"/>
                  <a:gd name="connsiteY6" fmla="*/ 8852 h 18299"/>
                  <a:gd name="connsiteX7" fmla="*/ 17939 w 18300"/>
                  <a:gd name="connsiteY7" fmla="*/ 8852 h 18299"/>
                  <a:gd name="connsiteX8" fmla="*/ 8789 w 18300"/>
                  <a:gd name="connsiteY8" fmla="*/ 18002 h 1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00" h="18299">
                    <a:moveTo>
                      <a:pt x="8789" y="18002"/>
                    </a:moveTo>
                    <a:lnTo>
                      <a:pt x="8789" y="18002"/>
                    </a:lnTo>
                    <a:cubicBezTo>
                      <a:pt x="3750" y="17978"/>
                      <a:pt x="-337" y="13890"/>
                      <a:pt x="-361" y="8852"/>
                    </a:cubicBezTo>
                    <a:lnTo>
                      <a:pt x="-361" y="8852"/>
                    </a:lnTo>
                    <a:cubicBezTo>
                      <a:pt x="-337" y="3813"/>
                      <a:pt x="3750" y="-274"/>
                      <a:pt x="8789" y="-298"/>
                    </a:cubicBezTo>
                    <a:lnTo>
                      <a:pt x="8789" y="-298"/>
                    </a:lnTo>
                    <a:cubicBezTo>
                      <a:pt x="13828" y="-274"/>
                      <a:pt x="17916" y="3813"/>
                      <a:pt x="17939" y="8852"/>
                    </a:cubicBezTo>
                    <a:lnTo>
                      <a:pt x="17939" y="8852"/>
                    </a:lnTo>
                    <a:cubicBezTo>
                      <a:pt x="17916" y="13890"/>
                      <a:pt x="13828" y="17978"/>
                      <a:pt x="8789" y="18002"/>
                    </a:cubicBez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3" name="任意多边形: 形状 512"/>
              <p:cNvSpPr/>
              <p:nvPr/>
            </p:nvSpPr>
            <p:spPr>
              <a:xfrm>
                <a:off x="4451799" y="1966541"/>
                <a:ext cx="261089" cy="229061"/>
              </a:xfrm>
              <a:custGeom>
                <a:avLst/>
                <a:gdLst>
                  <a:gd name="connsiteX0" fmla="*/ 96870 w 96870"/>
                  <a:gd name="connsiteY0" fmla="*/ 42494 h 84987"/>
                  <a:gd name="connsiteX1" fmla="*/ 48435 w 96870"/>
                  <a:gd name="connsiteY1" fmla="*/ 84988 h 84987"/>
                  <a:gd name="connsiteX2" fmla="*/ 0 w 96870"/>
                  <a:gd name="connsiteY2" fmla="*/ 42494 h 84987"/>
                  <a:gd name="connsiteX3" fmla="*/ 48435 w 96870"/>
                  <a:gd name="connsiteY3" fmla="*/ 0 h 84987"/>
                  <a:gd name="connsiteX4" fmla="*/ 96870 w 96870"/>
                  <a:gd name="connsiteY4" fmla="*/ 42494 h 84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870" h="84987">
                    <a:moveTo>
                      <a:pt x="96870" y="42494"/>
                    </a:moveTo>
                    <a:cubicBezTo>
                      <a:pt x="96870" y="65962"/>
                      <a:pt x="75185" y="84988"/>
                      <a:pt x="48435" y="84988"/>
                    </a:cubicBezTo>
                    <a:cubicBezTo>
                      <a:pt x="21685" y="84988"/>
                      <a:pt x="0" y="65962"/>
                      <a:pt x="0" y="42494"/>
                    </a:cubicBezTo>
                    <a:cubicBezTo>
                      <a:pt x="0" y="19025"/>
                      <a:pt x="21686" y="0"/>
                      <a:pt x="48435" y="0"/>
                    </a:cubicBezTo>
                    <a:cubicBezTo>
                      <a:pt x="75186" y="0"/>
                      <a:pt x="96870" y="19025"/>
                      <a:pt x="96870" y="42494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4" name="任意多边形: 形状 513"/>
              <p:cNvSpPr/>
              <p:nvPr/>
            </p:nvSpPr>
            <p:spPr>
              <a:xfrm>
                <a:off x="4283718" y="2024958"/>
                <a:ext cx="222016" cy="199468"/>
              </a:xfrm>
              <a:custGeom>
                <a:avLst/>
                <a:gdLst>
                  <a:gd name="connsiteX0" fmla="*/ 82373 w 82373"/>
                  <a:gd name="connsiteY0" fmla="*/ 37004 h 74007"/>
                  <a:gd name="connsiteX1" fmla="*/ 41187 w 82373"/>
                  <a:gd name="connsiteY1" fmla="*/ 74008 h 74007"/>
                  <a:gd name="connsiteX2" fmla="*/ 0 w 82373"/>
                  <a:gd name="connsiteY2" fmla="*/ 37004 h 74007"/>
                  <a:gd name="connsiteX3" fmla="*/ 41187 w 82373"/>
                  <a:gd name="connsiteY3" fmla="*/ 0 h 74007"/>
                  <a:gd name="connsiteX4" fmla="*/ 82373 w 82373"/>
                  <a:gd name="connsiteY4" fmla="*/ 37004 h 74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373" h="74007">
                    <a:moveTo>
                      <a:pt x="82373" y="37004"/>
                    </a:moveTo>
                    <a:cubicBezTo>
                      <a:pt x="82373" y="57440"/>
                      <a:pt x="63934" y="74008"/>
                      <a:pt x="41187" y="74008"/>
                    </a:cubicBezTo>
                    <a:cubicBezTo>
                      <a:pt x="18440" y="74008"/>
                      <a:pt x="0" y="57440"/>
                      <a:pt x="0" y="37004"/>
                    </a:cubicBezTo>
                    <a:cubicBezTo>
                      <a:pt x="0" y="16567"/>
                      <a:pt x="18439" y="0"/>
                      <a:pt x="41187" y="0"/>
                    </a:cubicBezTo>
                    <a:cubicBezTo>
                      <a:pt x="63933" y="0"/>
                      <a:pt x="82373" y="16567"/>
                      <a:pt x="82373" y="37004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5" name="任意多边形: 形状 514"/>
              <p:cNvSpPr/>
              <p:nvPr/>
            </p:nvSpPr>
            <p:spPr>
              <a:xfrm>
                <a:off x="4071311" y="2094908"/>
                <a:ext cx="385356" cy="402781"/>
              </a:xfrm>
              <a:custGeom>
                <a:avLst/>
                <a:gdLst>
                  <a:gd name="connsiteX0" fmla="*/ 142977 w 142976"/>
                  <a:gd name="connsiteY0" fmla="*/ 74721 h 149441"/>
                  <a:gd name="connsiteX1" fmla="*/ 71488 w 142976"/>
                  <a:gd name="connsiteY1" fmla="*/ 149441 h 149441"/>
                  <a:gd name="connsiteX2" fmla="*/ -1 w 142976"/>
                  <a:gd name="connsiteY2" fmla="*/ 74721 h 149441"/>
                  <a:gd name="connsiteX3" fmla="*/ 71488 w 142976"/>
                  <a:gd name="connsiteY3" fmla="*/ 0 h 149441"/>
                  <a:gd name="connsiteX4" fmla="*/ 142977 w 142976"/>
                  <a:gd name="connsiteY4" fmla="*/ 74721 h 1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976" h="149441">
                    <a:moveTo>
                      <a:pt x="142977" y="74721"/>
                    </a:moveTo>
                    <a:cubicBezTo>
                      <a:pt x="142977" y="115988"/>
                      <a:pt x="110970" y="149441"/>
                      <a:pt x="71488" y="149441"/>
                    </a:cubicBezTo>
                    <a:cubicBezTo>
                      <a:pt x="32006" y="149441"/>
                      <a:pt x="-1" y="115988"/>
                      <a:pt x="-1" y="74721"/>
                    </a:cubicBezTo>
                    <a:cubicBezTo>
                      <a:pt x="-1" y="33453"/>
                      <a:pt x="32006" y="0"/>
                      <a:pt x="71488" y="0"/>
                    </a:cubicBezTo>
                    <a:cubicBezTo>
                      <a:pt x="110970" y="0"/>
                      <a:pt x="142977" y="33453"/>
                      <a:pt x="142977" y="74721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6" name="任意多边形: 形状 515"/>
              <p:cNvSpPr/>
              <p:nvPr/>
            </p:nvSpPr>
            <p:spPr>
              <a:xfrm rot="16996800">
                <a:off x="4490784" y="2201402"/>
                <a:ext cx="160907" cy="160907"/>
              </a:xfrm>
              <a:custGeom>
                <a:avLst/>
                <a:gdLst>
                  <a:gd name="connsiteX0" fmla="*/ 59339 w 59700"/>
                  <a:gd name="connsiteY0" fmla="*/ 29552 h 59700"/>
                  <a:gd name="connsiteX1" fmla="*/ 29488 w 59700"/>
                  <a:gd name="connsiteY1" fmla="*/ 59403 h 59700"/>
                  <a:gd name="connsiteX2" fmla="*/ -362 w 59700"/>
                  <a:gd name="connsiteY2" fmla="*/ 29552 h 59700"/>
                  <a:gd name="connsiteX3" fmla="*/ 29488 w 59700"/>
                  <a:gd name="connsiteY3" fmla="*/ -298 h 59700"/>
                  <a:gd name="connsiteX4" fmla="*/ 59339 w 59700"/>
                  <a:gd name="connsiteY4" fmla="*/ 29552 h 59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700" h="59700">
                    <a:moveTo>
                      <a:pt x="59339" y="29552"/>
                    </a:moveTo>
                    <a:cubicBezTo>
                      <a:pt x="59339" y="46038"/>
                      <a:pt x="45974" y="59403"/>
                      <a:pt x="29488" y="59403"/>
                    </a:cubicBezTo>
                    <a:cubicBezTo>
                      <a:pt x="13002" y="59403"/>
                      <a:pt x="-362" y="46038"/>
                      <a:pt x="-362" y="29552"/>
                    </a:cubicBezTo>
                    <a:cubicBezTo>
                      <a:pt x="-362" y="13066"/>
                      <a:pt x="13002" y="-298"/>
                      <a:pt x="29488" y="-298"/>
                    </a:cubicBezTo>
                    <a:cubicBezTo>
                      <a:pt x="45974" y="-298"/>
                      <a:pt x="59339" y="13066"/>
                      <a:pt x="59339" y="2955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7" name="任意多边形: 形状 516"/>
              <p:cNvSpPr/>
              <p:nvPr/>
            </p:nvSpPr>
            <p:spPr>
              <a:xfrm>
                <a:off x="4718721" y="2343507"/>
                <a:ext cx="28758" cy="39456"/>
              </a:xfrm>
              <a:custGeom>
                <a:avLst/>
                <a:gdLst>
                  <a:gd name="connsiteX0" fmla="*/ 10309 w 10670"/>
                  <a:gd name="connsiteY0" fmla="*/ 7022 h 14639"/>
                  <a:gd name="connsiteX1" fmla="*/ 4962 w 10670"/>
                  <a:gd name="connsiteY1" fmla="*/ 14342 h 14639"/>
                  <a:gd name="connsiteX2" fmla="*/ -361 w 10670"/>
                  <a:gd name="connsiteY2" fmla="*/ 7022 h 14639"/>
                  <a:gd name="connsiteX3" fmla="*/ 4962 w 10670"/>
                  <a:gd name="connsiteY3" fmla="*/ -298 h 14639"/>
                  <a:gd name="connsiteX4" fmla="*/ 10309 w 10670"/>
                  <a:gd name="connsiteY4" fmla="*/ 7022 h 1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0" h="14639">
                    <a:moveTo>
                      <a:pt x="10309" y="7022"/>
                    </a:moveTo>
                    <a:cubicBezTo>
                      <a:pt x="10309" y="11062"/>
                      <a:pt x="7933" y="14342"/>
                      <a:pt x="4962" y="14342"/>
                    </a:cubicBezTo>
                    <a:cubicBezTo>
                      <a:pt x="1991" y="14342"/>
                      <a:pt x="-361" y="11062"/>
                      <a:pt x="-361" y="7022"/>
                    </a:cubicBezTo>
                    <a:cubicBezTo>
                      <a:pt x="-361" y="2982"/>
                      <a:pt x="2016" y="-298"/>
                      <a:pt x="4962" y="-298"/>
                    </a:cubicBezTo>
                    <a:cubicBezTo>
                      <a:pt x="7910" y="-298"/>
                      <a:pt x="10309" y="2982"/>
                      <a:pt x="10309" y="7022"/>
                    </a:cubicBezTo>
                    <a:close/>
                  </a:path>
                </a:pathLst>
              </a:custGeom>
              <a:solidFill>
                <a:srgbClr val="231F20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8" name="任意多边形: 形状 517"/>
              <p:cNvSpPr/>
              <p:nvPr/>
            </p:nvSpPr>
            <p:spPr>
              <a:xfrm>
                <a:off x="4709266" y="2480526"/>
                <a:ext cx="57757" cy="43943"/>
              </a:xfrm>
              <a:custGeom>
                <a:avLst/>
                <a:gdLst>
                  <a:gd name="connsiteX0" fmla="*/ 17359 w 21429"/>
                  <a:gd name="connsiteY0" fmla="*/ 15980 h 16304"/>
                  <a:gd name="connsiteX1" fmla="*/ 17050 w 21429"/>
                  <a:gd name="connsiteY1" fmla="*/ 15980 h 16304"/>
                  <a:gd name="connsiteX2" fmla="*/ -133 w 21429"/>
                  <a:gd name="connsiteY2" fmla="*/ 4525 h 16304"/>
                  <a:gd name="connsiteX3" fmla="*/ 1934 w 21429"/>
                  <a:gd name="connsiteY3" fmla="*/ -62 h 16304"/>
                  <a:gd name="connsiteX4" fmla="*/ 6426 w 21429"/>
                  <a:gd name="connsiteY4" fmla="*/ 1744 h 16304"/>
                  <a:gd name="connsiteX5" fmla="*/ 17644 w 21429"/>
                  <a:gd name="connsiteY5" fmla="*/ 8874 h 16304"/>
                  <a:gd name="connsiteX6" fmla="*/ 21066 w 21429"/>
                  <a:gd name="connsiteY6" fmla="*/ 12582 h 16304"/>
                  <a:gd name="connsiteX7" fmla="*/ 17359 w 21429"/>
                  <a:gd name="connsiteY7" fmla="*/ 16004 h 16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29" h="16304">
                    <a:moveTo>
                      <a:pt x="17359" y="15980"/>
                    </a:moveTo>
                    <a:lnTo>
                      <a:pt x="17050" y="15980"/>
                    </a:lnTo>
                    <a:cubicBezTo>
                      <a:pt x="6497" y="15125"/>
                      <a:pt x="1886" y="9278"/>
                      <a:pt x="-133" y="4525"/>
                    </a:cubicBezTo>
                    <a:cubicBezTo>
                      <a:pt x="-822" y="2695"/>
                      <a:pt x="104" y="627"/>
                      <a:pt x="1934" y="-62"/>
                    </a:cubicBezTo>
                    <a:cubicBezTo>
                      <a:pt x="3669" y="-727"/>
                      <a:pt x="5641" y="57"/>
                      <a:pt x="6426" y="1744"/>
                    </a:cubicBezTo>
                    <a:cubicBezTo>
                      <a:pt x="8279" y="6141"/>
                      <a:pt x="11844" y="8423"/>
                      <a:pt x="17644" y="8874"/>
                    </a:cubicBezTo>
                    <a:cubicBezTo>
                      <a:pt x="19616" y="8945"/>
                      <a:pt x="21137" y="10609"/>
                      <a:pt x="21066" y="12582"/>
                    </a:cubicBezTo>
                    <a:cubicBezTo>
                      <a:pt x="20994" y="14554"/>
                      <a:pt x="19331" y="16075"/>
                      <a:pt x="17359" y="16004"/>
                    </a:cubicBezTo>
                    <a:close/>
                  </a:path>
                </a:pathLst>
              </a:custGeom>
              <a:solidFill>
                <a:srgbClr val="36160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9" name="任意多边形: 形状 518"/>
              <p:cNvSpPr/>
              <p:nvPr/>
            </p:nvSpPr>
            <p:spPr>
              <a:xfrm rot="16753201">
                <a:off x="4522755" y="2336769"/>
                <a:ext cx="119141" cy="119141"/>
              </a:xfrm>
              <a:custGeom>
                <a:avLst/>
                <a:gdLst>
                  <a:gd name="connsiteX0" fmla="*/ 43844 w 44204"/>
                  <a:gd name="connsiteY0" fmla="*/ 21804 h 44204"/>
                  <a:gd name="connsiteX1" fmla="*/ 21742 w 44204"/>
                  <a:gd name="connsiteY1" fmla="*/ 43907 h 44204"/>
                  <a:gd name="connsiteX2" fmla="*/ -361 w 44204"/>
                  <a:gd name="connsiteY2" fmla="*/ 21804 h 44204"/>
                  <a:gd name="connsiteX3" fmla="*/ 21742 w 44204"/>
                  <a:gd name="connsiteY3" fmla="*/ -298 h 44204"/>
                  <a:gd name="connsiteX4" fmla="*/ 43844 w 44204"/>
                  <a:gd name="connsiteY4" fmla="*/ 21804 h 4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204" h="44204">
                    <a:moveTo>
                      <a:pt x="43844" y="21804"/>
                    </a:moveTo>
                    <a:cubicBezTo>
                      <a:pt x="43844" y="34011"/>
                      <a:pt x="33949" y="43907"/>
                      <a:pt x="21742" y="43907"/>
                    </a:cubicBezTo>
                    <a:cubicBezTo>
                      <a:pt x="9535" y="43907"/>
                      <a:pt x="-361" y="34012"/>
                      <a:pt x="-361" y="21804"/>
                    </a:cubicBezTo>
                    <a:cubicBezTo>
                      <a:pt x="-361" y="9598"/>
                      <a:pt x="9535" y="-298"/>
                      <a:pt x="21742" y="-298"/>
                    </a:cubicBezTo>
                    <a:cubicBezTo>
                      <a:pt x="33949" y="-298"/>
                      <a:pt x="43844" y="9597"/>
                      <a:pt x="43844" y="21804"/>
                    </a:cubicBez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0" name="任意多边形: 形状 519"/>
              <p:cNvSpPr/>
              <p:nvPr/>
            </p:nvSpPr>
            <p:spPr>
              <a:xfrm>
                <a:off x="4554618" y="2353345"/>
                <a:ext cx="49024" cy="78559"/>
              </a:xfrm>
              <a:custGeom>
                <a:avLst/>
                <a:gdLst>
                  <a:gd name="connsiteX0" fmla="*/ 3699 w 18189"/>
                  <a:gd name="connsiteY0" fmla="*/ 28850 h 29147"/>
                  <a:gd name="connsiteX1" fmla="*/ 207 w 18189"/>
                  <a:gd name="connsiteY1" fmla="*/ 25998 h 29147"/>
                  <a:gd name="connsiteX2" fmla="*/ 12279 w 18189"/>
                  <a:gd name="connsiteY2" fmla="*/ 306 h 29147"/>
                  <a:gd name="connsiteX3" fmla="*/ 17222 w 18189"/>
                  <a:gd name="connsiteY3" fmla="*/ 1281 h 29147"/>
                  <a:gd name="connsiteX4" fmla="*/ 16272 w 18189"/>
                  <a:gd name="connsiteY4" fmla="*/ 6224 h 29147"/>
                  <a:gd name="connsiteX5" fmla="*/ 15891 w 18189"/>
                  <a:gd name="connsiteY5" fmla="*/ 6438 h 29147"/>
                  <a:gd name="connsiteX6" fmla="*/ 7194 w 18189"/>
                  <a:gd name="connsiteY6" fmla="*/ 24595 h 29147"/>
                  <a:gd name="connsiteX7" fmla="*/ 4436 w 18189"/>
                  <a:gd name="connsiteY7" fmla="*/ 28778 h 29147"/>
                  <a:gd name="connsiteX8" fmla="*/ 4412 w 18189"/>
                  <a:gd name="connsiteY8" fmla="*/ 28778 h 2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189" h="29147">
                    <a:moveTo>
                      <a:pt x="3699" y="28850"/>
                    </a:moveTo>
                    <a:cubicBezTo>
                      <a:pt x="2012" y="28850"/>
                      <a:pt x="538" y="27661"/>
                      <a:pt x="207" y="25998"/>
                    </a:cubicBezTo>
                    <a:cubicBezTo>
                      <a:pt x="-1981" y="15089"/>
                      <a:pt x="2178" y="6200"/>
                      <a:pt x="12279" y="306"/>
                    </a:cubicBezTo>
                    <a:cubicBezTo>
                      <a:pt x="13918" y="-787"/>
                      <a:pt x="16129" y="-359"/>
                      <a:pt x="17222" y="1281"/>
                    </a:cubicBezTo>
                    <a:cubicBezTo>
                      <a:pt x="18315" y="2897"/>
                      <a:pt x="17888" y="5107"/>
                      <a:pt x="16272" y="6224"/>
                    </a:cubicBezTo>
                    <a:cubicBezTo>
                      <a:pt x="16153" y="6296"/>
                      <a:pt x="16011" y="6367"/>
                      <a:pt x="15891" y="6438"/>
                    </a:cubicBezTo>
                    <a:cubicBezTo>
                      <a:pt x="8358" y="10859"/>
                      <a:pt x="5600" y="16634"/>
                      <a:pt x="7194" y="24595"/>
                    </a:cubicBezTo>
                    <a:cubicBezTo>
                      <a:pt x="7597" y="26521"/>
                      <a:pt x="6362" y="28374"/>
                      <a:pt x="4436" y="28778"/>
                    </a:cubicBezTo>
                    <a:cubicBezTo>
                      <a:pt x="4436" y="28778"/>
                      <a:pt x="4412" y="28778"/>
                      <a:pt x="4412" y="28778"/>
                    </a:cubicBezTo>
                    <a:close/>
                  </a:path>
                </a:pathLst>
              </a:custGeom>
              <a:solidFill>
                <a:srgbClr val="36160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1" name="任意多边形: 形状 520"/>
              <p:cNvSpPr/>
              <p:nvPr/>
            </p:nvSpPr>
            <p:spPr>
              <a:xfrm>
                <a:off x="4168162" y="2170429"/>
                <a:ext cx="102487" cy="65274"/>
              </a:xfrm>
              <a:custGeom>
                <a:avLst/>
                <a:gdLst>
                  <a:gd name="connsiteX0" fmla="*/ 34029 w 38025"/>
                  <a:gd name="connsiteY0" fmla="*/ 23920 h 24218"/>
                  <a:gd name="connsiteX1" fmla="*/ 30464 w 38025"/>
                  <a:gd name="connsiteY1" fmla="*/ 20355 h 24218"/>
                  <a:gd name="connsiteX2" fmla="*/ 19959 w 38025"/>
                  <a:gd name="connsiteY2" fmla="*/ 7236 h 24218"/>
                  <a:gd name="connsiteX3" fmla="*/ 6840 w 38025"/>
                  <a:gd name="connsiteY3" fmla="*/ 17765 h 24218"/>
                  <a:gd name="connsiteX4" fmla="*/ 6840 w 38025"/>
                  <a:gd name="connsiteY4" fmla="*/ 20355 h 24218"/>
                  <a:gd name="connsiteX5" fmla="*/ 3275 w 38025"/>
                  <a:gd name="connsiteY5" fmla="*/ 23920 h 24218"/>
                  <a:gd name="connsiteX6" fmla="*/ -290 w 38025"/>
                  <a:gd name="connsiteY6" fmla="*/ 20355 h 24218"/>
                  <a:gd name="connsiteX7" fmla="*/ 17012 w 38025"/>
                  <a:gd name="connsiteY7" fmla="*/ -226 h 24218"/>
                  <a:gd name="connsiteX8" fmla="*/ 37593 w 38025"/>
                  <a:gd name="connsiteY8" fmla="*/ 17076 h 24218"/>
                  <a:gd name="connsiteX9" fmla="*/ 37593 w 38025"/>
                  <a:gd name="connsiteY9" fmla="*/ 20355 h 24218"/>
                  <a:gd name="connsiteX10" fmla="*/ 34029 w 38025"/>
                  <a:gd name="connsiteY10" fmla="*/ 23920 h 2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025" h="24218">
                    <a:moveTo>
                      <a:pt x="34029" y="23920"/>
                    </a:moveTo>
                    <a:cubicBezTo>
                      <a:pt x="32056" y="23920"/>
                      <a:pt x="30464" y="22328"/>
                      <a:pt x="30464" y="20355"/>
                    </a:cubicBezTo>
                    <a:cubicBezTo>
                      <a:pt x="31177" y="13843"/>
                      <a:pt x="26471" y="7973"/>
                      <a:pt x="19959" y="7236"/>
                    </a:cubicBezTo>
                    <a:cubicBezTo>
                      <a:pt x="13424" y="6524"/>
                      <a:pt x="7553" y="11229"/>
                      <a:pt x="6840" y="17765"/>
                    </a:cubicBezTo>
                    <a:cubicBezTo>
                      <a:pt x="6745" y="18620"/>
                      <a:pt x="6745" y="19500"/>
                      <a:pt x="6840" y="20355"/>
                    </a:cubicBezTo>
                    <a:cubicBezTo>
                      <a:pt x="6840" y="22328"/>
                      <a:pt x="5248" y="23920"/>
                      <a:pt x="3275" y="23920"/>
                    </a:cubicBezTo>
                    <a:cubicBezTo>
                      <a:pt x="1303" y="23920"/>
                      <a:pt x="-290" y="22328"/>
                      <a:pt x="-290" y="20355"/>
                    </a:cubicBezTo>
                    <a:cubicBezTo>
                      <a:pt x="-1192" y="9898"/>
                      <a:pt x="6555" y="677"/>
                      <a:pt x="17012" y="-226"/>
                    </a:cubicBezTo>
                    <a:cubicBezTo>
                      <a:pt x="27469" y="-1129"/>
                      <a:pt x="36691" y="6595"/>
                      <a:pt x="37593" y="17076"/>
                    </a:cubicBezTo>
                    <a:cubicBezTo>
                      <a:pt x="37689" y="18169"/>
                      <a:pt x="37689" y="19262"/>
                      <a:pt x="37593" y="20355"/>
                    </a:cubicBezTo>
                    <a:cubicBezTo>
                      <a:pt x="37593" y="22328"/>
                      <a:pt x="36001" y="23920"/>
                      <a:pt x="34029" y="2392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2" name="任意多边形: 形状 521"/>
              <p:cNvSpPr/>
              <p:nvPr/>
            </p:nvSpPr>
            <p:spPr>
              <a:xfrm>
                <a:off x="4098215" y="2310199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7273 w 37882"/>
                  <a:gd name="connsiteY2" fmla="*/ 6571 h 20938"/>
                  <a:gd name="connsiteX3" fmla="*/ 6769 w 37882"/>
                  <a:gd name="connsiteY3" fmla="*/ 17075 h 20938"/>
                  <a:gd name="connsiteX4" fmla="*/ 3204 w 37882"/>
                  <a:gd name="connsiteY4" fmla="*/ 20640 h 20938"/>
                  <a:gd name="connsiteX5" fmla="*/ -361 w 37882"/>
                  <a:gd name="connsiteY5" fmla="*/ 17075 h 20938"/>
                  <a:gd name="connsiteX6" fmla="*/ 20220 w 37882"/>
                  <a:gd name="connsiteY6" fmla="*/ -226 h 20938"/>
                  <a:gd name="connsiteX7" fmla="*/ 37522 w 37882"/>
                  <a:gd name="connsiteY7" fmla="*/ 17075 h 20938"/>
                  <a:gd name="connsiteX8" fmla="*/ 33957 w 37882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5" y="20640"/>
                      <a:pt x="30392" y="19048"/>
                      <a:pt x="30392" y="17075"/>
                    </a:cubicBezTo>
                    <a:cubicBezTo>
                      <a:pt x="29679" y="10563"/>
                      <a:pt x="23809" y="5834"/>
                      <a:pt x="17273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3" name="任意多边形: 形状 522"/>
              <p:cNvSpPr/>
              <p:nvPr/>
            </p:nvSpPr>
            <p:spPr>
              <a:xfrm>
                <a:off x="4240610" y="2279387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7273 w 37882"/>
                  <a:gd name="connsiteY2" fmla="*/ 6571 h 20938"/>
                  <a:gd name="connsiteX3" fmla="*/ 6769 w 37882"/>
                  <a:gd name="connsiteY3" fmla="*/ 17075 h 20938"/>
                  <a:gd name="connsiteX4" fmla="*/ 3204 w 37882"/>
                  <a:gd name="connsiteY4" fmla="*/ 20640 h 20938"/>
                  <a:gd name="connsiteX5" fmla="*/ -361 w 37882"/>
                  <a:gd name="connsiteY5" fmla="*/ 17075 h 20938"/>
                  <a:gd name="connsiteX6" fmla="*/ 20220 w 37882"/>
                  <a:gd name="connsiteY6" fmla="*/ -226 h 20938"/>
                  <a:gd name="connsiteX7" fmla="*/ 37522 w 37882"/>
                  <a:gd name="connsiteY7" fmla="*/ 17075 h 20938"/>
                  <a:gd name="connsiteX8" fmla="*/ 33957 w 37882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5" y="20640"/>
                      <a:pt x="30392" y="19048"/>
                      <a:pt x="30392" y="17075"/>
                    </a:cubicBezTo>
                    <a:cubicBezTo>
                      <a:pt x="29680" y="10563"/>
                      <a:pt x="23809" y="5834"/>
                      <a:pt x="17273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4" name="任意多边形: 形状 523"/>
              <p:cNvSpPr/>
              <p:nvPr/>
            </p:nvSpPr>
            <p:spPr>
              <a:xfrm>
                <a:off x="4212712" y="2381257"/>
                <a:ext cx="102503" cy="65635"/>
              </a:xfrm>
              <a:custGeom>
                <a:avLst/>
                <a:gdLst>
                  <a:gd name="connsiteX0" fmla="*/ 34017 w 38031"/>
                  <a:gd name="connsiteY0" fmla="*/ 24054 h 24352"/>
                  <a:gd name="connsiteX1" fmla="*/ 30452 w 38031"/>
                  <a:gd name="connsiteY1" fmla="*/ 20489 h 24352"/>
                  <a:gd name="connsiteX2" fmla="*/ 20066 w 38031"/>
                  <a:gd name="connsiteY2" fmla="*/ 7275 h 24352"/>
                  <a:gd name="connsiteX3" fmla="*/ 6852 w 38031"/>
                  <a:gd name="connsiteY3" fmla="*/ 17685 h 24352"/>
                  <a:gd name="connsiteX4" fmla="*/ 6852 w 38031"/>
                  <a:gd name="connsiteY4" fmla="*/ 20489 h 24352"/>
                  <a:gd name="connsiteX5" fmla="*/ 3287 w 38031"/>
                  <a:gd name="connsiteY5" fmla="*/ 24054 h 24352"/>
                  <a:gd name="connsiteX6" fmla="*/ -278 w 38031"/>
                  <a:gd name="connsiteY6" fmla="*/ 20489 h 24352"/>
                  <a:gd name="connsiteX7" fmla="*/ 16881 w 38031"/>
                  <a:gd name="connsiteY7" fmla="*/ -211 h 24352"/>
                  <a:gd name="connsiteX8" fmla="*/ 37582 w 38031"/>
                  <a:gd name="connsiteY8" fmla="*/ 16924 h 24352"/>
                  <a:gd name="connsiteX9" fmla="*/ 37582 w 38031"/>
                  <a:gd name="connsiteY9" fmla="*/ 20489 h 24352"/>
                  <a:gd name="connsiteX10" fmla="*/ 34017 w 38031"/>
                  <a:gd name="connsiteY10" fmla="*/ 24054 h 2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031" h="24352">
                    <a:moveTo>
                      <a:pt x="34017" y="24054"/>
                    </a:moveTo>
                    <a:cubicBezTo>
                      <a:pt x="32044" y="24054"/>
                      <a:pt x="30452" y="22462"/>
                      <a:pt x="30452" y="20489"/>
                    </a:cubicBezTo>
                    <a:cubicBezTo>
                      <a:pt x="31236" y="13977"/>
                      <a:pt x="26578" y="8060"/>
                      <a:pt x="20066" y="7275"/>
                    </a:cubicBezTo>
                    <a:cubicBezTo>
                      <a:pt x="13531" y="6515"/>
                      <a:pt x="7637" y="11173"/>
                      <a:pt x="6852" y="17685"/>
                    </a:cubicBezTo>
                    <a:cubicBezTo>
                      <a:pt x="6734" y="18612"/>
                      <a:pt x="6734" y="19562"/>
                      <a:pt x="6852" y="20489"/>
                    </a:cubicBezTo>
                    <a:cubicBezTo>
                      <a:pt x="6852" y="22462"/>
                      <a:pt x="5260" y="24054"/>
                      <a:pt x="3287" y="24054"/>
                    </a:cubicBezTo>
                    <a:cubicBezTo>
                      <a:pt x="1315" y="24054"/>
                      <a:pt x="-278" y="22462"/>
                      <a:pt x="-278" y="20489"/>
                    </a:cubicBezTo>
                    <a:cubicBezTo>
                      <a:pt x="-1252" y="10032"/>
                      <a:pt x="6425" y="764"/>
                      <a:pt x="16881" y="-211"/>
                    </a:cubicBezTo>
                    <a:cubicBezTo>
                      <a:pt x="27339" y="-1209"/>
                      <a:pt x="36607" y="6491"/>
                      <a:pt x="37582" y="16924"/>
                    </a:cubicBezTo>
                    <a:cubicBezTo>
                      <a:pt x="37700" y="18113"/>
                      <a:pt x="37700" y="19301"/>
                      <a:pt x="37582" y="20489"/>
                    </a:cubicBezTo>
                    <a:cubicBezTo>
                      <a:pt x="37582" y="22462"/>
                      <a:pt x="35989" y="24054"/>
                      <a:pt x="34017" y="24054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5" name="任意多边形: 形状 524"/>
              <p:cNvSpPr/>
              <p:nvPr/>
            </p:nvSpPr>
            <p:spPr>
              <a:xfrm>
                <a:off x="4260275" y="2098430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7273 w 37882"/>
                  <a:gd name="connsiteY2" fmla="*/ 6571 h 20938"/>
                  <a:gd name="connsiteX3" fmla="*/ 6769 w 37882"/>
                  <a:gd name="connsiteY3" fmla="*/ 17075 h 20938"/>
                  <a:gd name="connsiteX4" fmla="*/ 3204 w 37882"/>
                  <a:gd name="connsiteY4" fmla="*/ 20640 h 20938"/>
                  <a:gd name="connsiteX5" fmla="*/ -361 w 37882"/>
                  <a:gd name="connsiteY5" fmla="*/ 17075 h 20938"/>
                  <a:gd name="connsiteX6" fmla="*/ 20220 w 37882"/>
                  <a:gd name="connsiteY6" fmla="*/ -226 h 20938"/>
                  <a:gd name="connsiteX7" fmla="*/ 37522 w 37882"/>
                  <a:gd name="connsiteY7" fmla="*/ 17075 h 20938"/>
                  <a:gd name="connsiteX8" fmla="*/ 33957 w 37882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4" y="20640"/>
                      <a:pt x="30392" y="19048"/>
                      <a:pt x="30392" y="17075"/>
                    </a:cubicBezTo>
                    <a:cubicBezTo>
                      <a:pt x="29679" y="10563"/>
                      <a:pt x="23809" y="5834"/>
                      <a:pt x="17273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6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6" name="任意多边形: 形状 525"/>
              <p:cNvSpPr/>
              <p:nvPr/>
            </p:nvSpPr>
            <p:spPr>
              <a:xfrm>
                <a:off x="4342971" y="2184905"/>
                <a:ext cx="102487" cy="65274"/>
              </a:xfrm>
              <a:custGeom>
                <a:avLst/>
                <a:gdLst>
                  <a:gd name="connsiteX0" fmla="*/ 34029 w 38025"/>
                  <a:gd name="connsiteY0" fmla="*/ 23920 h 24218"/>
                  <a:gd name="connsiteX1" fmla="*/ 30464 w 38025"/>
                  <a:gd name="connsiteY1" fmla="*/ 20355 h 24218"/>
                  <a:gd name="connsiteX2" fmla="*/ 19959 w 38025"/>
                  <a:gd name="connsiteY2" fmla="*/ 7236 h 24218"/>
                  <a:gd name="connsiteX3" fmla="*/ 6840 w 38025"/>
                  <a:gd name="connsiteY3" fmla="*/ 17765 h 24218"/>
                  <a:gd name="connsiteX4" fmla="*/ 6840 w 38025"/>
                  <a:gd name="connsiteY4" fmla="*/ 20355 h 24218"/>
                  <a:gd name="connsiteX5" fmla="*/ 3275 w 38025"/>
                  <a:gd name="connsiteY5" fmla="*/ 23920 h 24218"/>
                  <a:gd name="connsiteX6" fmla="*/ -290 w 38025"/>
                  <a:gd name="connsiteY6" fmla="*/ 20355 h 24218"/>
                  <a:gd name="connsiteX7" fmla="*/ 17012 w 38025"/>
                  <a:gd name="connsiteY7" fmla="*/ -226 h 24218"/>
                  <a:gd name="connsiteX8" fmla="*/ 37593 w 38025"/>
                  <a:gd name="connsiteY8" fmla="*/ 17076 h 24218"/>
                  <a:gd name="connsiteX9" fmla="*/ 37593 w 38025"/>
                  <a:gd name="connsiteY9" fmla="*/ 20355 h 24218"/>
                  <a:gd name="connsiteX10" fmla="*/ 34029 w 38025"/>
                  <a:gd name="connsiteY10" fmla="*/ 23920 h 2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025" h="24218">
                    <a:moveTo>
                      <a:pt x="34029" y="23920"/>
                    </a:moveTo>
                    <a:cubicBezTo>
                      <a:pt x="32056" y="23920"/>
                      <a:pt x="30464" y="22328"/>
                      <a:pt x="30464" y="20355"/>
                    </a:cubicBezTo>
                    <a:cubicBezTo>
                      <a:pt x="31177" y="13843"/>
                      <a:pt x="26471" y="7973"/>
                      <a:pt x="19959" y="7236"/>
                    </a:cubicBezTo>
                    <a:cubicBezTo>
                      <a:pt x="13424" y="6524"/>
                      <a:pt x="7553" y="11229"/>
                      <a:pt x="6840" y="17765"/>
                    </a:cubicBezTo>
                    <a:cubicBezTo>
                      <a:pt x="6745" y="18620"/>
                      <a:pt x="6745" y="19500"/>
                      <a:pt x="6840" y="20355"/>
                    </a:cubicBezTo>
                    <a:cubicBezTo>
                      <a:pt x="6840" y="22328"/>
                      <a:pt x="5248" y="23920"/>
                      <a:pt x="3275" y="23920"/>
                    </a:cubicBezTo>
                    <a:cubicBezTo>
                      <a:pt x="1303" y="23920"/>
                      <a:pt x="-290" y="22328"/>
                      <a:pt x="-290" y="20355"/>
                    </a:cubicBezTo>
                    <a:cubicBezTo>
                      <a:pt x="-1192" y="9898"/>
                      <a:pt x="6555" y="677"/>
                      <a:pt x="17012" y="-226"/>
                    </a:cubicBezTo>
                    <a:cubicBezTo>
                      <a:pt x="27469" y="-1129"/>
                      <a:pt x="36691" y="6595"/>
                      <a:pt x="37593" y="17076"/>
                    </a:cubicBezTo>
                    <a:cubicBezTo>
                      <a:pt x="37689" y="18169"/>
                      <a:pt x="37689" y="19262"/>
                      <a:pt x="37593" y="20355"/>
                    </a:cubicBezTo>
                    <a:cubicBezTo>
                      <a:pt x="37593" y="22328"/>
                      <a:pt x="36001" y="23920"/>
                      <a:pt x="34029" y="2392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7" name="任意多边形: 形状 526"/>
              <p:cNvSpPr/>
              <p:nvPr/>
            </p:nvSpPr>
            <p:spPr>
              <a:xfrm>
                <a:off x="4501058" y="2246718"/>
                <a:ext cx="102104" cy="56433"/>
              </a:xfrm>
              <a:custGeom>
                <a:avLst/>
                <a:gdLst>
                  <a:gd name="connsiteX0" fmla="*/ 33958 w 37883"/>
                  <a:gd name="connsiteY0" fmla="*/ 20640 h 20938"/>
                  <a:gd name="connsiteX1" fmla="*/ 30393 w 37883"/>
                  <a:gd name="connsiteY1" fmla="*/ 17075 h 20938"/>
                  <a:gd name="connsiteX2" fmla="*/ 17274 w 37883"/>
                  <a:gd name="connsiteY2" fmla="*/ 6571 h 20938"/>
                  <a:gd name="connsiteX3" fmla="*/ 6769 w 37883"/>
                  <a:gd name="connsiteY3" fmla="*/ 17075 h 20938"/>
                  <a:gd name="connsiteX4" fmla="*/ 3204 w 37883"/>
                  <a:gd name="connsiteY4" fmla="*/ 20640 h 20938"/>
                  <a:gd name="connsiteX5" fmla="*/ -361 w 37883"/>
                  <a:gd name="connsiteY5" fmla="*/ 17075 h 20938"/>
                  <a:gd name="connsiteX6" fmla="*/ 20220 w 37883"/>
                  <a:gd name="connsiteY6" fmla="*/ -226 h 20938"/>
                  <a:gd name="connsiteX7" fmla="*/ 37523 w 37883"/>
                  <a:gd name="connsiteY7" fmla="*/ 17075 h 20938"/>
                  <a:gd name="connsiteX8" fmla="*/ 33958 w 37883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3" h="20938">
                    <a:moveTo>
                      <a:pt x="33958" y="20640"/>
                    </a:moveTo>
                    <a:cubicBezTo>
                      <a:pt x="31985" y="20640"/>
                      <a:pt x="30393" y="19048"/>
                      <a:pt x="30393" y="17075"/>
                    </a:cubicBezTo>
                    <a:cubicBezTo>
                      <a:pt x="29679" y="10563"/>
                      <a:pt x="23809" y="5834"/>
                      <a:pt x="17274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2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5" y="7878"/>
                      <a:pt x="37523" y="17075"/>
                    </a:cubicBezTo>
                    <a:cubicBezTo>
                      <a:pt x="37523" y="19048"/>
                      <a:pt x="35930" y="20640"/>
                      <a:pt x="33958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8" name="任意多边形: 形状 527"/>
              <p:cNvSpPr/>
              <p:nvPr/>
            </p:nvSpPr>
            <p:spPr>
              <a:xfrm>
                <a:off x="4470440" y="2153645"/>
                <a:ext cx="102490" cy="65274"/>
              </a:xfrm>
              <a:custGeom>
                <a:avLst/>
                <a:gdLst>
                  <a:gd name="connsiteX0" fmla="*/ 34029 w 38026"/>
                  <a:gd name="connsiteY0" fmla="*/ 23920 h 24218"/>
                  <a:gd name="connsiteX1" fmla="*/ 30464 w 38026"/>
                  <a:gd name="connsiteY1" fmla="*/ 20355 h 24218"/>
                  <a:gd name="connsiteX2" fmla="*/ 19959 w 38026"/>
                  <a:gd name="connsiteY2" fmla="*/ 7236 h 24218"/>
                  <a:gd name="connsiteX3" fmla="*/ 6840 w 38026"/>
                  <a:gd name="connsiteY3" fmla="*/ 17765 h 24218"/>
                  <a:gd name="connsiteX4" fmla="*/ 6840 w 38026"/>
                  <a:gd name="connsiteY4" fmla="*/ 20355 h 24218"/>
                  <a:gd name="connsiteX5" fmla="*/ 3275 w 38026"/>
                  <a:gd name="connsiteY5" fmla="*/ 23920 h 24218"/>
                  <a:gd name="connsiteX6" fmla="*/ -290 w 38026"/>
                  <a:gd name="connsiteY6" fmla="*/ 20355 h 24218"/>
                  <a:gd name="connsiteX7" fmla="*/ 17012 w 38026"/>
                  <a:gd name="connsiteY7" fmla="*/ -226 h 24218"/>
                  <a:gd name="connsiteX8" fmla="*/ 37594 w 38026"/>
                  <a:gd name="connsiteY8" fmla="*/ 17076 h 24218"/>
                  <a:gd name="connsiteX9" fmla="*/ 37594 w 38026"/>
                  <a:gd name="connsiteY9" fmla="*/ 20355 h 24218"/>
                  <a:gd name="connsiteX10" fmla="*/ 34029 w 38026"/>
                  <a:gd name="connsiteY10" fmla="*/ 23920 h 2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026" h="24218">
                    <a:moveTo>
                      <a:pt x="34029" y="23920"/>
                    </a:moveTo>
                    <a:cubicBezTo>
                      <a:pt x="32056" y="23920"/>
                      <a:pt x="30464" y="22328"/>
                      <a:pt x="30464" y="20355"/>
                    </a:cubicBezTo>
                    <a:cubicBezTo>
                      <a:pt x="31177" y="13843"/>
                      <a:pt x="26471" y="7973"/>
                      <a:pt x="19959" y="7236"/>
                    </a:cubicBezTo>
                    <a:cubicBezTo>
                      <a:pt x="13424" y="6524"/>
                      <a:pt x="7553" y="11229"/>
                      <a:pt x="6840" y="17765"/>
                    </a:cubicBezTo>
                    <a:cubicBezTo>
                      <a:pt x="6746" y="18620"/>
                      <a:pt x="6746" y="19500"/>
                      <a:pt x="6840" y="20355"/>
                    </a:cubicBezTo>
                    <a:cubicBezTo>
                      <a:pt x="6840" y="22328"/>
                      <a:pt x="5248" y="23920"/>
                      <a:pt x="3275" y="23920"/>
                    </a:cubicBezTo>
                    <a:cubicBezTo>
                      <a:pt x="1303" y="23920"/>
                      <a:pt x="-290" y="22328"/>
                      <a:pt x="-290" y="20355"/>
                    </a:cubicBezTo>
                    <a:cubicBezTo>
                      <a:pt x="-1192" y="9898"/>
                      <a:pt x="6555" y="677"/>
                      <a:pt x="17012" y="-226"/>
                    </a:cubicBezTo>
                    <a:cubicBezTo>
                      <a:pt x="27469" y="-1129"/>
                      <a:pt x="36691" y="6595"/>
                      <a:pt x="37594" y="17076"/>
                    </a:cubicBezTo>
                    <a:cubicBezTo>
                      <a:pt x="37689" y="18169"/>
                      <a:pt x="37689" y="19262"/>
                      <a:pt x="37594" y="20355"/>
                    </a:cubicBezTo>
                    <a:cubicBezTo>
                      <a:pt x="37594" y="22328"/>
                      <a:pt x="36002" y="23920"/>
                      <a:pt x="34029" y="2392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9" name="任意多边形: 形状 528"/>
              <p:cNvSpPr/>
              <p:nvPr/>
            </p:nvSpPr>
            <p:spPr>
              <a:xfrm>
                <a:off x="4681855" y="2098643"/>
                <a:ext cx="102503" cy="65635"/>
              </a:xfrm>
              <a:custGeom>
                <a:avLst/>
                <a:gdLst>
                  <a:gd name="connsiteX0" fmla="*/ 34017 w 38031"/>
                  <a:gd name="connsiteY0" fmla="*/ 24054 h 24352"/>
                  <a:gd name="connsiteX1" fmla="*/ 30452 w 38031"/>
                  <a:gd name="connsiteY1" fmla="*/ 20489 h 24352"/>
                  <a:gd name="connsiteX2" fmla="*/ 20066 w 38031"/>
                  <a:gd name="connsiteY2" fmla="*/ 7275 h 24352"/>
                  <a:gd name="connsiteX3" fmla="*/ 6852 w 38031"/>
                  <a:gd name="connsiteY3" fmla="*/ 17685 h 24352"/>
                  <a:gd name="connsiteX4" fmla="*/ 6852 w 38031"/>
                  <a:gd name="connsiteY4" fmla="*/ 20489 h 24352"/>
                  <a:gd name="connsiteX5" fmla="*/ 3287 w 38031"/>
                  <a:gd name="connsiteY5" fmla="*/ 24054 h 24352"/>
                  <a:gd name="connsiteX6" fmla="*/ -278 w 38031"/>
                  <a:gd name="connsiteY6" fmla="*/ 20489 h 24352"/>
                  <a:gd name="connsiteX7" fmla="*/ 16882 w 38031"/>
                  <a:gd name="connsiteY7" fmla="*/ -211 h 24352"/>
                  <a:gd name="connsiteX8" fmla="*/ 37582 w 38031"/>
                  <a:gd name="connsiteY8" fmla="*/ 16924 h 24352"/>
                  <a:gd name="connsiteX9" fmla="*/ 37582 w 38031"/>
                  <a:gd name="connsiteY9" fmla="*/ 20489 h 24352"/>
                  <a:gd name="connsiteX10" fmla="*/ 34017 w 38031"/>
                  <a:gd name="connsiteY10" fmla="*/ 24054 h 2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031" h="24352">
                    <a:moveTo>
                      <a:pt x="34017" y="24054"/>
                    </a:moveTo>
                    <a:cubicBezTo>
                      <a:pt x="32044" y="24054"/>
                      <a:pt x="30452" y="22462"/>
                      <a:pt x="30452" y="20489"/>
                    </a:cubicBezTo>
                    <a:cubicBezTo>
                      <a:pt x="31237" y="13977"/>
                      <a:pt x="26579" y="8060"/>
                      <a:pt x="20066" y="7275"/>
                    </a:cubicBezTo>
                    <a:cubicBezTo>
                      <a:pt x="13530" y="6515"/>
                      <a:pt x="7637" y="11173"/>
                      <a:pt x="6852" y="17685"/>
                    </a:cubicBezTo>
                    <a:cubicBezTo>
                      <a:pt x="6734" y="18612"/>
                      <a:pt x="6734" y="19562"/>
                      <a:pt x="6852" y="20489"/>
                    </a:cubicBezTo>
                    <a:cubicBezTo>
                      <a:pt x="6852" y="22462"/>
                      <a:pt x="5260" y="24054"/>
                      <a:pt x="3287" y="24054"/>
                    </a:cubicBezTo>
                    <a:cubicBezTo>
                      <a:pt x="1314" y="24054"/>
                      <a:pt x="-278" y="22462"/>
                      <a:pt x="-278" y="20489"/>
                    </a:cubicBezTo>
                    <a:cubicBezTo>
                      <a:pt x="-1251" y="10032"/>
                      <a:pt x="6425" y="764"/>
                      <a:pt x="16882" y="-211"/>
                    </a:cubicBezTo>
                    <a:cubicBezTo>
                      <a:pt x="27339" y="-1209"/>
                      <a:pt x="36607" y="6491"/>
                      <a:pt x="37582" y="16924"/>
                    </a:cubicBezTo>
                    <a:cubicBezTo>
                      <a:pt x="37700" y="18113"/>
                      <a:pt x="37700" y="19301"/>
                      <a:pt x="37582" y="20489"/>
                    </a:cubicBezTo>
                    <a:cubicBezTo>
                      <a:pt x="37582" y="22462"/>
                      <a:pt x="35990" y="24054"/>
                      <a:pt x="34017" y="24054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0" name="任意多边形: 形状 529"/>
              <p:cNvSpPr/>
              <p:nvPr/>
            </p:nvSpPr>
            <p:spPr>
              <a:xfrm>
                <a:off x="4376920" y="2310199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7273 w 37882"/>
                  <a:gd name="connsiteY2" fmla="*/ 6571 h 20938"/>
                  <a:gd name="connsiteX3" fmla="*/ 6769 w 37882"/>
                  <a:gd name="connsiteY3" fmla="*/ 17075 h 20938"/>
                  <a:gd name="connsiteX4" fmla="*/ 3204 w 37882"/>
                  <a:gd name="connsiteY4" fmla="*/ 20640 h 20938"/>
                  <a:gd name="connsiteX5" fmla="*/ -361 w 37882"/>
                  <a:gd name="connsiteY5" fmla="*/ 17075 h 20938"/>
                  <a:gd name="connsiteX6" fmla="*/ 20220 w 37882"/>
                  <a:gd name="connsiteY6" fmla="*/ -226 h 20938"/>
                  <a:gd name="connsiteX7" fmla="*/ 37522 w 37882"/>
                  <a:gd name="connsiteY7" fmla="*/ 17075 h 20938"/>
                  <a:gd name="connsiteX8" fmla="*/ 33957 w 37882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5" y="20640"/>
                      <a:pt x="30392" y="19048"/>
                      <a:pt x="30392" y="17075"/>
                    </a:cubicBezTo>
                    <a:cubicBezTo>
                      <a:pt x="29679" y="10563"/>
                      <a:pt x="23809" y="5834"/>
                      <a:pt x="17273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1" name="任意多边形: 形状 530"/>
              <p:cNvSpPr/>
              <p:nvPr/>
            </p:nvSpPr>
            <p:spPr>
              <a:xfrm>
                <a:off x="4376920" y="2077868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9888 w 37882"/>
                  <a:gd name="connsiteY2" fmla="*/ 3956 h 20938"/>
                  <a:gd name="connsiteX3" fmla="*/ 6769 w 37882"/>
                  <a:gd name="connsiteY3" fmla="*/ 14485 h 20938"/>
                  <a:gd name="connsiteX4" fmla="*/ 6769 w 37882"/>
                  <a:gd name="connsiteY4" fmla="*/ 17075 h 20938"/>
                  <a:gd name="connsiteX5" fmla="*/ 3204 w 37882"/>
                  <a:gd name="connsiteY5" fmla="*/ 20640 h 20938"/>
                  <a:gd name="connsiteX6" fmla="*/ -361 w 37882"/>
                  <a:gd name="connsiteY6" fmla="*/ 17075 h 20938"/>
                  <a:gd name="connsiteX7" fmla="*/ 20220 w 37882"/>
                  <a:gd name="connsiteY7" fmla="*/ -226 h 20938"/>
                  <a:gd name="connsiteX8" fmla="*/ 37522 w 37882"/>
                  <a:gd name="connsiteY8" fmla="*/ 17075 h 20938"/>
                  <a:gd name="connsiteX9" fmla="*/ 33957 w 37882"/>
                  <a:gd name="connsiteY9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5" y="20640"/>
                      <a:pt x="30392" y="19048"/>
                      <a:pt x="30392" y="17075"/>
                    </a:cubicBezTo>
                    <a:cubicBezTo>
                      <a:pt x="31105" y="10563"/>
                      <a:pt x="26400" y="4693"/>
                      <a:pt x="19888" y="3956"/>
                    </a:cubicBezTo>
                    <a:cubicBezTo>
                      <a:pt x="13352" y="3243"/>
                      <a:pt x="7482" y="7949"/>
                      <a:pt x="6769" y="14485"/>
                    </a:cubicBezTo>
                    <a:cubicBezTo>
                      <a:pt x="6674" y="15340"/>
                      <a:pt x="6674" y="16220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2" name="任意多边形: 形状 531"/>
              <p:cNvSpPr/>
              <p:nvPr/>
            </p:nvSpPr>
            <p:spPr>
              <a:xfrm>
                <a:off x="4542503" y="2096317"/>
                <a:ext cx="102102" cy="56433"/>
              </a:xfrm>
              <a:custGeom>
                <a:avLst/>
                <a:gdLst>
                  <a:gd name="connsiteX0" fmla="*/ 33957 w 37882"/>
                  <a:gd name="connsiteY0" fmla="*/ 20640 h 20938"/>
                  <a:gd name="connsiteX1" fmla="*/ 30392 w 37882"/>
                  <a:gd name="connsiteY1" fmla="*/ 17075 h 20938"/>
                  <a:gd name="connsiteX2" fmla="*/ 17273 w 37882"/>
                  <a:gd name="connsiteY2" fmla="*/ 6571 h 20938"/>
                  <a:gd name="connsiteX3" fmla="*/ 6769 w 37882"/>
                  <a:gd name="connsiteY3" fmla="*/ 17075 h 20938"/>
                  <a:gd name="connsiteX4" fmla="*/ 3204 w 37882"/>
                  <a:gd name="connsiteY4" fmla="*/ 20640 h 20938"/>
                  <a:gd name="connsiteX5" fmla="*/ -361 w 37882"/>
                  <a:gd name="connsiteY5" fmla="*/ 17075 h 20938"/>
                  <a:gd name="connsiteX6" fmla="*/ 20221 w 37882"/>
                  <a:gd name="connsiteY6" fmla="*/ -226 h 20938"/>
                  <a:gd name="connsiteX7" fmla="*/ 37522 w 37882"/>
                  <a:gd name="connsiteY7" fmla="*/ 17075 h 20938"/>
                  <a:gd name="connsiteX8" fmla="*/ 33957 w 37882"/>
                  <a:gd name="connsiteY8" fmla="*/ 20640 h 20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2" h="20938">
                    <a:moveTo>
                      <a:pt x="33957" y="20640"/>
                    </a:moveTo>
                    <a:cubicBezTo>
                      <a:pt x="31985" y="20640"/>
                      <a:pt x="30392" y="19048"/>
                      <a:pt x="30392" y="17075"/>
                    </a:cubicBezTo>
                    <a:cubicBezTo>
                      <a:pt x="29680" y="10563"/>
                      <a:pt x="23809" y="5834"/>
                      <a:pt x="17273" y="6571"/>
                    </a:cubicBezTo>
                    <a:cubicBezTo>
                      <a:pt x="11737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3" y="6618"/>
                      <a:pt x="9764" y="-1130"/>
                      <a:pt x="20221" y="-226"/>
                    </a:cubicBezTo>
                    <a:cubicBezTo>
                      <a:pt x="29419" y="582"/>
                      <a:pt x="36714" y="7878"/>
                      <a:pt x="37522" y="17075"/>
                    </a:cubicBezTo>
                    <a:cubicBezTo>
                      <a:pt x="37522" y="19048"/>
                      <a:pt x="35930" y="20640"/>
                      <a:pt x="33957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3" name="任意多边形: 形状 532"/>
              <p:cNvSpPr/>
              <p:nvPr/>
            </p:nvSpPr>
            <p:spPr>
              <a:xfrm>
                <a:off x="4513165" y="2015670"/>
                <a:ext cx="102104" cy="56430"/>
              </a:xfrm>
              <a:custGeom>
                <a:avLst/>
                <a:gdLst>
                  <a:gd name="connsiteX0" fmla="*/ 33958 w 37883"/>
                  <a:gd name="connsiteY0" fmla="*/ 20640 h 20937"/>
                  <a:gd name="connsiteX1" fmla="*/ 30393 w 37883"/>
                  <a:gd name="connsiteY1" fmla="*/ 17075 h 20937"/>
                  <a:gd name="connsiteX2" fmla="*/ 17274 w 37883"/>
                  <a:gd name="connsiteY2" fmla="*/ 6571 h 20937"/>
                  <a:gd name="connsiteX3" fmla="*/ 6769 w 37883"/>
                  <a:gd name="connsiteY3" fmla="*/ 17075 h 20937"/>
                  <a:gd name="connsiteX4" fmla="*/ 3204 w 37883"/>
                  <a:gd name="connsiteY4" fmla="*/ 20640 h 20937"/>
                  <a:gd name="connsiteX5" fmla="*/ -361 w 37883"/>
                  <a:gd name="connsiteY5" fmla="*/ 17075 h 20937"/>
                  <a:gd name="connsiteX6" fmla="*/ 20220 w 37883"/>
                  <a:gd name="connsiteY6" fmla="*/ -226 h 20937"/>
                  <a:gd name="connsiteX7" fmla="*/ 37523 w 37883"/>
                  <a:gd name="connsiteY7" fmla="*/ 17075 h 20937"/>
                  <a:gd name="connsiteX8" fmla="*/ 33958 w 37883"/>
                  <a:gd name="connsiteY8" fmla="*/ 20640 h 20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883" h="20937">
                    <a:moveTo>
                      <a:pt x="33958" y="20640"/>
                    </a:moveTo>
                    <a:cubicBezTo>
                      <a:pt x="31985" y="20640"/>
                      <a:pt x="30393" y="19048"/>
                      <a:pt x="30393" y="17075"/>
                    </a:cubicBezTo>
                    <a:cubicBezTo>
                      <a:pt x="29679" y="10563"/>
                      <a:pt x="23809" y="5834"/>
                      <a:pt x="17274" y="6571"/>
                    </a:cubicBezTo>
                    <a:cubicBezTo>
                      <a:pt x="11736" y="7165"/>
                      <a:pt x="7387" y="11538"/>
                      <a:pt x="6769" y="17075"/>
                    </a:cubicBezTo>
                    <a:cubicBezTo>
                      <a:pt x="6769" y="19048"/>
                      <a:pt x="5177" y="20640"/>
                      <a:pt x="3204" y="20640"/>
                    </a:cubicBezTo>
                    <a:cubicBezTo>
                      <a:pt x="1231" y="20640"/>
                      <a:pt x="-361" y="19048"/>
                      <a:pt x="-361" y="17075"/>
                    </a:cubicBezTo>
                    <a:cubicBezTo>
                      <a:pt x="542" y="6618"/>
                      <a:pt x="9763" y="-1130"/>
                      <a:pt x="20220" y="-226"/>
                    </a:cubicBezTo>
                    <a:cubicBezTo>
                      <a:pt x="29418" y="582"/>
                      <a:pt x="36714" y="7878"/>
                      <a:pt x="37523" y="17075"/>
                    </a:cubicBezTo>
                    <a:cubicBezTo>
                      <a:pt x="37523" y="19048"/>
                      <a:pt x="35929" y="20640"/>
                      <a:pt x="33958" y="20640"/>
                    </a:cubicBezTo>
                    <a:close/>
                  </a:path>
                </a:pathLst>
              </a:custGeom>
              <a:solidFill>
                <a:srgbClr val="C19E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4" name="任意多边形: 形状 533"/>
              <p:cNvSpPr/>
              <p:nvPr/>
            </p:nvSpPr>
            <p:spPr>
              <a:xfrm>
                <a:off x="7547523" y="3014215"/>
                <a:ext cx="153735" cy="153770"/>
              </a:xfrm>
              <a:custGeom>
                <a:avLst/>
                <a:gdLst>
                  <a:gd name="connsiteX0" fmla="*/ 31872 w 57039"/>
                  <a:gd name="connsiteY0" fmla="*/ 56510 h 57052"/>
                  <a:gd name="connsiteX1" fmla="*/ -117 w 57039"/>
                  <a:gd name="connsiteY1" fmla="*/ 31935 h 57052"/>
                  <a:gd name="connsiteX2" fmla="*/ 24458 w 57039"/>
                  <a:gd name="connsiteY2" fmla="*/ -54 h 57052"/>
                  <a:gd name="connsiteX3" fmla="*/ 56447 w 57039"/>
                  <a:gd name="connsiteY3" fmla="*/ 24520 h 57052"/>
                  <a:gd name="connsiteX4" fmla="*/ 56447 w 57039"/>
                  <a:gd name="connsiteY4" fmla="*/ 31935 h 57052"/>
                  <a:gd name="connsiteX5" fmla="*/ 31872 w 57039"/>
                  <a:gd name="connsiteY5" fmla="*/ 56510 h 57052"/>
                  <a:gd name="connsiteX6" fmla="*/ 31872 w 57039"/>
                  <a:gd name="connsiteY6" fmla="*/ 7124 h 57052"/>
                  <a:gd name="connsiteX7" fmla="*/ 7180 w 57039"/>
                  <a:gd name="connsiteY7" fmla="*/ 24592 h 57052"/>
                  <a:gd name="connsiteX8" fmla="*/ 24647 w 57039"/>
                  <a:gd name="connsiteY8" fmla="*/ 49285 h 57052"/>
                  <a:gd name="connsiteX9" fmla="*/ 49341 w 57039"/>
                  <a:gd name="connsiteY9" fmla="*/ 31817 h 57052"/>
                  <a:gd name="connsiteX10" fmla="*/ 49341 w 57039"/>
                  <a:gd name="connsiteY10" fmla="*/ 24592 h 57052"/>
                  <a:gd name="connsiteX11" fmla="*/ 31801 w 57039"/>
                  <a:gd name="connsiteY11" fmla="*/ 7124 h 5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7039" h="57052">
                    <a:moveTo>
                      <a:pt x="31872" y="56510"/>
                    </a:moveTo>
                    <a:cubicBezTo>
                      <a:pt x="16258" y="58554"/>
                      <a:pt x="1928" y="47550"/>
                      <a:pt x="-117" y="31935"/>
                    </a:cubicBezTo>
                    <a:cubicBezTo>
                      <a:pt x="-2160" y="16321"/>
                      <a:pt x="8843" y="1990"/>
                      <a:pt x="24458" y="-54"/>
                    </a:cubicBezTo>
                    <a:cubicBezTo>
                      <a:pt x="40072" y="-2098"/>
                      <a:pt x="54402" y="8906"/>
                      <a:pt x="56447" y="24520"/>
                    </a:cubicBezTo>
                    <a:cubicBezTo>
                      <a:pt x="56756" y="26992"/>
                      <a:pt x="56756" y="29487"/>
                      <a:pt x="56447" y="31935"/>
                    </a:cubicBezTo>
                    <a:cubicBezTo>
                      <a:pt x="54760" y="44745"/>
                      <a:pt x="44683" y="54822"/>
                      <a:pt x="31872" y="56510"/>
                    </a:cubicBezTo>
                    <a:close/>
                    <a:moveTo>
                      <a:pt x="31872" y="7124"/>
                    </a:moveTo>
                    <a:cubicBezTo>
                      <a:pt x="20227" y="5127"/>
                      <a:pt x="9176" y="12946"/>
                      <a:pt x="7180" y="24592"/>
                    </a:cubicBezTo>
                    <a:cubicBezTo>
                      <a:pt x="5183" y="36237"/>
                      <a:pt x="13002" y="47288"/>
                      <a:pt x="24647" y="49285"/>
                    </a:cubicBezTo>
                    <a:cubicBezTo>
                      <a:pt x="36294" y="51281"/>
                      <a:pt x="47345" y="43462"/>
                      <a:pt x="49341" y="31817"/>
                    </a:cubicBezTo>
                    <a:cubicBezTo>
                      <a:pt x="49744" y="29416"/>
                      <a:pt x="49744" y="26992"/>
                      <a:pt x="49341" y="24592"/>
                    </a:cubicBezTo>
                    <a:cubicBezTo>
                      <a:pt x="47796" y="15632"/>
                      <a:pt x="40761" y="8621"/>
                      <a:pt x="31801" y="7124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5" name="任意多边形: 形状 534"/>
              <p:cNvSpPr/>
              <p:nvPr/>
            </p:nvSpPr>
            <p:spPr>
              <a:xfrm>
                <a:off x="7321171" y="2880805"/>
                <a:ext cx="335713" cy="356981"/>
              </a:xfrm>
              <a:custGeom>
                <a:avLst/>
                <a:gdLst>
                  <a:gd name="connsiteX0" fmla="*/ -361 w 124557"/>
                  <a:gd name="connsiteY0" fmla="*/ 3314 h 132448"/>
                  <a:gd name="connsiteX1" fmla="*/ -361 w 124557"/>
                  <a:gd name="connsiteY1" fmla="*/ 132151 h 132448"/>
                  <a:gd name="connsiteX2" fmla="*/ 95821 w 124557"/>
                  <a:gd name="connsiteY2" fmla="*/ 132151 h 132448"/>
                  <a:gd name="connsiteX3" fmla="*/ 124078 w 124557"/>
                  <a:gd name="connsiteY3" fmla="*/ 4455 h 132448"/>
                  <a:gd name="connsiteX4" fmla="*/ 121298 w 124557"/>
                  <a:gd name="connsiteY4" fmla="*/ -179 h 132448"/>
                  <a:gd name="connsiteX5" fmla="*/ 120324 w 124557"/>
                  <a:gd name="connsiteY5" fmla="*/ -298 h 132448"/>
                  <a:gd name="connsiteX6" fmla="*/ 3157 w 124557"/>
                  <a:gd name="connsiteY6" fmla="*/ -298 h 132448"/>
                  <a:gd name="connsiteX7" fmla="*/ -361 w 124557"/>
                  <a:gd name="connsiteY7" fmla="*/ 3267 h 132448"/>
                  <a:gd name="connsiteX8" fmla="*/ -361 w 124557"/>
                  <a:gd name="connsiteY8" fmla="*/ 3314 h 132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557" h="132448">
                    <a:moveTo>
                      <a:pt x="-361" y="3314"/>
                    </a:moveTo>
                    <a:lnTo>
                      <a:pt x="-361" y="132151"/>
                    </a:lnTo>
                    <a:lnTo>
                      <a:pt x="95821" y="132151"/>
                    </a:lnTo>
                    <a:lnTo>
                      <a:pt x="124078" y="4455"/>
                    </a:lnTo>
                    <a:cubicBezTo>
                      <a:pt x="124601" y="2411"/>
                      <a:pt x="123342" y="320"/>
                      <a:pt x="121298" y="-179"/>
                    </a:cubicBezTo>
                    <a:cubicBezTo>
                      <a:pt x="120966" y="-274"/>
                      <a:pt x="120656" y="-298"/>
                      <a:pt x="120324" y="-298"/>
                    </a:cubicBezTo>
                    <a:lnTo>
                      <a:pt x="3157" y="-298"/>
                    </a:lnTo>
                    <a:cubicBezTo>
                      <a:pt x="1208" y="-274"/>
                      <a:pt x="-384" y="1318"/>
                      <a:pt x="-361" y="3267"/>
                    </a:cubicBezTo>
                    <a:cubicBezTo>
                      <a:pt x="-361" y="3291"/>
                      <a:pt x="-361" y="3291"/>
                      <a:pt x="-361" y="3314"/>
                    </a:cubicBezTo>
                    <a:close/>
                  </a:path>
                </a:pathLst>
              </a:custGeom>
              <a:solidFill>
                <a:srgbClr val="E5BF15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6" name="任意多边形: 形状 535"/>
              <p:cNvSpPr/>
              <p:nvPr/>
            </p:nvSpPr>
            <p:spPr>
              <a:xfrm>
                <a:off x="7316621" y="2940826"/>
                <a:ext cx="327964" cy="19214"/>
              </a:xfrm>
              <a:custGeom>
                <a:avLst/>
                <a:gdLst>
                  <a:gd name="connsiteX0" fmla="*/ 117757 w 121682"/>
                  <a:gd name="connsiteY0" fmla="*/ 6832 h 7129"/>
                  <a:gd name="connsiteX1" fmla="*/ 3204 w 121682"/>
                  <a:gd name="connsiteY1" fmla="*/ 6832 h 7129"/>
                  <a:gd name="connsiteX2" fmla="*/ -361 w 121682"/>
                  <a:gd name="connsiteY2" fmla="*/ 3267 h 7129"/>
                  <a:gd name="connsiteX3" fmla="*/ 3204 w 121682"/>
                  <a:gd name="connsiteY3" fmla="*/ -298 h 7129"/>
                  <a:gd name="connsiteX4" fmla="*/ 117757 w 121682"/>
                  <a:gd name="connsiteY4" fmla="*/ -298 h 7129"/>
                  <a:gd name="connsiteX5" fmla="*/ 121322 w 121682"/>
                  <a:gd name="connsiteY5" fmla="*/ 3267 h 7129"/>
                  <a:gd name="connsiteX6" fmla="*/ 117757 w 121682"/>
                  <a:gd name="connsiteY6" fmla="*/ 6832 h 7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682" h="7129">
                    <a:moveTo>
                      <a:pt x="117757" y="6832"/>
                    </a:moveTo>
                    <a:lnTo>
                      <a:pt x="3204" y="6832"/>
                    </a:lnTo>
                    <a:cubicBezTo>
                      <a:pt x="1231" y="6832"/>
                      <a:pt x="-361" y="5240"/>
                      <a:pt x="-361" y="3267"/>
                    </a:cubicBezTo>
                    <a:cubicBezTo>
                      <a:pt x="-361" y="1294"/>
                      <a:pt x="1231" y="-298"/>
                      <a:pt x="3204" y="-298"/>
                    </a:cubicBezTo>
                    <a:lnTo>
                      <a:pt x="117757" y="-298"/>
                    </a:lnTo>
                    <a:cubicBezTo>
                      <a:pt x="119730" y="-298"/>
                      <a:pt x="121322" y="1294"/>
                      <a:pt x="121322" y="3267"/>
                    </a:cubicBezTo>
                    <a:cubicBezTo>
                      <a:pt x="121322" y="5240"/>
                      <a:pt x="119730" y="6832"/>
                      <a:pt x="117757" y="6832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7" name="任意多边形: 形状 536"/>
              <p:cNvSpPr/>
              <p:nvPr/>
            </p:nvSpPr>
            <p:spPr>
              <a:xfrm>
                <a:off x="7380846" y="2997963"/>
                <a:ext cx="181978" cy="174092"/>
              </a:xfrm>
              <a:custGeom>
                <a:avLst/>
                <a:gdLst>
                  <a:gd name="connsiteX0" fmla="*/ 52005 w 67518"/>
                  <a:gd name="connsiteY0" fmla="*/ 64275 h 64592"/>
                  <a:gd name="connsiteX1" fmla="*/ 50341 w 67518"/>
                  <a:gd name="connsiteY1" fmla="*/ 63870 h 64592"/>
                  <a:gd name="connsiteX2" fmla="*/ 33373 w 67518"/>
                  <a:gd name="connsiteY2" fmla="*/ 54958 h 64592"/>
                  <a:gd name="connsiteX3" fmla="*/ 16379 w 67518"/>
                  <a:gd name="connsiteY3" fmla="*/ 63870 h 64592"/>
                  <a:gd name="connsiteX4" fmla="*/ 11579 w 67518"/>
                  <a:gd name="connsiteY4" fmla="*/ 62421 h 64592"/>
                  <a:gd name="connsiteX5" fmla="*/ 11222 w 67518"/>
                  <a:gd name="connsiteY5" fmla="*/ 60115 h 64592"/>
                  <a:gd name="connsiteX6" fmla="*/ 14455 w 67518"/>
                  <a:gd name="connsiteY6" fmla="*/ 41103 h 64592"/>
                  <a:gd name="connsiteX7" fmla="*/ 717 w 67518"/>
                  <a:gd name="connsiteY7" fmla="*/ 27722 h 64592"/>
                  <a:gd name="connsiteX8" fmla="*/ 647 w 67518"/>
                  <a:gd name="connsiteY8" fmla="*/ 22684 h 64592"/>
                  <a:gd name="connsiteX9" fmla="*/ 2690 w 67518"/>
                  <a:gd name="connsiteY9" fmla="*/ 21638 h 64592"/>
                  <a:gd name="connsiteX10" fmla="*/ 21703 w 67518"/>
                  <a:gd name="connsiteY10" fmla="*/ 18881 h 64592"/>
                  <a:gd name="connsiteX11" fmla="*/ 30187 w 67518"/>
                  <a:gd name="connsiteY11" fmla="*/ 1674 h 64592"/>
                  <a:gd name="connsiteX12" fmla="*/ 33396 w 67518"/>
                  <a:gd name="connsiteY12" fmla="*/ -298 h 64592"/>
                  <a:gd name="connsiteX13" fmla="*/ 33396 w 67518"/>
                  <a:gd name="connsiteY13" fmla="*/ -298 h 64592"/>
                  <a:gd name="connsiteX14" fmla="*/ 36580 w 67518"/>
                  <a:gd name="connsiteY14" fmla="*/ 1674 h 64592"/>
                  <a:gd name="connsiteX15" fmla="*/ 45089 w 67518"/>
                  <a:gd name="connsiteY15" fmla="*/ 18881 h 64592"/>
                  <a:gd name="connsiteX16" fmla="*/ 64101 w 67518"/>
                  <a:gd name="connsiteY16" fmla="*/ 21638 h 64592"/>
                  <a:gd name="connsiteX17" fmla="*/ 67120 w 67518"/>
                  <a:gd name="connsiteY17" fmla="*/ 25678 h 64592"/>
                  <a:gd name="connsiteX18" fmla="*/ 66074 w 67518"/>
                  <a:gd name="connsiteY18" fmla="*/ 27722 h 64592"/>
                  <a:gd name="connsiteX19" fmla="*/ 52338 w 67518"/>
                  <a:gd name="connsiteY19" fmla="*/ 41103 h 64592"/>
                  <a:gd name="connsiteX20" fmla="*/ 55593 w 67518"/>
                  <a:gd name="connsiteY20" fmla="*/ 60115 h 64592"/>
                  <a:gd name="connsiteX21" fmla="*/ 54168 w 67518"/>
                  <a:gd name="connsiteY21" fmla="*/ 63609 h 64592"/>
                  <a:gd name="connsiteX22" fmla="*/ 52005 w 67518"/>
                  <a:gd name="connsiteY22" fmla="*/ 64275 h 64592"/>
                  <a:gd name="connsiteX23" fmla="*/ 10866 w 67518"/>
                  <a:gd name="connsiteY23" fmla="*/ 27746 h 64592"/>
                  <a:gd name="connsiteX24" fmla="*/ 20776 w 67518"/>
                  <a:gd name="connsiteY24" fmla="*/ 37419 h 64592"/>
                  <a:gd name="connsiteX25" fmla="*/ 21798 w 67518"/>
                  <a:gd name="connsiteY25" fmla="*/ 40556 h 64592"/>
                  <a:gd name="connsiteX26" fmla="*/ 19422 w 67518"/>
                  <a:gd name="connsiteY26" fmla="*/ 54198 h 64592"/>
                  <a:gd name="connsiteX27" fmla="*/ 31661 w 67518"/>
                  <a:gd name="connsiteY27" fmla="*/ 47757 h 64592"/>
                  <a:gd name="connsiteX28" fmla="*/ 34988 w 67518"/>
                  <a:gd name="connsiteY28" fmla="*/ 47757 h 64592"/>
                  <a:gd name="connsiteX29" fmla="*/ 47228 w 67518"/>
                  <a:gd name="connsiteY29" fmla="*/ 54198 h 64592"/>
                  <a:gd name="connsiteX30" fmla="*/ 44852 w 67518"/>
                  <a:gd name="connsiteY30" fmla="*/ 40556 h 64592"/>
                  <a:gd name="connsiteX31" fmla="*/ 45897 w 67518"/>
                  <a:gd name="connsiteY31" fmla="*/ 37419 h 64592"/>
                  <a:gd name="connsiteX32" fmla="*/ 55783 w 67518"/>
                  <a:gd name="connsiteY32" fmla="*/ 27746 h 64592"/>
                  <a:gd name="connsiteX33" fmla="*/ 42095 w 67518"/>
                  <a:gd name="connsiteY33" fmla="*/ 25773 h 64592"/>
                  <a:gd name="connsiteX34" fmla="*/ 39409 w 67518"/>
                  <a:gd name="connsiteY34" fmla="*/ 23825 h 64592"/>
                  <a:gd name="connsiteX35" fmla="*/ 33301 w 67518"/>
                  <a:gd name="connsiteY35" fmla="*/ 11419 h 64592"/>
                  <a:gd name="connsiteX36" fmla="*/ 27169 w 67518"/>
                  <a:gd name="connsiteY36" fmla="*/ 23825 h 64592"/>
                  <a:gd name="connsiteX37" fmla="*/ 24484 w 67518"/>
                  <a:gd name="connsiteY37" fmla="*/ 25773 h 64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67518" h="64592">
                    <a:moveTo>
                      <a:pt x="52005" y="64275"/>
                    </a:moveTo>
                    <a:cubicBezTo>
                      <a:pt x="51434" y="64275"/>
                      <a:pt x="50864" y="64132"/>
                      <a:pt x="50341" y="63870"/>
                    </a:cubicBezTo>
                    <a:lnTo>
                      <a:pt x="33373" y="54958"/>
                    </a:lnTo>
                    <a:lnTo>
                      <a:pt x="16379" y="63870"/>
                    </a:lnTo>
                    <a:cubicBezTo>
                      <a:pt x="14644" y="64797"/>
                      <a:pt x="12505" y="64156"/>
                      <a:pt x="11579" y="62421"/>
                    </a:cubicBezTo>
                    <a:cubicBezTo>
                      <a:pt x="11199" y="61708"/>
                      <a:pt x="11079" y="60900"/>
                      <a:pt x="11222" y="60115"/>
                    </a:cubicBezTo>
                    <a:lnTo>
                      <a:pt x="14455" y="41103"/>
                    </a:lnTo>
                    <a:lnTo>
                      <a:pt x="717" y="27722"/>
                    </a:lnTo>
                    <a:cubicBezTo>
                      <a:pt x="-684" y="26344"/>
                      <a:pt x="-732" y="24086"/>
                      <a:pt x="647" y="22684"/>
                    </a:cubicBezTo>
                    <a:cubicBezTo>
                      <a:pt x="1193" y="22114"/>
                      <a:pt x="1906" y="21757"/>
                      <a:pt x="2690" y="21638"/>
                    </a:cubicBezTo>
                    <a:lnTo>
                      <a:pt x="21703" y="18881"/>
                    </a:lnTo>
                    <a:lnTo>
                      <a:pt x="30187" y="1674"/>
                    </a:lnTo>
                    <a:cubicBezTo>
                      <a:pt x="30806" y="462"/>
                      <a:pt x="32042" y="-298"/>
                      <a:pt x="33396" y="-298"/>
                    </a:cubicBezTo>
                    <a:lnTo>
                      <a:pt x="33396" y="-298"/>
                    </a:lnTo>
                    <a:cubicBezTo>
                      <a:pt x="34751" y="-298"/>
                      <a:pt x="35986" y="462"/>
                      <a:pt x="36580" y="1674"/>
                    </a:cubicBezTo>
                    <a:lnTo>
                      <a:pt x="45089" y="18881"/>
                    </a:lnTo>
                    <a:lnTo>
                      <a:pt x="64101" y="21638"/>
                    </a:lnTo>
                    <a:cubicBezTo>
                      <a:pt x="66051" y="21923"/>
                      <a:pt x="67405" y="23729"/>
                      <a:pt x="67120" y="25678"/>
                    </a:cubicBezTo>
                    <a:cubicBezTo>
                      <a:pt x="67001" y="26463"/>
                      <a:pt x="66645" y="27176"/>
                      <a:pt x="66074" y="27722"/>
                    </a:cubicBezTo>
                    <a:lnTo>
                      <a:pt x="52338" y="41103"/>
                    </a:lnTo>
                    <a:lnTo>
                      <a:pt x="55593" y="60115"/>
                    </a:lnTo>
                    <a:cubicBezTo>
                      <a:pt x="55808" y="61446"/>
                      <a:pt x="55261" y="62801"/>
                      <a:pt x="54168" y="63609"/>
                    </a:cubicBezTo>
                    <a:cubicBezTo>
                      <a:pt x="53549" y="64060"/>
                      <a:pt x="52789" y="64298"/>
                      <a:pt x="52005" y="64275"/>
                    </a:cubicBezTo>
                    <a:close/>
                    <a:moveTo>
                      <a:pt x="10866" y="27746"/>
                    </a:moveTo>
                    <a:lnTo>
                      <a:pt x="20776" y="37419"/>
                    </a:lnTo>
                    <a:cubicBezTo>
                      <a:pt x="21608" y="38227"/>
                      <a:pt x="21989" y="39415"/>
                      <a:pt x="21798" y="40556"/>
                    </a:cubicBezTo>
                    <a:lnTo>
                      <a:pt x="19422" y="54198"/>
                    </a:lnTo>
                    <a:lnTo>
                      <a:pt x="31661" y="47757"/>
                    </a:lnTo>
                    <a:cubicBezTo>
                      <a:pt x="32707" y="47210"/>
                      <a:pt x="33942" y="47210"/>
                      <a:pt x="34988" y="47757"/>
                    </a:cubicBezTo>
                    <a:lnTo>
                      <a:pt x="47228" y="54198"/>
                    </a:lnTo>
                    <a:lnTo>
                      <a:pt x="44852" y="40556"/>
                    </a:lnTo>
                    <a:cubicBezTo>
                      <a:pt x="44662" y="39391"/>
                      <a:pt x="45041" y="38227"/>
                      <a:pt x="45897" y="37419"/>
                    </a:cubicBezTo>
                    <a:lnTo>
                      <a:pt x="55783" y="27746"/>
                    </a:lnTo>
                    <a:lnTo>
                      <a:pt x="42095" y="25773"/>
                    </a:lnTo>
                    <a:cubicBezTo>
                      <a:pt x="40930" y="25607"/>
                      <a:pt x="39932" y="24870"/>
                      <a:pt x="39409" y="23825"/>
                    </a:cubicBezTo>
                    <a:lnTo>
                      <a:pt x="33301" y="11419"/>
                    </a:lnTo>
                    <a:lnTo>
                      <a:pt x="27169" y="23825"/>
                    </a:lnTo>
                    <a:cubicBezTo>
                      <a:pt x="26647" y="24870"/>
                      <a:pt x="25649" y="25607"/>
                      <a:pt x="24484" y="25773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8" name="任意多边形: 形状 537"/>
              <p:cNvSpPr/>
              <p:nvPr/>
            </p:nvSpPr>
            <p:spPr>
              <a:xfrm>
                <a:off x="7438651" y="2464702"/>
                <a:ext cx="108894" cy="383243"/>
              </a:xfrm>
              <a:custGeom>
                <a:avLst/>
                <a:gdLst>
                  <a:gd name="connsiteX0" fmla="*/ 3204 w 40402"/>
                  <a:gd name="connsiteY0" fmla="*/ 141894 h 142192"/>
                  <a:gd name="connsiteX1" fmla="*/ -361 w 40402"/>
                  <a:gd name="connsiteY1" fmla="*/ 138329 h 142192"/>
                  <a:gd name="connsiteX2" fmla="*/ 18509 w 40402"/>
                  <a:gd name="connsiteY2" fmla="*/ 121503 h 142192"/>
                  <a:gd name="connsiteX3" fmla="*/ 32911 w 40402"/>
                  <a:gd name="connsiteY3" fmla="*/ 111307 h 142192"/>
                  <a:gd name="connsiteX4" fmla="*/ 18509 w 40402"/>
                  <a:gd name="connsiteY4" fmla="*/ 101088 h 142192"/>
                  <a:gd name="connsiteX5" fmla="*/ -361 w 40402"/>
                  <a:gd name="connsiteY5" fmla="*/ 84285 h 142192"/>
                  <a:gd name="connsiteX6" fmla="*/ 18509 w 40402"/>
                  <a:gd name="connsiteY6" fmla="*/ 67483 h 142192"/>
                  <a:gd name="connsiteX7" fmla="*/ 32911 w 40402"/>
                  <a:gd name="connsiteY7" fmla="*/ 57263 h 142192"/>
                  <a:gd name="connsiteX8" fmla="*/ 18509 w 40402"/>
                  <a:gd name="connsiteY8" fmla="*/ 47068 h 142192"/>
                  <a:gd name="connsiteX9" fmla="*/ -361 w 40402"/>
                  <a:gd name="connsiteY9" fmla="*/ 30265 h 142192"/>
                  <a:gd name="connsiteX10" fmla="*/ 18509 w 40402"/>
                  <a:gd name="connsiteY10" fmla="*/ 13463 h 142192"/>
                  <a:gd name="connsiteX11" fmla="*/ 32911 w 40402"/>
                  <a:gd name="connsiteY11" fmla="*/ 3267 h 142192"/>
                  <a:gd name="connsiteX12" fmla="*/ 36476 w 40402"/>
                  <a:gd name="connsiteY12" fmla="*/ -298 h 142192"/>
                  <a:gd name="connsiteX13" fmla="*/ 40041 w 40402"/>
                  <a:gd name="connsiteY13" fmla="*/ 3267 h 142192"/>
                  <a:gd name="connsiteX14" fmla="*/ 21194 w 40402"/>
                  <a:gd name="connsiteY14" fmla="*/ 20069 h 142192"/>
                  <a:gd name="connsiteX15" fmla="*/ 6769 w 40402"/>
                  <a:gd name="connsiteY15" fmla="*/ 30265 h 142192"/>
                  <a:gd name="connsiteX16" fmla="*/ 21194 w 40402"/>
                  <a:gd name="connsiteY16" fmla="*/ 40461 h 142192"/>
                  <a:gd name="connsiteX17" fmla="*/ 40041 w 40402"/>
                  <a:gd name="connsiteY17" fmla="*/ 57263 h 142192"/>
                  <a:gd name="connsiteX18" fmla="*/ 21194 w 40402"/>
                  <a:gd name="connsiteY18" fmla="*/ 74090 h 142192"/>
                  <a:gd name="connsiteX19" fmla="*/ 6769 w 40402"/>
                  <a:gd name="connsiteY19" fmla="*/ 84285 h 142192"/>
                  <a:gd name="connsiteX20" fmla="*/ 21194 w 40402"/>
                  <a:gd name="connsiteY20" fmla="*/ 94481 h 142192"/>
                  <a:gd name="connsiteX21" fmla="*/ 40041 w 40402"/>
                  <a:gd name="connsiteY21" fmla="*/ 111307 h 142192"/>
                  <a:gd name="connsiteX22" fmla="*/ 21194 w 40402"/>
                  <a:gd name="connsiteY22" fmla="*/ 128110 h 142192"/>
                  <a:gd name="connsiteX23" fmla="*/ 6769 w 40402"/>
                  <a:gd name="connsiteY23" fmla="*/ 138329 h 142192"/>
                  <a:gd name="connsiteX24" fmla="*/ 3204 w 40402"/>
                  <a:gd name="connsiteY24" fmla="*/ 141894 h 142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0402" h="142192">
                    <a:moveTo>
                      <a:pt x="3204" y="141894"/>
                    </a:moveTo>
                    <a:cubicBezTo>
                      <a:pt x="1231" y="141894"/>
                      <a:pt x="-361" y="140302"/>
                      <a:pt x="-361" y="138329"/>
                    </a:cubicBezTo>
                    <a:cubicBezTo>
                      <a:pt x="-361" y="129180"/>
                      <a:pt x="9668" y="125092"/>
                      <a:pt x="18509" y="121503"/>
                    </a:cubicBezTo>
                    <a:cubicBezTo>
                      <a:pt x="25639" y="118628"/>
                      <a:pt x="32911" y="115657"/>
                      <a:pt x="32911" y="111307"/>
                    </a:cubicBezTo>
                    <a:cubicBezTo>
                      <a:pt x="32911" y="106958"/>
                      <a:pt x="25591" y="103964"/>
                      <a:pt x="18509" y="101088"/>
                    </a:cubicBezTo>
                    <a:cubicBezTo>
                      <a:pt x="9668" y="97499"/>
                      <a:pt x="-361" y="93436"/>
                      <a:pt x="-361" y="84285"/>
                    </a:cubicBezTo>
                    <a:cubicBezTo>
                      <a:pt x="-361" y="75135"/>
                      <a:pt x="9668" y="71072"/>
                      <a:pt x="18509" y="67483"/>
                    </a:cubicBezTo>
                    <a:cubicBezTo>
                      <a:pt x="25639" y="64607"/>
                      <a:pt x="32911" y="61637"/>
                      <a:pt x="32911" y="57263"/>
                    </a:cubicBezTo>
                    <a:cubicBezTo>
                      <a:pt x="32911" y="52890"/>
                      <a:pt x="25591" y="49943"/>
                      <a:pt x="18509" y="47068"/>
                    </a:cubicBezTo>
                    <a:cubicBezTo>
                      <a:pt x="9668" y="43479"/>
                      <a:pt x="-361" y="39415"/>
                      <a:pt x="-361" y="30265"/>
                    </a:cubicBezTo>
                    <a:cubicBezTo>
                      <a:pt x="-361" y="21115"/>
                      <a:pt x="9668" y="17051"/>
                      <a:pt x="18509" y="13463"/>
                    </a:cubicBezTo>
                    <a:cubicBezTo>
                      <a:pt x="25639" y="10587"/>
                      <a:pt x="32911" y="7616"/>
                      <a:pt x="32911" y="3267"/>
                    </a:cubicBezTo>
                    <a:cubicBezTo>
                      <a:pt x="32911" y="1294"/>
                      <a:pt x="34504" y="-298"/>
                      <a:pt x="36476" y="-298"/>
                    </a:cubicBezTo>
                    <a:cubicBezTo>
                      <a:pt x="38448" y="-298"/>
                      <a:pt x="40041" y="1294"/>
                      <a:pt x="40041" y="3267"/>
                    </a:cubicBezTo>
                    <a:cubicBezTo>
                      <a:pt x="40041" y="12417"/>
                      <a:pt x="30035" y="16481"/>
                      <a:pt x="21194" y="20069"/>
                    </a:cubicBezTo>
                    <a:cubicBezTo>
                      <a:pt x="14065" y="22945"/>
                      <a:pt x="6769" y="25916"/>
                      <a:pt x="6769" y="30265"/>
                    </a:cubicBezTo>
                    <a:cubicBezTo>
                      <a:pt x="6769" y="34614"/>
                      <a:pt x="14112" y="37585"/>
                      <a:pt x="21194" y="40461"/>
                    </a:cubicBezTo>
                    <a:cubicBezTo>
                      <a:pt x="30035" y="44050"/>
                      <a:pt x="40041" y="48113"/>
                      <a:pt x="40041" y="57263"/>
                    </a:cubicBezTo>
                    <a:cubicBezTo>
                      <a:pt x="40041" y="66413"/>
                      <a:pt x="30035" y="70501"/>
                      <a:pt x="21194" y="74090"/>
                    </a:cubicBezTo>
                    <a:cubicBezTo>
                      <a:pt x="14065" y="76966"/>
                      <a:pt x="6769" y="79936"/>
                      <a:pt x="6769" y="84285"/>
                    </a:cubicBezTo>
                    <a:cubicBezTo>
                      <a:pt x="6769" y="88635"/>
                      <a:pt x="14112" y="91606"/>
                      <a:pt x="21194" y="94481"/>
                    </a:cubicBezTo>
                    <a:cubicBezTo>
                      <a:pt x="30035" y="98070"/>
                      <a:pt x="40041" y="102158"/>
                      <a:pt x="40041" y="111307"/>
                    </a:cubicBezTo>
                    <a:cubicBezTo>
                      <a:pt x="40041" y="120458"/>
                      <a:pt x="30035" y="124521"/>
                      <a:pt x="21194" y="128110"/>
                    </a:cubicBezTo>
                    <a:cubicBezTo>
                      <a:pt x="14065" y="130986"/>
                      <a:pt x="6769" y="133980"/>
                      <a:pt x="6769" y="138329"/>
                    </a:cubicBezTo>
                    <a:cubicBezTo>
                      <a:pt x="6769" y="140302"/>
                      <a:pt x="5175" y="141894"/>
                      <a:pt x="3204" y="141894"/>
                    </a:cubicBezTo>
                    <a:close/>
                  </a:path>
                </a:pathLst>
              </a:custGeom>
              <a:solidFill>
                <a:srgbClr val="46175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9" name="任意多边形: 形状 538"/>
              <p:cNvSpPr/>
              <p:nvPr/>
            </p:nvSpPr>
            <p:spPr>
              <a:xfrm>
                <a:off x="4831323" y="3285374"/>
                <a:ext cx="156071" cy="226571"/>
              </a:xfrm>
              <a:custGeom>
                <a:avLst/>
                <a:gdLst>
                  <a:gd name="connsiteX0" fmla="*/ 53994 w 57906"/>
                  <a:gd name="connsiteY0" fmla="*/ 83766 h 84063"/>
                  <a:gd name="connsiteX1" fmla="*/ 50905 w 57906"/>
                  <a:gd name="connsiteY1" fmla="*/ 81983 h 84063"/>
                  <a:gd name="connsiteX2" fmla="*/ 236 w 57906"/>
                  <a:gd name="connsiteY2" fmla="*/ 5242 h 84063"/>
                  <a:gd name="connsiteX3" fmla="*/ 1234 w 57906"/>
                  <a:gd name="connsiteY3" fmla="*/ 299 h 84063"/>
                  <a:gd name="connsiteX4" fmla="*/ 6178 w 57906"/>
                  <a:gd name="connsiteY4" fmla="*/ 1297 h 84063"/>
                  <a:gd name="connsiteX5" fmla="*/ 57060 w 57906"/>
                  <a:gd name="connsiteY5" fmla="*/ 78418 h 84063"/>
                  <a:gd name="connsiteX6" fmla="*/ 55776 w 57906"/>
                  <a:gd name="connsiteY6" fmla="*/ 83290 h 84063"/>
                  <a:gd name="connsiteX7" fmla="*/ 53994 w 57906"/>
                  <a:gd name="connsiteY7" fmla="*/ 83766 h 84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906" h="84063">
                    <a:moveTo>
                      <a:pt x="53994" y="83766"/>
                    </a:moveTo>
                    <a:cubicBezTo>
                      <a:pt x="52711" y="83766"/>
                      <a:pt x="51547" y="83100"/>
                      <a:pt x="50905" y="81983"/>
                    </a:cubicBezTo>
                    <a:cubicBezTo>
                      <a:pt x="49193" y="79036"/>
                      <a:pt x="13759" y="25586"/>
                      <a:pt x="236" y="5242"/>
                    </a:cubicBezTo>
                    <a:cubicBezTo>
                      <a:pt x="-857" y="3603"/>
                      <a:pt x="-406" y="1392"/>
                      <a:pt x="1234" y="299"/>
                    </a:cubicBezTo>
                    <a:cubicBezTo>
                      <a:pt x="2874" y="-794"/>
                      <a:pt x="5084" y="-343"/>
                      <a:pt x="6178" y="1297"/>
                    </a:cubicBezTo>
                    <a:cubicBezTo>
                      <a:pt x="8174" y="4292"/>
                      <a:pt x="54921" y="74687"/>
                      <a:pt x="57060" y="78418"/>
                    </a:cubicBezTo>
                    <a:cubicBezTo>
                      <a:pt x="58058" y="80129"/>
                      <a:pt x="57464" y="82292"/>
                      <a:pt x="55776" y="83290"/>
                    </a:cubicBezTo>
                    <a:cubicBezTo>
                      <a:pt x="55230" y="83599"/>
                      <a:pt x="54613" y="83766"/>
                      <a:pt x="53994" y="837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0" name="任意多边形: 形状 539"/>
              <p:cNvSpPr/>
              <p:nvPr/>
            </p:nvSpPr>
            <p:spPr>
              <a:xfrm>
                <a:off x="4802382" y="3350529"/>
                <a:ext cx="116648" cy="57773"/>
              </a:xfrm>
              <a:custGeom>
                <a:avLst/>
                <a:gdLst>
                  <a:gd name="connsiteX0" fmla="*/ 39326 w 43279"/>
                  <a:gd name="connsiteY0" fmla="*/ 21137 h 21435"/>
                  <a:gd name="connsiteX1" fmla="*/ 38019 w 43279"/>
                  <a:gd name="connsiteY1" fmla="*/ 20876 h 21435"/>
                  <a:gd name="connsiteX2" fmla="*/ 1990 w 43279"/>
                  <a:gd name="connsiteY2" fmla="*/ 6616 h 21435"/>
                  <a:gd name="connsiteX3" fmla="*/ -149 w 43279"/>
                  <a:gd name="connsiteY3" fmla="*/ 2053 h 21435"/>
                  <a:gd name="connsiteX4" fmla="*/ 4438 w 43279"/>
                  <a:gd name="connsiteY4" fmla="*/ -86 h 21435"/>
                  <a:gd name="connsiteX5" fmla="*/ 4604 w 43279"/>
                  <a:gd name="connsiteY5" fmla="*/ -14 h 21435"/>
                  <a:gd name="connsiteX6" fmla="*/ 40634 w 43279"/>
                  <a:gd name="connsiteY6" fmla="*/ 14245 h 21435"/>
                  <a:gd name="connsiteX7" fmla="*/ 42677 w 43279"/>
                  <a:gd name="connsiteY7" fmla="*/ 18856 h 21435"/>
                  <a:gd name="connsiteX8" fmla="*/ 39326 w 43279"/>
                  <a:gd name="connsiteY8" fmla="*/ 21137 h 21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279" h="21435">
                    <a:moveTo>
                      <a:pt x="39326" y="21137"/>
                    </a:moveTo>
                    <a:cubicBezTo>
                      <a:pt x="38875" y="21137"/>
                      <a:pt x="38423" y="21042"/>
                      <a:pt x="38019" y="20876"/>
                    </a:cubicBezTo>
                    <a:lnTo>
                      <a:pt x="1990" y="6616"/>
                    </a:lnTo>
                    <a:cubicBezTo>
                      <a:pt x="136" y="5951"/>
                      <a:pt x="-814" y="3883"/>
                      <a:pt x="-149" y="2053"/>
                    </a:cubicBezTo>
                    <a:cubicBezTo>
                      <a:pt x="540" y="199"/>
                      <a:pt x="2584" y="-751"/>
                      <a:pt x="4438" y="-86"/>
                    </a:cubicBezTo>
                    <a:cubicBezTo>
                      <a:pt x="4486" y="-62"/>
                      <a:pt x="4557" y="-38"/>
                      <a:pt x="4604" y="-14"/>
                    </a:cubicBezTo>
                    <a:lnTo>
                      <a:pt x="40634" y="14245"/>
                    </a:lnTo>
                    <a:cubicBezTo>
                      <a:pt x="42464" y="14958"/>
                      <a:pt x="43390" y="17026"/>
                      <a:pt x="42677" y="18856"/>
                    </a:cubicBezTo>
                    <a:cubicBezTo>
                      <a:pt x="42154" y="20234"/>
                      <a:pt x="40823" y="21137"/>
                      <a:pt x="39326" y="211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1" name="任意多边形: 形状 540"/>
              <p:cNvSpPr/>
              <p:nvPr/>
            </p:nvSpPr>
            <p:spPr>
              <a:xfrm>
                <a:off x="4621158" y="2711635"/>
                <a:ext cx="107392" cy="127731"/>
              </a:xfrm>
              <a:custGeom>
                <a:avLst/>
                <a:gdLst>
                  <a:gd name="connsiteX0" fmla="*/ 3158 w 39845"/>
                  <a:gd name="connsiteY0" fmla="*/ 47092 h 47391"/>
                  <a:gd name="connsiteX1" fmla="*/ 2160 w 39845"/>
                  <a:gd name="connsiteY1" fmla="*/ 46949 h 47391"/>
                  <a:gd name="connsiteX2" fmla="*/ -216 w 39845"/>
                  <a:gd name="connsiteY2" fmla="*/ 42552 h 47391"/>
                  <a:gd name="connsiteX3" fmla="*/ 33531 w 39845"/>
                  <a:gd name="connsiteY3" fmla="*/ 605 h 47391"/>
                  <a:gd name="connsiteX4" fmla="*/ 38570 w 39845"/>
                  <a:gd name="connsiteY4" fmla="*/ 914 h 47391"/>
                  <a:gd name="connsiteX5" fmla="*/ 38284 w 39845"/>
                  <a:gd name="connsiteY5" fmla="*/ 5953 h 47391"/>
                  <a:gd name="connsiteX6" fmla="*/ 6676 w 39845"/>
                  <a:gd name="connsiteY6" fmla="*/ 44525 h 47391"/>
                  <a:gd name="connsiteX7" fmla="*/ 3158 w 39845"/>
                  <a:gd name="connsiteY7" fmla="*/ 47092 h 47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845" h="47391">
                    <a:moveTo>
                      <a:pt x="3158" y="47092"/>
                    </a:moveTo>
                    <a:cubicBezTo>
                      <a:pt x="2825" y="47092"/>
                      <a:pt x="2492" y="47044"/>
                      <a:pt x="2160" y="46949"/>
                    </a:cubicBezTo>
                    <a:cubicBezTo>
                      <a:pt x="283" y="46379"/>
                      <a:pt x="-763" y="44430"/>
                      <a:pt x="-216" y="42552"/>
                    </a:cubicBezTo>
                    <a:cubicBezTo>
                      <a:pt x="3681" y="28958"/>
                      <a:pt x="16087" y="15958"/>
                      <a:pt x="33531" y="605"/>
                    </a:cubicBezTo>
                    <a:cubicBezTo>
                      <a:pt x="35005" y="-702"/>
                      <a:pt x="37263" y="-583"/>
                      <a:pt x="38570" y="914"/>
                    </a:cubicBezTo>
                    <a:cubicBezTo>
                      <a:pt x="39901" y="2388"/>
                      <a:pt x="39758" y="4645"/>
                      <a:pt x="38284" y="5953"/>
                    </a:cubicBezTo>
                    <a:cubicBezTo>
                      <a:pt x="21791" y="20474"/>
                      <a:pt x="10098" y="32594"/>
                      <a:pt x="6676" y="44525"/>
                    </a:cubicBezTo>
                    <a:cubicBezTo>
                      <a:pt x="6224" y="46093"/>
                      <a:pt x="4774" y="47139"/>
                      <a:pt x="3158" y="470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2" name="任意多边形: 形状 541"/>
              <p:cNvSpPr/>
              <p:nvPr/>
            </p:nvSpPr>
            <p:spPr>
              <a:xfrm>
                <a:off x="5101452" y="3222863"/>
                <a:ext cx="199915" cy="206386"/>
              </a:xfrm>
              <a:custGeom>
                <a:avLst/>
                <a:gdLst>
                  <a:gd name="connsiteX0" fmla="*/ 25050 w 74173"/>
                  <a:gd name="connsiteY0" fmla="*/ 76574 h 76574"/>
                  <a:gd name="connsiteX1" fmla="*/ 0 w 74173"/>
                  <a:gd name="connsiteY1" fmla="*/ 0 h 76574"/>
                  <a:gd name="connsiteX2" fmla="*/ 74174 w 74173"/>
                  <a:gd name="connsiteY2" fmla="*/ 58108 h 76574"/>
                  <a:gd name="connsiteX3" fmla="*/ 25050 w 74173"/>
                  <a:gd name="connsiteY3" fmla="*/ 76574 h 76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173" h="76574">
                    <a:moveTo>
                      <a:pt x="25050" y="76574"/>
                    </a:moveTo>
                    <a:lnTo>
                      <a:pt x="0" y="0"/>
                    </a:lnTo>
                    <a:lnTo>
                      <a:pt x="74174" y="58108"/>
                    </a:lnTo>
                    <a:lnTo>
                      <a:pt x="25050" y="76574"/>
                    </a:lnTo>
                    <a:close/>
                  </a:path>
                </a:pathLst>
              </a:custGeom>
              <a:solidFill>
                <a:srgbClr val="A35211"/>
              </a:solidFill>
              <a:ln w="237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62" name="组合 561"/>
          <p:cNvGrpSpPr/>
          <p:nvPr/>
        </p:nvGrpSpPr>
        <p:grpSpPr>
          <a:xfrm>
            <a:off x="312420" y="0"/>
            <a:ext cx="11541760" cy="1645920"/>
            <a:chOff x="547" y="1225"/>
            <a:chExt cx="18176" cy="1660"/>
          </a:xfrm>
        </p:grpSpPr>
        <p:sp>
          <p:nvSpPr>
            <p:cNvPr id="551" name="矩形 550"/>
            <p:cNvSpPr/>
            <p:nvPr>
              <p:custDataLst>
                <p:tags r:id="rId1"/>
              </p:custDataLst>
            </p:nvPr>
          </p:nvSpPr>
          <p:spPr>
            <a:xfrm>
              <a:off x="4487" y="1225"/>
              <a:ext cx="2564" cy="166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   </a:t>
              </a:r>
              <a:endParaRPr lang="en-US" altLang="zh-CN" sz="6000" b="1" i="1" kern="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02</a:t>
              </a:r>
              <a:endParaRPr lang="en-US" altLang="zh-CN" sz="6000" b="1" i="1" kern="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53" name="矩形 552"/>
            <p:cNvSpPr/>
            <p:nvPr>
              <p:custDataLst>
                <p:tags r:id="rId2"/>
              </p:custDataLst>
            </p:nvPr>
          </p:nvSpPr>
          <p:spPr>
            <a:xfrm>
              <a:off x="8463" y="1225"/>
              <a:ext cx="2564" cy="166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lvl="0">
                <a:defRPr/>
              </a:pPr>
              <a:r>
                <a:rPr lang="en-US" altLang="zh-CN" sz="6000" b="1" i="1" kern="0" dirty="0">
                  <a:solidFill>
                    <a:schemeClr val="bg1"/>
                  </a:soli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           </a:t>
              </a:r>
              <a:endParaRPr lang="en-US" altLang="zh-CN" sz="6000" b="1" i="1" kern="0" dirty="0">
                <a:solidFill>
                  <a:schemeClr val="bg1"/>
                </a:soli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  <a:p>
              <a:pPr lvl="0">
                <a:defRPr/>
              </a:pPr>
              <a:r>
                <a:rPr lang="en-US" altLang="zh-CN" sz="6000" b="1" i="1" kern="0" dirty="0">
                  <a:solidFill>
                    <a:schemeClr val="bg1"/>
                  </a:soli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03</a:t>
              </a:r>
              <a:endParaRPr lang="en-US" altLang="zh-CN" sz="6000" b="1" i="1" kern="0" dirty="0">
                <a:solidFill>
                  <a:schemeClr val="bg1"/>
                </a:soli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56" name="矩形 555"/>
            <p:cNvSpPr/>
            <p:nvPr>
              <p:custDataLst>
                <p:tags r:id="rId3"/>
              </p:custDataLst>
            </p:nvPr>
          </p:nvSpPr>
          <p:spPr>
            <a:xfrm>
              <a:off x="16159" y="1225"/>
              <a:ext cx="2564" cy="166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23000">
                        <a:schemeClr val="accent1">
                          <a:lumMod val="75000"/>
                        </a:schemeClr>
                      </a:gs>
                      <a:gs pos="54000">
                        <a:srgbClr val="0695E0"/>
                      </a:gs>
                      <a:gs pos="88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           </a:t>
              </a:r>
              <a:endParaRPr lang="en-US" altLang="zh-CN" sz="6000" b="1" i="1" kern="0" dirty="0">
                <a:gradFill>
                  <a:gsLst>
                    <a:gs pos="23000">
                      <a:schemeClr val="accent1">
                        <a:lumMod val="75000"/>
                      </a:schemeClr>
                    </a:gs>
                    <a:gs pos="54000">
                      <a:srgbClr val="0695E0"/>
                    </a:gs>
                    <a:gs pos="88000">
                      <a:srgbClr val="08C5FF"/>
                    </a:gs>
                  </a:gsLst>
                  <a:lin ang="5400000" scaled="0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23000">
                        <a:schemeClr val="accent1">
                          <a:lumMod val="75000"/>
                        </a:schemeClr>
                      </a:gs>
                      <a:gs pos="54000">
                        <a:srgbClr val="0695E0"/>
                      </a:gs>
                      <a:gs pos="88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05</a:t>
              </a:r>
              <a:endParaRPr lang="en-US" altLang="zh-CN" sz="6000" b="1" i="1" kern="0" dirty="0">
                <a:gradFill>
                  <a:gsLst>
                    <a:gs pos="23000">
                      <a:schemeClr val="accent1">
                        <a:lumMod val="75000"/>
                      </a:schemeClr>
                    </a:gs>
                    <a:gs pos="54000">
                      <a:srgbClr val="0695E0"/>
                    </a:gs>
                    <a:gs pos="88000">
                      <a:srgbClr val="08C5FF"/>
                    </a:gs>
                  </a:gsLst>
                  <a:lin ang="5400000" scaled="0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61" name="矩形 560"/>
            <p:cNvSpPr/>
            <p:nvPr>
              <p:custDataLst>
                <p:tags r:id="rId4"/>
              </p:custDataLst>
            </p:nvPr>
          </p:nvSpPr>
          <p:spPr>
            <a:xfrm>
              <a:off x="12265" y="1225"/>
              <a:ext cx="2564" cy="166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lvl="0">
                <a:defRPr/>
              </a:pPr>
              <a:r>
                <a:rPr lang="en-US" altLang="zh-CN" sz="6000" b="1" i="1" kern="0" dirty="0">
                  <a:solidFill>
                    <a:srgbClr val="203864"/>
                  </a:soli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           </a:t>
              </a:r>
              <a:endParaRPr lang="en-US" altLang="zh-CN" sz="6000" b="1" i="1" kern="0" dirty="0">
                <a:solidFill>
                  <a:srgbClr val="203864"/>
                </a:soli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  <a:p>
              <a:pPr lvl="0">
                <a:defRPr/>
              </a:pPr>
              <a:r>
                <a:rPr lang="en-US" altLang="zh-CN" sz="6000" b="1" i="1" kern="0" dirty="0">
                  <a:solidFill>
                    <a:srgbClr val="203864"/>
                  </a:soli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04</a:t>
              </a:r>
              <a:endParaRPr lang="en-US" altLang="zh-CN" sz="6000" b="1" i="1" kern="0" dirty="0">
                <a:solidFill>
                  <a:srgbClr val="203864"/>
                </a:soli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46" name="矩形 545"/>
            <p:cNvSpPr/>
            <p:nvPr>
              <p:custDataLst>
                <p:tags r:id="rId5"/>
              </p:custDataLst>
            </p:nvPr>
          </p:nvSpPr>
          <p:spPr>
            <a:xfrm>
              <a:off x="547" y="1225"/>
              <a:ext cx="2564" cy="1660"/>
            </a:xfrm>
            <a:prstGeom prst="rect">
              <a:avLst/>
            </a:prstGeom>
          </p:spPr>
          <p:txBody>
            <a:bodyPr wrap="square" anchor="ctr">
              <a:noAutofit/>
            </a:bodyPr>
            <a:lstStyle/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23000">
                        <a:schemeClr val="accent1">
                          <a:lumMod val="75000"/>
                        </a:schemeClr>
                      </a:gs>
                      <a:gs pos="54000">
                        <a:srgbClr val="0695E0"/>
                      </a:gs>
                      <a:gs pos="88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           </a:t>
              </a:r>
              <a:endParaRPr lang="en-US" altLang="zh-CN" sz="6000" b="1" i="1" kern="0" dirty="0">
                <a:gradFill>
                  <a:gsLst>
                    <a:gs pos="23000">
                      <a:schemeClr val="accent1">
                        <a:lumMod val="75000"/>
                      </a:schemeClr>
                    </a:gs>
                    <a:gs pos="54000">
                      <a:srgbClr val="0695E0"/>
                    </a:gs>
                    <a:gs pos="88000">
                      <a:srgbClr val="08C5FF"/>
                    </a:gs>
                  </a:gsLst>
                  <a:lin ang="5400000" scaled="0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  <a:p>
              <a:pPr lvl="0">
                <a:defRPr/>
              </a:pPr>
              <a:r>
                <a:rPr lang="en-US" altLang="zh-CN" sz="6000" b="1" i="1" kern="0" dirty="0">
                  <a:gradFill>
                    <a:gsLst>
                      <a:gs pos="23000">
                        <a:schemeClr val="accent1">
                          <a:lumMod val="75000"/>
                        </a:schemeClr>
                      </a:gs>
                      <a:gs pos="54000">
                        <a:srgbClr val="0695E0"/>
                      </a:gs>
                      <a:gs pos="88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cs typeface="+mn-ea"/>
                  <a:sym typeface="+mn-lt"/>
                </a:rPr>
                <a:t> 01</a:t>
              </a:r>
              <a:endParaRPr lang="en-US" altLang="zh-CN" sz="6000" b="1" i="1" kern="0" dirty="0">
                <a:gradFill>
                  <a:gsLst>
                    <a:gs pos="23000">
                      <a:schemeClr val="accent1">
                        <a:lumMod val="75000"/>
                      </a:schemeClr>
                    </a:gs>
                    <a:gs pos="54000">
                      <a:srgbClr val="0695E0"/>
                    </a:gs>
                    <a:gs pos="88000">
                      <a:srgbClr val="08C5FF"/>
                    </a:gs>
                  </a:gsLst>
                  <a:lin ang="5400000" scaled="0"/>
                </a:gradFill>
                <a:effectLst>
                  <a:outerShdw blurRad="5080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组合 68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6293039" y="4126762"/>
            <a:ext cx="2065040" cy="2924424"/>
            <a:chOff x="3947884" y="1130300"/>
            <a:chExt cx="3217637" cy="4975534"/>
          </a:xfrm>
        </p:grpSpPr>
        <p:sp>
          <p:nvSpPr>
            <p:cNvPr id="683" name="ïśḻîḑe"/>
            <p:cNvSpPr/>
            <p:nvPr/>
          </p:nvSpPr>
          <p:spPr bwMode="auto">
            <a:xfrm>
              <a:off x="6003942" y="1879426"/>
              <a:ext cx="1161579" cy="2346763"/>
            </a:xfrm>
            <a:custGeom>
              <a:avLst/>
              <a:gdLst>
                <a:gd name="T0" fmla="*/ 232 w 936"/>
                <a:gd name="T1" fmla="*/ 163 h 1896"/>
                <a:gd name="T2" fmla="*/ 29 w 936"/>
                <a:gd name="T3" fmla="*/ 1735 h 1896"/>
                <a:gd name="T4" fmla="*/ 97 w 936"/>
                <a:gd name="T5" fmla="*/ 1894 h 1896"/>
                <a:gd name="T6" fmla="*/ 355 w 936"/>
                <a:gd name="T7" fmla="*/ 0 h 1896"/>
                <a:gd name="T8" fmla="*/ 232 w 936"/>
                <a:gd name="T9" fmla="*/ 163 h 1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6" h="1896">
                  <a:moveTo>
                    <a:pt x="232" y="163"/>
                  </a:moveTo>
                  <a:cubicBezTo>
                    <a:pt x="232" y="163"/>
                    <a:pt x="731" y="1191"/>
                    <a:pt x="29" y="1735"/>
                  </a:cubicBezTo>
                  <a:cubicBezTo>
                    <a:pt x="29" y="1735"/>
                    <a:pt x="0" y="1892"/>
                    <a:pt x="97" y="1894"/>
                  </a:cubicBezTo>
                  <a:cubicBezTo>
                    <a:pt x="193" y="1896"/>
                    <a:pt x="936" y="1337"/>
                    <a:pt x="355" y="0"/>
                  </a:cubicBezTo>
                  <a:cubicBezTo>
                    <a:pt x="355" y="0"/>
                    <a:pt x="264" y="20"/>
                    <a:pt x="232" y="163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4" name="íṡľîḋé"/>
            <p:cNvSpPr/>
            <p:nvPr/>
          </p:nvSpPr>
          <p:spPr bwMode="auto">
            <a:xfrm>
              <a:off x="6056119" y="1500514"/>
              <a:ext cx="418666" cy="607500"/>
            </a:xfrm>
            <a:custGeom>
              <a:avLst/>
              <a:gdLst>
                <a:gd name="T0" fmla="*/ 313 w 337"/>
                <a:gd name="T1" fmla="*/ 306 h 491"/>
                <a:gd name="T2" fmla="*/ 241 w 337"/>
                <a:gd name="T3" fmla="*/ 437 h 491"/>
                <a:gd name="T4" fmla="*/ 73 w 337"/>
                <a:gd name="T5" fmla="*/ 288 h 491"/>
                <a:gd name="T6" fmla="*/ 54 w 337"/>
                <a:gd name="T7" fmla="*/ 114 h 491"/>
                <a:gd name="T8" fmla="*/ 124 w 337"/>
                <a:gd name="T9" fmla="*/ 230 h 491"/>
                <a:gd name="T10" fmla="*/ 173 w 337"/>
                <a:gd name="T11" fmla="*/ 60 h 491"/>
                <a:gd name="T12" fmla="*/ 198 w 337"/>
                <a:gd name="T13" fmla="*/ 247 h 491"/>
                <a:gd name="T14" fmla="*/ 249 w 337"/>
                <a:gd name="T15" fmla="*/ 181 h 491"/>
                <a:gd name="T16" fmla="*/ 298 w 337"/>
                <a:gd name="T17" fmla="*/ 71 h 491"/>
                <a:gd name="T18" fmla="*/ 313 w 337"/>
                <a:gd name="T19" fmla="*/ 306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7" h="491">
                  <a:moveTo>
                    <a:pt x="313" y="306"/>
                  </a:moveTo>
                  <a:cubicBezTo>
                    <a:pt x="313" y="306"/>
                    <a:pt x="302" y="416"/>
                    <a:pt x="241" y="437"/>
                  </a:cubicBezTo>
                  <a:cubicBezTo>
                    <a:pt x="78" y="491"/>
                    <a:pt x="56" y="338"/>
                    <a:pt x="73" y="288"/>
                  </a:cubicBezTo>
                  <a:cubicBezTo>
                    <a:pt x="90" y="238"/>
                    <a:pt x="0" y="107"/>
                    <a:pt x="54" y="114"/>
                  </a:cubicBezTo>
                  <a:cubicBezTo>
                    <a:pt x="108" y="122"/>
                    <a:pt x="124" y="230"/>
                    <a:pt x="124" y="230"/>
                  </a:cubicBezTo>
                  <a:cubicBezTo>
                    <a:pt x="128" y="180"/>
                    <a:pt x="121" y="0"/>
                    <a:pt x="173" y="60"/>
                  </a:cubicBezTo>
                  <a:cubicBezTo>
                    <a:pt x="224" y="121"/>
                    <a:pt x="198" y="247"/>
                    <a:pt x="198" y="247"/>
                  </a:cubicBezTo>
                  <a:cubicBezTo>
                    <a:pt x="198" y="247"/>
                    <a:pt x="247" y="276"/>
                    <a:pt x="249" y="181"/>
                  </a:cubicBezTo>
                  <a:cubicBezTo>
                    <a:pt x="252" y="85"/>
                    <a:pt x="261" y="58"/>
                    <a:pt x="298" y="71"/>
                  </a:cubicBezTo>
                  <a:cubicBezTo>
                    <a:pt x="325" y="80"/>
                    <a:pt x="337" y="179"/>
                    <a:pt x="313" y="306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5" name="iśḷîḋè"/>
            <p:cNvSpPr/>
            <p:nvPr/>
          </p:nvSpPr>
          <p:spPr bwMode="auto">
            <a:xfrm>
              <a:off x="6170414" y="2059563"/>
              <a:ext cx="131687" cy="154049"/>
            </a:xfrm>
            <a:custGeom>
              <a:avLst/>
              <a:gdLst>
                <a:gd name="T0" fmla="*/ 0 w 106"/>
                <a:gd name="T1" fmla="*/ 54 h 124"/>
                <a:gd name="T2" fmla="*/ 82 w 106"/>
                <a:gd name="T3" fmla="*/ 114 h 124"/>
                <a:gd name="T4" fmla="*/ 53 w 106"/>
                <a:gd name="T5" fmla="*/ 0 h 124"/>
                <a:gd name="T6" fmla="*/ 0 w 106"/>
                <a:gd name="T7" fmla="*/ 5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" h="124">
                  <a:moveTo>
                    <a:pt x="0" y="54"/>
                  </a:moveTo>
                  <a:cubicBezTo>
                    <a:pt x="0" y="54"/>
                    <a:pt x="58" y="124"/>
                    <a:pt x="82" y="114"/>
                  </a:cubicBezTo>
                  <a:cubicBezTo>
                    <a:pt x="106" y="105"/>
                    <a:pt x="53" y="0"/>
                    <a:pt x="53" y="0"/>
                  </a:cubicBezTo>
                  <a:lnTo>
                    <a:pt x="0" y="54"/>
                  </a:lnTo>
                  <a:close/>
                </a:path>
              </a:pathLst>
            </a:custGeom>
            <a:solidFill>
              <a:srgbClr val="84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6" name="îṩḷíḓè"/>
            <p:cNvSpPr/>
            <p:nvPr/>
          </p:nvSpPr>
          <p:spPr bwMode="auto">
            <a:xfrm>
              <a:off x="5012562" y="1202355"/>
              <a:ext cx="1480858" cy="1287054"/>
            </a:xfrm>
            <a:custGeom>
              <a:avLst/>
              <a:gdLst>
                <a:gd name="T0" fmla="*/ 91 w 1193"/>
                <a:gd name="T1" fmla="*/ 725 h 1040"/>
                <a:gd name="T2" fmla="*/ 762 w 1193"/>
                <a:gd name="T3" fmla="*/ 927 h 1040"/>
                <a:gd name="T4" fmla="*/ 1102 w 1193"/>
                <a:gd name="T5" fmla="*/ 315 h 1040"/>
                <a:gd name="T6" fmla="*/ 432 w 1193"/>
                <a:gd name="T7" fmla="*/ 114 h 1040"/>
                <a:gd name="T8" fmla="*/ 91 w 1193"/>
                <a:gd name="T9" fmla="*/ 725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3" h="1040">
                  <a:moveTo>
                    <a:pt x="91" y="725"/>
                  </a:moveTo>
                  <a:cubicBezTo>
                    <a:pt x="183" y="950"/>
                    <a:pt x="483" y="1040"/>
                    <a:pt x="762" y="927"/>
                  </a:cubicBezTo>
                  <a:cubicBezTo>
                    <a:pt x="1041" y="813"/>
                    <a:pt x="1193" y="540"/>
                    <a:pt x="1102" y="315"/>
                  </a:cubicBezTo>
                  <a:cubicBezTo>
                    <a:pt x="1011" y="91"/>
                    <a:pt x="711" y="0"/>
                    <a:pt x="432" y="114"/>
                  </a:cubicBezTo>
                  <a:cubicBezTo>
                    <a:pt x="153" y="227"/>
                    <a:pt x="0" y="501"/>
                    <a:pt x="91" y="725"/>
                  </a:cubicBezTo>
                  <a:close/>
                </a:path>
              </a:pathLst>
            </a:custGeom>
            <a:solidFill>
              <a:srgbClr val="CC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7" name="îṧlíďê"/>
            <p:cNvSpPr/>
            <p:nvPr/>
          </p:nvSpPr>
          <p:spPr bwMode="auto">
            <a:xfrm>
              <a:off x="5784049" y="2263305"/>
              <a:ext cx="273313" cy="135414"/>
            </a:xfrm>
            <a:custGeom>
              <a:avLst/>
              <a:gdLst>
                <a:gd name="T0" fmla="*/ 0 w 220"/>
                <a:gd name="T1" fmla="*/ 110 h 110"/>
                <a:gd name="T2" fmla="*/ 189 w 220"/>
                <a:gd name="T3" fmla="*/ 2 h 110"/>
                <a:gd name="T4" fmla="*/ 220 w 220"/>
                <a:gd name="T5" fmla="*/ 0 h 110"/>
                <a:gd name="T6" fmla="*/ 82 w 220"/>
                <a:gd name="T7" fmla="*/ 90 h 110"/>
                <a:gd name="T8" fmla="*/ 0 w 220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10">
                  <a:moveTo>
                    <a:pt x="0" y="110"/>
                  </a:moveTo>
                  <a:cubicBezTo>
                    <a:pt x="0" y="110"/>
                    <a:pt x="107" y="75"/>
                    <a:pt x="189" y="2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196" y="40"/>
                    <a:pt x="82" y="90"/>
                  </a:cubicBezTo>
                  <a:cubicBezTo>
                    <a:pt x="82" y="90"/>
                    <a:pt x="29" y="105"/>
                    <a:pt x="0" y="110"/>
                  </a:cubicBezTo>
                  <a:close/>
                </a:path>
              </a:pathLst>
            </a:custGeom>
            <a:solidFill>
              <a:srgbClr val="51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8" name="ïsḷíḋé"/>
            <p:cNvSpPr/>
            <p:nvPr/>
          </p:nvSpPr>
          <p:spPr bwMode="auto">
            <a:xfrm>
              <a:off x="5500797" y="1194901"/>
              <a:ext cx="253435" cy="238527"/>
            </a:xfrm>
            <a:custGeom>
              <a:avLst/>
              <a:gdLst>
                <a:gd name="T0" fmla="*/ 69 w 205"/>
                <a:gd name="T1" fmla="*/ 193 h 193"/>
                <a:gd name="T2" fmla="*/ 12 w 205"/>
                <a:gd name="T3" fmla="*/ 71 h 193"/>
                <a:gd name="T4" fmla="*/ 130 w 205"/>
                <a:gd name="T5" fmla="*/ 29 h 193"/>
                <a:gd name="T6" fmla="*/ 205 w 205"/>
                <a:gd name="T7" fmla="*/ 171 h 193"/>
                <a:gd name="T8" fmla="*/ 69 w 205"/>
                <a:gd name="T9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193">
                  <a:moveTo>
                    <a:pt x="69" y="193"/>
                  </a:moveTo>
                  <a:cubicBezTo>
                    <a:pt x="69" y="193"/>
                    <a:pt x="0" y="82"/>
                    <a:pt x="12" y="71"/>
                  </a:cubicBezTo>
                  <a:cubicBezTo>
                    <a:pt x="24" y="61"/>
                    <a:pt x="110" y="0"/>
                    <a:pt x="130" y="29"/>
                  </a:cubicBezTo>
                  <a:cubicBezTo>
                    <a:pt x="151" y="57"/>
                    <a:pt x="205" y="171"/>
                    <a:pt x="205" y="171"/>
                  </a:cubicBezTo>
                  <a:cubicBezTo>
                    <a:pt x="205" y="171"/>
                    <a:pt x="112" y="173"/>
                    <a:pt x="69" y="193"/>
                  </a:cubicBezTo>
                  <a:close/>
                </a:path>
              </a:pathLst>
            </a:custGeom>
            <a:solidFill>
              <a:srgbClr val="CC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9" name="íṣḻiḋé"/>
            <p:cNvSpPr/>
            <p:nvPr/>
          </p:nvSpPr>
          <p:spPr bwMode="auto">
            <a:xfrm>
              <a:off x="5837469" y="1130300"/>
              <a:ext cx="188834" cy="183865"/>
            </a:xfrm>
            <a:custGeom>
              <a:avLst/>
              <a:gdLst>
                <a:gd name="T0" fmla="*/ 31 w 152"/>
                <a:gd name="T1" fmla="*/ 123 h 149"/>
                <a:gd name="T2" fmla="*/ 11 w 152"/>
                <a:gd name="T3" fmla="*/ 30 h 149"/>
                <a:gd name="T4" fmla="*/ 98 w 152"/>
                <a:gd name="T5" fmla="*/ 17 h 149"/>
                <a:gd name="T6" fmla="*/ 152 w 152"/>
                <a:gd name="T7" fmla="*/ 149 h 149"/>
                <a:gd name="T8" fmla="*/ 31 w 152"/>
                <a:gd name="T9" fmla="*/ 12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31" y="123"/>
                  </a:moveTo>
                  <a:cubicBezTo>
                    <a:pt x="31" y="123"/>
                    <a:pt x="0" y="40"/>
                    <a:pt x="11" y="30"/>
                  </a:cubicBezTo>
                  <a:cubicBezTo>
                    <a:pt x="21" y="20"/>
                    <a:pt x="85" y="0"/>
                    <a:pt x="98" y="17"/>
                  </a:cubicBezTo>
                  <a:cubicBezTo>
                    <a:pt x="112" y="35"/>
                    <a:pt x="152" y="149"/>
                    <a:pt x="152" y="149"/>
                  </a:cubicBezTo>
                  <a:cubicBezTo>
                    <a:pt x="152" y="149"/>
                    <a:pt x="66" y="123"/>
                    <a:pt x="31" y="123"/>
                  </a:cubicBezTo>
                  <a:close/>
                </a:path>
              </a:pathLst>
            </a:custGeom>
            <a:solidFill>
              <a:srgbClr val="CC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0" name="ïS1iḓè"/>
            <p:cNvSpPr/>
            <p:nvPr/>
          </p:nvSpPr>
          <p:spPr bwMode="auto">
            <a:xfrm>
              <a:off x="5047347" y="1469457"/>
              <a:ext cx="212439" cy="243497"/>
            </a:xfrm>
            <a:custGeom>
              <a:avLst/>
              <a:gdLst>
                <a:gd name="T0" fmla="*/ 77 w 171"/>
                <a:gd name="T1" fmla="*/ 197 h 197"/>
                <a:gd name="T2" fmla="*/ 4 w 171"/>
                <a:gd name="T3" fmla="*/ 84 h 197"/>
                <a:gd name="T4" fmla="*/ 108 w 171"/>
                <a:gd name="T5" fmla="*/ 4 h 197"/>
                <a:gd name="T6" fmla="*/ 171 w 171"/>
                <a:gd name="T7" fmla="*/ 91 h 197"/>
                <a:gd name="T8" fmla="*/ 77 w 171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197">
                  <a:moveTo>
                    <a:pt x="77" y="197"/>
                  </a:moveTo>
                  <a:cubicBezTo>
                    <a:pt x="77" y="197"/>
                    <a:pt x="8" y="109"/>
                    <a:pt x="4" y="84"/>
                  </a:cubicBezTo>
                  <a:cubicBezTo>
                    <a:pt x="0" y="59"/>
                    <a:pt x="78" y="7"/>
                    <a:pt x="108" y="4"/>
                  </a:cubicBezTo>
                  <a:cubicBezTo>
                    <a:pt x="137" y="0"/>
                    <a:pt x="171" y="91"/>
                    <a:pt x="171" y="91"/>
                  </a:cubicBezTo>
                  <a:lnTo>
                    <a:pt x="77" y="197"/>
                  </a:lnTo>
                  <a:close/>
                </a:path>
              </a:pathLst>
            </a:custGeom>
            <a:solidFill>
              <a:srgbClr val="CC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1" name="ïṣļîḋe"/>
            <p:cNvSpPr/>
            <p:nvPr/>
          </p:nvSpPr>
          <p:spPr bwMode="auto">
            <a:xfrm>
              <a:off x="5316932" y="1325346"/>
              <a:ext cx="159018" cy="149080"/>
            </a:xfrm>
            <a:custGeom>
              <a:avLst/>
              <a:gdLst>
                <a:gd name="T0" fmla="*/ 35 w 128"/>
                <a:gd name="T1" fmla="*/ 120 h 120"/>
                <a:gd name="T2" fmla="*/ 14 w 128"/>
                <a:gd name="T3" fmla="*/ 40 h 120"/>
                <a:gd name="T4" fmla="*/ 92 w 128"/>
                <a:gd name="T5" fmla="*/ 8 h 120"/>
                <a:gd name="T6" fmla="*/ 128 w 128"/>
                <a:gd name="T7" fmla="*/ 61 h 120"/>
                <a:gd name="T8" fmla="*/ 35 w 128"/>
                <a:gd name="T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20">
                  <a:moveTo>
                    <a:pt x="35" y="120"/>
                  </a:moveTo>
                  <a:cubicBezTo>
                    <a:pt x="35" y="120"/>
                    <a:pt x="0" y="61"/>
                    <a:pt x="14" y="40"/>
                  </a:cubicBezTo>
                  <a:cubicBezTo>
                    <a:pt x="21" y="29"/>
                    <a:pt x="86" y="0"/>
                    <a:pt x="92" y="8"/>
                  </a:cubicBezTo>
                  <a:cubicBezTo>
                    <a:pt x="98" y="16"/>
                    <a:pt x="128" y="61"/>
                    <a:pt x="128" y="61"/>
                  </a:cubicBezTo>
                  <a:lnTo>
                    <a:pt x="35" y="120"/>
                  </a:lnTo>
                  <a:close/>
                </a:path>
              </a:pathLst>
            </a:custGeom>
            <a:solidFill>
              <a:srgbClr val="CC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2" name="îṡľîďê"/>
            <p:cNvSpPr/>
            <p:nvPr/>
          </p:nvSpPr>
          <p:spPr bwMode="auto">
            <a:xfrm>
              <a:off x="5903312" y="2145284"/>
              <a:ext cx="120506" cy="140384"/>
            </a:xfrm>
            <a:custGeom>
              <a:avLst/>
              <a:gdLst>
                <a:gd name="T0" fmla="*/ 0 w 97"/>
                <a:gd name="T1" fmla="*/ 0 h 113"/>
                <a:gd name="T2" fmla="*/ 39 w 97"/>
                <a:gd name="T3" fmla="*/ 89 h 113"/>
                <a:gd name="T4" fmla="*/ 97 w 97"/>
                <a:gd name="T5" fmla="*/ 14 h 113"/>
                <a:gd name="T6" fmla="*/ 0 w 97"/>
                <a:gd name="T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113">
                  <a:moveTo>
                    <a:pt x="0" y="0"/>
                  </a:moveTo>
                  <a:cubicBezTo>
                    <a:pt x="0" y="0"/>
                    <a:pt x="7" y="64"/>
                    <a:pt x="39" y="89"/>
                  </a:cubicBezTo>
                  <a:cubicBezTo>
                    <a:pt x="71" y="113"/>
                    <a:pt x="97" y="14"/>
                    <a:pt x="97" y="1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4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3" name="ïşļîḑe"/>
            <p:cNvSpPr/>
            <p:nvPr/>
          </p:nvSpPr>
          <p:spPr bwMode="auto">
            <a:xfrm>
              <a:off x="6067300" y="1919180"/>
              <a:ext cx="50936" cy="70813"/>
            </a:xfrm>
            <a:custGeom>
              <a:avLst/>
              <a:gdLst>
                <a:gd name="T0" fmla="*/ 35 w 41"/>
                <a:gd name="T1" fmla="*/ 23 h 57"/>
                <a:gd name="T2" fmla="*/ 31 w 41"/>
                <a:gd name="T3" fmla="*/ 54 h 57"/>
                <a:gd name="T4" fmla="*/ 6 w 41"/>
                <a:gd name="T5" fmla="*/ 35 h 57"/>
                <a:gd name="T6" fmla="*/ 10 w 41"/>
                <a:gd name="T7" fmla="*/ 3 h 57"/>
                <a:gd name="T8" fmla="*/ 35 w 41"/>
                <a:gd name="T9" fmla="*/ 2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7">
                  <a:moveTo>
                    <a:pt x="35" y="23"/>
                  </a:moveTo>
                  <a:cubicBezTo>
                    <a:pt x="41" y="37"/>
                    <a:pt x="39" y="51"/>
                    <a:pt x="31" y="54"/>
                  </a:cubicBezTo>
                  <a:cubicBezTo>
                    <a:pt x="23" y="57"/>
                    <a:pt x="12" y="49"/>
                    <a:pt x="6" y="35"/>
                  </a:cubicBezTo>
                  <a:cubicBezTo>
                    <a:pt x="0" y="20"/>
                    <a:pt x="2" y="6"/>
                    <a:pt x="10" y="3"/>
                  </a:cubicBezTo>
                  <a:cubicBezTo>
                    <a:pt x="18" y="0"/>
                    <a:pt x="29" y="9"/>
                    <a:pt x="35" y="23"/>
                  </a:cubicBezTo>
                  <a:close/>
                </a:path>
              </a:pathLst>
            </a:custGeom>
            <a:solidFill>
              <a:srgbClr val="51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4" name="ïš1iḋé"/>
            <p:cNvSpPr/>
            <p:nvPr/>
          </p:nvSpPr>
          <p:spPr bwMode="auto">
            <a:xfrm>
              <a:off x="6233772" y="1852094"/>
              <a:ext cx="50936" cy="70813"/>
            </a:xfrm>
            <a:custGeom>
              <a:avLst/>
              <a:gdLst>
                <a:gd name="T0" fmla="*/ 35 w 41"/>
                <a:gd name="T1" fmla="*/ 22 h 57"/>
                <a:gd name="T2" fmla="*/ 31 w 41"/>
                <a:gd name="T3" fmla="*/ 54 h 57"/>
                <a:gd name="T4" fmla="*/ 6 w 41"/>
                <a:gd name="T5" fmla="*/ 34 h 57"/>
                <a:gd name="T6" fmla="*/ 10 w 41"/>
                <a:gd name="T7" fmla="*/ 3 h 57"/>
                <a:gd name="T8" fmla="*/ 35 w 41"/>
                <a:gd name="T9" fmla="*/ 2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7">
                  <a:moveTo>
                    <a:pt x="35" y="22"/>
                  </a:moveTo>
                  <a:cubicBezTo>
                    <a:pt x="41" y="37"/>
                    <a:pt x="39" y="51"/>
                    <a:pt x="31" y="54"/>
                  </a:cubicBezTo>
                  <a:cubicBezTo>
                    <a:pt x="23" y="57"/>
                    <a:pt x="12" y="48"/>
                    <a:pt x="6" y="34"/>
                  </a:cubicBezTo>
                  <a:cubicBezTo>
                    <a:pt x="0" y="20"/>
                    <a:pt x="2" y="6"/>
                    <a:pt x="10" y="3"/>
                  </a:cubicBezTo>
                  <a:cubicBezTo>
                    <a:pt x="18" y="0"/>
                    <a:pt x="29" y="8"/>
                    <a:pt x="35" y="22"/>
                  </a:cubicBezTo>
                  <a:close/>
                </a:path>
              </a:pathLst>
            </a:custGeom>
            <a:solidFill>
              <a:srgbClr val="51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5" name="íṡlíḓé"/>
            <p:cNvSpPr/>
            <p:nvPr/>
          </p:nvSpPr>
          <p:spPr bwMode="auto">
            <a:xfrm>
              <a:off x="6010153" y="1541512"/>
              <a:ext cx="323006" cy="320521"/>
            </a:xfrm>
            <a:custGeom>
              <a:avLst/>
              <a:gdLst>
                <a:gd name="T0" fmla="*/ 236 w 260"/>
                <a:gd name="T1" fmla="*/ 86 h 259"/>
                <a:gd name="T2" fmla="*/ 173 w 260"/>
                <a:gd name="T3" fmla="*/ 235 h 259"/>
                <a:gd name="T4" fmla="*/ 24 w 260"/>
                <a:gd name="T5" fmla="*/ 172 h 259"/>
                <a:gd name="T6" fmla="*/ 87 w 260"/>
                <a:gd name="T7" fmla="*/ 24 h 259"/>
                <a:gd name="T8" fmla="*/ 236 w 260"/>
                <a:gd name="T9" fmla="*/ 86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259">
                  <a:moveTo>
                    <a:pt x="236" y="86"/>
                  </a:moveTo>
                  <a:cubicBezTo>
                    <a:pt x="260" y="145"/>
                    <a:pt x="231" y="211"/>
                    <a:pt x="173" y="235"/>
                  </a:cubicBezTo>
                  <a:cubicBezTo>
                    <a:pt x="114" y="259"/>
                    <a:pt x="48" y="231"/>
                    <a:pt x="24" y="172"/>
                  </a:cubicBezTo>
                  <a:cubicBezTo>
                    <a:pt x="0" y="114"/>
                    <a:pt x="28" y="47"/>
                    <a:pt x="87" y="24"/>
                  </a:cubicBezTo>
                  <a:cubicBezTo>
                    <a:pt x="146" y="0"/>
                    <a:pt x="212" y="28"/>
                    <a:pt x="236" y="86"/>
                  </a:cubicBezTo>
                  <a:close/>
                </a:path>
              </a:pathLst>
            </a:custGeom>
            <a:solidFill>
              <a:srgbClr val="84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6" name="iṣḻïḓè"/>
            <p:cNvSpPr/>
            <p:nvPr/>
          </p:nvSpPr>
          <p:spPr bwMode="auto">
            <a:xfrm>
              <a:off x="6049907" y="1531573"/>
              <a:ext cx="300644" cy="316795"/>
            </a:xfrm>
            <a:custGeom>
              <a:avLst/>
              <a:gdLst>
                <a:gd name="T0" fmla="*/ 218 w 242"/>
                <a:gd name="T1" fmla="*/ 89 h 256"/>
                <a:gd name="T2" fmla="*/ 164 w 242"/>
                <a:gd name="T3" fmla="*/ 234 h 256"/>
                <a:gd name="T4" fmla="*/ 23 w 242"/>
                <a:gd name="T5" fmla="*/ 168 h 256"/>
                <a:gd name="T6" fmla="*/ 78 w 242"/>
                <a:gd name="T7" fmla="*/ 22 h 256"/>
                <a:gd name="T8" fmla="*/ 218 w 242"/>
                <a:gd name="T9" fmla="*/ 8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256">
                  <a:moveTo>
                    <a:pt x="218" y="89"/>
                  </a:moveTo>
                  <a:cubicBezTo>
                    <a:pt x="242" y="147"/>
                    <a:pt x="217" y="212"/>
                    <a:pt x="164" y="234"/>
                  </a:cubicBezTo>
                  <a:cubicBezTo>
                    <a:pt x="110" y="256"/>
                    <a:pt x="47" y="226"/>
                    <a:pt x="23" y="168"/>
                  </a:cubicBezTo>
                  <a:cubicBezTo>
                    <a:pt x="0" y="109"/>
                    <a:pt x="24" y="44"/>
                    <a:pt x="78" y="22"/>
                  </a:cubicBezTo>
                  <a:cubicBezTo>
                    <a:pt x="131" y="0"/>
                    <a:pt x="194" y="30"/>
                    <a:pt x="218" y="89"/>
                  </a:cubicBezTo>
                  <a:close/>
                </a:path>
              </a:pathLst>
            </a:custGeom>
            <a:solidFill>
              <a:srgbClr val="D6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7" name="iṡḻîḑê"/>
            <p:cNvSpPr/>
            <p:nvPr/>
          </p:nvSpPr>
          <p:spPr bwMode="auto">
            <a:xfrm>
              <a:off x="6113267" y="1676925"/>
              <a:ext cx="53421" cy="69571"/>
            </a:xfrm>
            <a:custGeom>
              <a:avLst/>
              <a:gdLst>
                <a:gd name="T0" fmla="*/ 38 w 43"/>
                <a:gd name="T1" fmla="*/ 22 h 56"/>
                <a:gd name="T2" fmla="*/ 32 w 43"/>
                <a:gd name="T3" fmla="*/ 53 h 56"/>
                <a:gd name="T4" fmla="*/ 6 w 43"/>
                <a:gd name="T5" fmla="*/ 35 h 56"/>
                <a:gd name="T6" fmla="*/ 12 w 43"/>
                <a:gd name="T7" fmla="*/ 4 h 56"/>
                <a:gd name="T8" fmla="*/ 38 w 43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56">
                  <a:moveTo>
                    <a:pt x="38" y="22"/>
                  </a:moveTo>
                  <a:cubicBezTo>
                    <a:pt x="43" y="35"/>
                    <a:pt x="40" y="49"/>
                    <a:pt x="32" y="53"/>
                  </a:cubicBezTo>
                  <a:cubicBezTo>
                    <a:pt x="23" y="56"/>
                    <a:pt x="11" y="48"/>
                    <a:pt x="6" y="35"/>
                  </a:cubicBezTo>
                  <a:cubicBezTo>
                    <a:pt x="0" y="21"/>
                    <a:pt x="3" y="7"/>
                    <a:pt x="12" y="4"/>
                  </a:cubicBezTo>
                  <a:cubicBezTo>
                    <a:pt x="21" y="0"/>
                    <a:pt x="32" y="8"/>
                    <a:pt x="38" y="22"/>
                  </a:cubicBezTo>
                  <a:close/>
                </a:path>
              </a:pathLst>
            </a:custGeom>
            <a:solidFill>
              <a:srgbClr val="84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8" name="iŝļiḋè"/>
            <p:cNvSpPr/>
            <p:nvPr/>
          </p:nvSpPr>
          <p:spPr bwMode="auto">
            <a:xfrm>
              <a:off x="6242469" y="1625990"/>
              <a:ext cx="53421" cy="68329"/>
            </a:xfrm>
            <a:custGeom>
              <a:avLst/>
              <a:gdLst>
                <a:gd name="T0" fmla="*/ 38 w 43"/>
                <a:gd name="T1" fmla="*/ 22 h 56"/>
                <a:gd name="T2" fmla="*/ 32 w 43"/>
                <a:gd name="T3" fmla="*/ 52 h 56"/>
                <a:gd name="T4" fmla="*/ 6 w 43"/>
                <a:gd name="T5" fmla="*/ 34 h 56"/>
                <a:gd name="T6" fmla="*/ 12 w 43"/>
                <a:gd name="T7" fmla="*/ 4 h 56"/>
                <a:gd name="T8" fmla="*/ 38 w 43"/>
                <a:gd name="T9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56">
                  <a:moveTo>
                    <a:pt x="38" y="22"/>
                  </a:moveTo>
                  <a:cubicBezTo>
                    <a:pt x="43" y="35"/>
                    <a:pt x="40" y="49"/>
                    <a:pt x="32" y="52"/>
                  </a:cubicBezTo>
                  <a:cubicBezTo>
                    <a:pt x="23" y="56"/>
                    <a:pt x="11" y="48"/>
                    <a:pt x="6" y="34"/>
                  </a:cubicBezTo>
                  <a:cubicBezTo>
                    <a:pt x="0" y="21"/>
                    <a:pt x="3" y="7"/>
                    <a:pt x="12" y="4"/>
                  </a:cubicBezTo>
                  <a:cubicBezTo>
                    <a:pt x="21" y="0"/>
                    <a:pt x="32" y="8"/>
                    <a:pt x="38" y="22"/>
                  </a:cubicBezTo>
                  <a:close/>
                </a:path>
              </a:pathLst>
            </a:custGeom>
            <a:solidFill>
              <a:srgbClr val="84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9" name="i$ľïḋê"/>
            <p:cNvSpPr/>
            <p:nvPr/>
          </p:nvSpPr>
          <p:spPr bwMode="auto">
            <a:xfrm>
              <a:off x="6202714" y="1274410"/>
              <a:ext cx="209954" cy="187592"/>
            </a:xfrm>
            <a:custGeom>
              <a:avLst/>
              <a:gdLst>
                <a:gd name="T0" fmla="*/ 26 w 169"/>
                <a:gd name="T1" fmla="*/ 43 h 152"/>
                <a:gd name="T2" fmla="*/ 122 w 169"/>
                <a:gd name="T3" fmla="*/ 128 h 152"/>
                <a:gd name="T4" fmla="*/ 161 w 169"/>
                <a:gd name="T5" fmla="*/ 118 h 152"/>
                <a:gd name="T6" fmla="*/ 26 w 169"/>
                <a:gd name="T7" fmla="*/ 3 h 152"/>
                <a:gd name="T8" fmla="*/ 26 w 169"/>
                <a:gd name="T9" fmla="*/ 4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52">
                  <a:moveTo>
                    <a:pt x="26" y="43"/>
                  </a:moveTo>
                  <a:cubicBezTo>
                    <a:pt x="70" y="49"/>
                    <a:pt x="108" y="88"/>
                    <a:pt x="122" y="128"/>
                  </a:cubicBezTo>
                  <a:cubicBezTo>
                    <a:pt x="131" y="152"/>
                    <a:pt x="169" y="142"/>
                    <a:pt x="161" y="118"/>
                  </a:cubicBezTo>
                  <a:cubicBezTo>
                    <a:pt x="139" y="58"/>
                    <a:pt x="89" y="11"/>
                    <a:pt x="26" y="3"/>
                  </a:cubicBezTo>
                  <a:cubicBezTo>
                    <a:pt x="0" y="0"/>
                    <a:pt x="1" y="40"/>
                    <a:pt x="26" y="43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0" name="íṥlidê"/>
            <p:cNvSpPr/>
            <p:nvPr/>
          </p:nvSpPr>
          <p:spPr bwMode="auto">
            <a:xfrm>
              <a:off x="6294647" y="1208567"/>
              <a:ext cx="178896" cy="154049"/>
            </a:xfrm>
            <a:custGeom>
              <a:avLst/>
              <a:gdLst>
                <a:gd name="T0" fmla="*/ 25 w 144"/>
                <a:gd name="T1" fmla="*/ 43 h 125"/>
                <a:gd name="T2" fmla="*/ 97 w 144"/>
                <a:gd name="T3" fmla="*/ 102 h 125"/>
                <a:gd name="T4" fmla="*/ 132 w 144"/>
                <a:gd name="T5" fmla="*/ 82 h 125"/>
                <a:gd name="T6" fmla="*/ 36 w 144"/>
                <a:gd name="T7" fmla="*/ 4 h 125"/>
                <a:gd name="T8" fmla="*/ 25 w 144"/>
                <a:gd name="T9" fmla="*/ 43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25">
                  <a:moveTo>
                    <a:pt x="25" y="43"/>
                  </a:moveTo>
                  <a:cubicBezTo>
                    <a:pt x="59" y="49"/>
                    <a:pt x="82" y="73"/>
                    <a:pt x="97" y="102"/>
                  </a:cubicBezTo>
                  <a:cubicBezTo>
                    <a:pt x="109" y="125"/>
                    <a:pt x="144" y="105"/>
                    <a:pt x="132" y="82"/>
                  </a:cubicBezTo>
                  <a:cubicBezTo>
                    <a:pt x="113" y="45"/>
                    <a:pt x="78" y="12"/>
                    <a:pt x="36" y="4"/>
                  </a:cubicBezTo>
                  <a:cubicBezTo>
                    <a:pt x="11" y="0"/>
                    <a:pt x="0" y="39"/>
                    <a:pt x="25" y="43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1" name="ïṩļïḍè"/>
            <p:cNvSpPr/>
            <p:nvPr/>
          </p:nvSpPr>
          <p:spPr bwMode="auto">
            <a:xfrm>
              <a:off x="4844847" y="1619778"/>
              <a:ext cx="111810" cy="208712"/>
            </a:xfrm>
            <a:custGeom>
              <a:avLst/>
              <a:gdLst>
                <a:gd name="T0" fmla="*/ 46 w 91"/>
                <a:gd name="T1" fmla="*/ 19 h 169"/>
                <a:gd name="T2" fmla="*/ 4 w 91"/>
                <a:gd name="T3" fmla="*/ 133 h 169"/>
                <a:gd name="T4" fmla="*/ 42 w 91"/>
                <a:gd name="T5" fmla="*/ 144 h 169"/>
                <a:gd name="T6" fmla="*/ 74 w 91"/>
                <a:gd name="T7" fmla="*/ 47 h 169"/>
                <a:gd name="T8" fmla="*/ 46 w 91"/>
                <a:gd name="T9" fmla="*/ 1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69">
                  <a:moveTo>
                    <a:pt x="46" y="19"/>
                  </a:moveTo>
                  <a:cubicBezTo>
                    <a:pt x="16" y="51"/>
                    <a:pt x="9" y="92"/>
                    <a:pt x="4" y="133"/>
                  </a:cubicBezTo>
                  <a:cubicBezTo>
                    <a:pt x="0" y="158"/>
                    <a:pt x="39" y="169"/>
                    <a:pt x="42" y="144"/>
                  </a:cubicBezTo>
                  <a:cubicBezTo>
                    <a:pt x="47" y="111"/>
                    <a:pt x="50" y="73"/>
                    <a:pt x="74" y="47"/>
                  </a:cubicBezTo>
                  <a:cubicBezTo>
                    <a:pt x="91" y="28"/>
                    <a:pt x="63" y="0"/>
                    <a:pt x="46" y="19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2" name="ïslíḋe"/>
            <p:cNvSpPr/>
            <p:nvPr/>
          </p:nvSpPr>
          <p:spPr bwMode="auto">
            <a:xfrm>
              <a:off x="4762853" y="1581266"/>
              <a:ext cx="121748" cy="221135"/>
            </a:xfrm>
            <a:custGeom>
              <a:avLst/>
              <a:gdLst>
                <a:gd name="T0" fmla="*/ 58 w 98"/>
                <a:gd name="T1" fmla="*/ 15 h 179"/>
                <a:gd name="T2" fmla="*/ 1 w 98"/>
                <a:gd name="T3" fmla="*/ 153 h 179"/>
                <a:gd name="T4" fmla="*/ 41 w 98"/>
                <a:gd name="T5" fmla="*/ 153 h 179"/>
                <a:gd name="T6" fmla="*/ 78 w 98"/>
                <a:gd name="T7" fmla="*/ 50 h 179"/>
                <a:gd name="T8" fmla="*/ 58 w 98"/>
                <a:gd name="T9" fmla="*/ 1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179">
                  <a:moveTo>
                    <a:pt x="58" y="15"/>
                  </a:moveTo>
                  <a:cubicBezTo>
                    <a:pt x="15" y="48"/>
                    <a:pt x="1" y="101"/>
                    <a:pt x="1" y="153"/>
                  </a:cubicBezTo>
                  <a:cubicBezTo>
                    <a:pt x="0" y="179"/>
                    <a:pt x="40" y="179"/>
                    <a:pt x="41" y="153"/>
                  </a:cubicBezTo>
                  <a:cubicBezTo>
                    <a:pt x="41" y="118"/>
                    <a:pt x="47" y="73"/>
                    <a:pt x="78" y="50"/>
                  </a:cubicBezTo>
                  <a:cubicBezTo>
                    <a:pt x="98" y="34"/>
                    <a:pt x="78" y="0"/>
                    <a:pt x="58" y="15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3" name="íśliḋé"/>
            <p:cNvSpPr/>
            <p:nvPr/>
          </p:nvSpPr>
          <p:spPr bwMode="auto">
            <a:xfrm>
              <a:off x="5406380" y="2591281"/>
              <a:ext cx="638558" cy="691978"/>
            </a:xfrm>
            <a:custGeom>
              <a:avLst/>
              <a:gdLst>
                <a:gd name="T0" fmla="*/ 131 w 515"/>
                <a:gd name="T1" fmla="*/ 0 h 559"/>
                <a:gd name="T2" fmla="*/ 456 w 515"/>
                <a:gd name="T3" fmla="*/ 295 h 559"/>
                <a:gd name="T4" fmla="*/ 131 w 515"/>
                <a:gd name="T5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5" h="559">
                  <a:moveTo>
                    <a:pt x="131" y="0"/>
                  </a:moveTo>
                  <a:cubicBezTo>
                    <a:pt x="131" y="0"/>
                    <a:pt x="397" y="30"/>
                    <a:pt x="456" y="295"/>
                  </a:cubicBezTo>
                  <a:cubicBezTo>
                    <a:pt x="515" y="559"/>
                    <a:pt x="0" y="81"/>
                    <a:pt x="131" y="0"/>
                  </a:cubicBezTo>
                  <a:close/>
                </a:path>
              </a:pathLst>
            </a:custGeom>
            <a:solidFill>
              <a:srgbClr val="725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4" name="ïślïḋè"/>
            <p:cNvSpPr/>
            <p:nvPr/>
          </p:nvSpPr>
          <p:spPr bwMode="auto">
            <a:xfrm>
              <a:off x="5027470" y="2572646"/>
              <a:ext cx="1533036" cy="1342960"/>
            </a:xfrm>
            <a:custGeom>
              <a:avLst/>
              <a:gdLst>
                <a:gd name="T0" fmla="*/ 460 w 1236"/>
                <a:gd name="T1" fmla="*/ 80 h 1085"/>
                <a:gd name="T2" fmla="*/ 1089 w 1236"/>
                <a:gd name="T3" fmla="*/ 540 h 1085"/>
                <a:gd name="T4" fmla="*/ 776 w 1236"/>
                <a:gd name="T5" fmla="*/ 1079 h 1085"/>
                <a:gd name="T6" fmla="*/ 357 w 1236"/>
                <a:gd name="T7" fmla="*/ 892 h 1085"/>
                <a:gd name="T8" fmla="*/ 20 w 1236"/>
                <a:gd name="T9" fmla="*/ 473 h 1085"/>
                <a:gd name="T10" fmla="*/ 460 w 1236"/>
                <a:gd name="T11" fmla="*/ 8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6" h="1085">
                  <a:moveTo>
                    <a:pt x="460" y="80"/>
                  </a:moveTo>
                  <a:cubicBezTo>
                    <a:pt x="460" y="80"/>
                    <a:pt x="942" y="347"/>
                    <a:pt x="1089" y="540"/>
                  </a:cubicBezTo>
                  <a:cubicBezTo>
                    <a:pt x="1236" y="733"/>
                    <a:pt x="912" y="1072"/>
                    <a:pt x="776" y="1079"/>
                  </a:cubicBezTo>
                  <a:cubicBezTo>
                    <a:pt x="640" y="1085"/>
                    <a:pt x="357" y="892"/>
                    <a:pt x="357" y="892"/>
                  </a:cubicBezTo>
                  <a:cubicBezTo>
                    <a:pt x="357" y="892"/>
                    <a:pt x="0" y="640"/>
                    <a:pt x="20" y="473"/>
                  </a:cubicBezTo>
                  <a:cubicBezTo>
                    <a:pt x="40" y="306"/>
                    <a:pt x="255" y="0"/>
                    <a:pt x="460" y="80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05" name="í$ľiḍe"/>
            <p:cNvSpPr/>
            <p:nvPr/>
          </p:nvSpPr>
          <p:spPr bwMode="auto">
            <a:xfrm>
              <a:off x="4565323" y="2199947"/>
              <a:ext cx="1182699" cy="1844861"/>
            </a:xfrm>
            <a:custGeom>
              <a:avLst/>
              <a:gdLst>
                <a:gd name="T0" fmla="*/ 830 w 954"/>
                <a:gd name="T1" fmla="*/ 1246 h 1490"/>
                <a:gd name="T2" fmla="*/ 847 w 954"/>
                <a:gd name="T3" fmla="*/ 1193 h 1490"/>
                <a:gd name="T4" fmla="*/ 488 w 954"/>
                <a:gd name="T5" fmla="*/ 887 h 1490"/>
                <a:gd name="T6" fmla="*/ 610 w 954"/>
                <a:gd name="T7" fmla="*/ 814 h 1490"/>
                <a:gd name="T8" fmla="*/ 538 w 954"/>
                <a:gd name="T9" fmla="*/ 771 h 1490"/>
                <a:gd name="T10" fmla="*/ 737 w 954"/>
                <a:gd name="T11" fmla="*/ 637 h 1490"/>
                <a:gd name="T12" fmla="*/ 643 w 954"/>
                <a:gd name="T13" fmla="*/ 609 h 1490"/>
                <a:gd name="T14" fmla="*/ 924 w 954"/>
                <a:gd name="T15" fmla="*/ 391 h 1490"/>
                <a:gd name="T16" fmla="*/ 833 w 954"/>
                <a:gd name="T17" fmla="*/ 381 h 1490"/>
                <a:gd name="T18" fmla="*/ 541 w 954"/>
                <a:gd name="T19" fmla="*/ 91 h 1490"/>
                <a:gd name="T20" fmla="*/ 610 w 954"/>
                <a:gd name="T21" fmla="*/ 254 h 1490"/>
                <a:gd name="T22" fmla="*/ 316 w 954"/>
                <a:gd name="T23" fmla="*/ 308 h 1490"/>
                <a:gd name="T24" fmla="*/ 394 w 954"/>
                <a:gd name="T25" fmla="*/ 452 h 1490"/>
                <a:gd name="T26" fmla="*/ 186 w 954"/>
                <a:gd name="T27" fmla="*/ 952 h 1490"/>
                <a:gd name="T28" fmla="*/ 65 w 954"/>
                <a:gd name="T29" fmla="*/ 877 h 1490"/>
                <a:gd name="T30" fmla="*/ 127 w 954"/>
                <a:gd name="T31" fmla="*/ 1039 h 1490"/>
                <a:gd name="T32" fmla="*/ 71 w 954"/>
                <a:gd name="T33" fmla="*/ 1168 h 1490"/>
                <a:gd name="T34" fmla="*/ 211 w 954"/>
                <a:gd name="T35" fmla="*/ 1185 h 1490"/>
                <a:gd name="T36" fmla="*/ 774 w 954"/>
                <a:gd name="T37" fmla="*/ 1349 h 1490"/>
                <a:gd name="T38" fmla="*/ 830 w 954"/>
                <a:gd name="T39" fmla="*/ 1246 h 1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54" h="1490">
                  <a:moveTo>
                    <a:pt x="830" y="1246"/>
                  </a:moveTo>
                  <a:cubicBezTo>
                    <a:pt x="847" y="1193"/>
                    <a:pt x="847" y="1193"/>
                    <a:pt x="847" y="1193"/>
                  </a:cubicBezTo>
                  <a:cubicBezTo>
                    <a:pt x="847" y="1193"/>
                    <a:pt x="599" y="880"/>
                    <a:pt x="488" y="887"/>
                  </a:cubicBezTo>
                  <a:cubicBezTo>
                    <a:pt x="488" y="887"/>
                    <a:pt x="600" y="849"/>
                    <a:pt x="610" y="814"/>
                  </a:cubicBezTo>
                  <a:cubicBezTo>
                    <a:pt x="620" y="780"/>
                    <a:pt x="538" y="771"/>
                    <a:pt x="538" y="771"/>
                  </a:cubicBezTo>
                  <a:cubicBezTo>
                    <a:pt x="538" y="771"/>
                    <a:pt x="724" y="681"/>
                    <a:pt x="737" y="637"/>
                  </a:cubicBezTo>
                  <a:cubicBezTo>
                    <a:pt x="751" y="593"/>
                    <a:pt x="643" y="609"/>
                    <a:pt x="643" y="609"/>
                  </a:cubicBezTo>
                  <a:cubicBezTo>
                    <a:pt x="643" y="609"/>
                    <a:pt x="939" y="445"/>
                    <a:pt x="924" y="391"/>
                  </a:cubicBezTo>
                  <a:cubicBezTo>
                    <a:pt x="910" y="337"/>
                    <a:pt x="833" y="381"/>
                    <a:pt x="833" y="381"/>
                  </a:cubicBezTo>
                  <a:cubicBezTo>
                    <a:pt x="833" y="381"/>
                    <a:pt x="954" y="0"/>
                    <a:pt x="541" y="91"/>
                  </a:cubicBezTo>
                  <a:cubicBezTo>
                    <a:pt x="541" y="91"/>
                    <a:pt x="493" y="182"/>
                    <a:pt x="610" y="254"/>
                  </a:cubicBezTo>
                  <a:cubicBezTo>
                    <a:pt x="610" y="254"/>
                    <a:pt x="384" y="237"/>
                    <a:pt x="316" y="308"/>
                  </a:cubicBezTo>
                  <a:cubicBezTo>
                    <a:pt x="251" y="376"/>
                    <a:pt x="394" y="452"/>
                    <a:pt x="394" y="452"/>
                  </a:cubicBezTo>
                  <a:cubicBezTo>
                    <a:pt x="394" y="452"/>
                    <a:pt x="88" y="700"/>
                    <a:pt x="186" y="952"/>
                  </a:cubicBezTo>
                  <a:cubicBezTo>
                    <a:pt x="186" y="952"/>
                    <a:pt x="87" y="874"/>
                    <a:pt x="65" y="877"/>
                  </a:cubicBezTo>
                  <a:cubicBezTo>
                    <a:pt x="43" y="879"/>
                    <a:pt x="19" y="971"/>
                    <a:pt x="127" y="1039"/>
                  </a:cubicBezTo>
                  <a:cubicBezTo>
                    <a:pt x="127" y="1039"/>
                    <a:pt x="0" y="1093"/>
                    <a:pt x="71" y="1168"/>
                  </a:cubicBezTo>
                  <a:cubicBezTo>
                    <a:pt x="142" y="1242"/>
                    <a:pt x="211" y="1185"/>
                    <a:pt x="211" y="1185"/>
                  </a:cubicBezTo>
                  <a:cubicBezTo>
                    <a:pt x="211" y="1185"/>
                    <a:pt x="464" y="1490"/>
                    <a:pt x="774" y="1349"/>
                  </a:cubicBezTo>
                  <a:lnTo>
                    <a:pt x="830" y="1246"/>
                  </a:lnTo>
                  <a:close/>
                </a:path>
              </a:pathLst>
            </a:custGeom>
            <a:solidFill>
              <a:srgbClr val="725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6" name="ïsľïḑe"/>
            <p:cNvSpPr/>
            <p:nvPr/>
          </p:nvSpPr>
          <p:spPr bwMode="auto">
            <a:xfrm>
              <a:off x="5376564" y="3710621"/>
              <a:ext cx="393819" cy="400030"/>
            </a:xfrm>
            <a:custGeom>
              <a:avLst/>
              <a:gdLst>
                <a:gd name="T0" fmla="*/ 158 w 318"/>
                <a:gd name="T1" fmla="*/ 0 h 323"/>
                <a:gd name="T2" fmla="*/ 26 w 318"/>
                <a:gd name="T3" fmla="*/ 95 h 323"/>
                <a:gd name="T4" fmla="*/ 293 w 318"/>
                <a:gd name="T5" fmla="*/ 113 h 323"/>
                <a:gd name="T6" fmla="*/ 158 w 318"/>
                <a:gd name="T7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323">
                  <a:moveTo>
                    <a:pt x="158" y="0"/>
                  </a:moveTo>
                  <a:cubicBezTo>
                    <a:pt x="158" y="0"/>
                    <a:pt x="52" y="0"/>
                    <a:pt x="26" y="95"/>
                  </a:cubicBezTo>
                  <a:cubicBezTo>
                    <a:pt x="0" y="189"/>
                    <a:pt x="235" y="323"/>
                    <a:pt x="293" y="113"/>
                  </a:cubicBezTo>
                  <a:cubicBezTo>
                    <a:pt x="318" y="24"/>
                    <a:pt x="158" y="0"/>
                    <a:pt x="158" y="0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7" name="iślíḍe"/>
            <p:cNvSpPr/>
            <p:nvPr/>
          </p:nvSpPr>
          <p:spPr bwMode="auto">
            <a:xfrm>
              <a:off x="5376564" y="3055912"/>
              <a:ext cx="109325" cy="175169"/>
            </a:xfrm>
            <a:custGeom>
              <a:avLst/>
              <a:gdLst>
                <a:gd name="T0" fmla="*/ 0 w 88"/>
                <a:gd name="T1" fmla="*/ 142 h 142"/>
                <a:gd name="T2" fmla="*/ 56 w 88"/>
                <a:gd name="T3" fmla="*/ 0 h 142"/>
                <a:gd name="T4" fmla="*/ 0 w 88"/>
                <a:gd name="T5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" h="142">
                  <a:moveTo>
                    <a:pt x="0" y="142"/>
                  </a:moveTo>
                  <a:cubicBezTo>
                    <a:pt x="0" y="142"/>
                    <a:pt x="53" y="76"/>
                    <a:pt x="56" y="0"/>
                  </a:cubicBezTo>
                  <a:cubicBezTo>
                    <a:pt x="56" y="0"/>
                    <a:pt x="88" y="107"/>
                    <a:pt x="0" y="142"/>
                  </a:cubicBezTo>
                  <a:close/>
                </a:path>
              </a:pathLst>
            </a:custGeom>
            <a:solidFill>
              <a:srgbClr val="4939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8" name="ïṧḻiḓê"/>
            <p:cNvSpPr/>
            <p:nvPr/>
          </p:nvSpPr>
          <p:spPr bwMode="auto">
            <a:xfrm>
              <a:off x="5543036" y="2745330"/>
              <a:ext cx="141626" cy="111810"/>
            </a:xfrm>
            <a:custGeom>
              <a:avLst/>
              <a:gdLst>
                <a:gd name="T0" fmla="*/ 0 w 114"/>
                <a:gd name="T1" fmla="*/ 90 h 90"/>
                <a:gd name="T2" fmla="*/ 114 w 114"/>
                <a:gd name="T3" fmla="*/ 53 h 90"/>
                <a:gd name="T4" fmla="*/ 0 w 114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" h="90">
                  <a:moveTo>
                    <a:pt x="0" y="90"/>
                  </a:moveTo>
                  <a:cubicBezTo>
                    <a:pt x="0" y="90"/>
                    <a:pt x="74" y="35"/>
                    <a:pt x="114" y="53"/>
                  </a:cubicBezTo>
                  <a:cubicBezTo>
                    <a:pt x="114" y="53"/>
                    <a:pt x="23" y="0"/>
                    <a:pt x="0" y="90"/>
                  </a:cubicBezTo>
                  <a:close/>
                </a:path>
              </a:pathLst>
            </a:custGeom>
            <a:solidFill>
              <a:srgbClr val="4939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9" name="îsľîdé"/>
            <p:cNvSpPr/>
            <p:nvPr/>
          </p:nvSpPr>
          <p:spPr bwMode="auto">
            <a:xfrm>
              <a:off x="5687147" y="3294440"/>
              <a:ext cx="540414" cy="459662"/>
            </a:xfrm>
            <a:custGeom>
              <a:avLst/>
              <a:gdLst>
                <a:gd name="T0" fmla="*/ 436 w 436"/>
                <a:gd name="T1" fmla="*/ 0 h 371"/>
                <a:gd name="T2" fmla="*/ 74 w 436"/>
                <a:gd name="T3" fmla="*/ 127 h 371"/>
                <a:gd name="T4" fmla="*/ 136 w 436"/>
                <a:gd name="T5" fmla="*/ 371 h 371"/>
                <a:gd name="T6" fmla="*/ 436 w 436"/>
                <a:gd name="T7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371">
                  <a:moveTo>
                    <a:pt x="436" y="0"/>
                  </a:moveTo>
                  <a:cubicBezTo>
                    <a:pt x="436" y="0"/>
                    <a:pt x="147" y="2"/>
                    <a:pt x="74" y="127"/>
                  </a:cubicBezTo>
                  <a:cubicBezTo>
                    <a:pt x="0" y="252"/>
                    <a:pt x="136" y="371"/>
                    <a:pt x="136" y="371"/>
                  </a:cubicBezTo>
                  <a:cubicBezTo>
                    <a:pt x="136" y="371"/>
                    <a:pt x="368" y="59"/>
                    <a:pt x="436" y="0"/>
                  </a:cubicBezTo>
                  <a:close/>
                </a:path>
              </a:pathLst>
            </a:custGeom>
            <a:solidFill>
              <a:srgbClr val="7534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0" name="îşliḍe"/>
            <p:cNvSpPr/>
            <p:nvPr/>
          </p:nvSpPr>
          <p:spPr bwMode="auto">
            <a:xfrm>
              <a:off x="5668512" y="3099394"/>
              <a:ext cx="293190" cy="125476"/>
            </a:xfrm>
            <a:custGeom>
              <a:avLst/>
              <a:gdLst>
                <a:gd name="T0" fmla="*/ 0 w 237"/>
                <a:gd name="T1" fmla="*/ 0 h 101"/>
                <a:gd name="T2" fmla="*/ 123 w 237"/>
                <a:gd name="T3" fmla="*/ 74 h 101"/>
                <a:gd name="T4" fmla="*/ 183 w 237"/>
                <a:gd name="T5" fmla="*/ 2 h 101"/>
                <a:gd name="T6" fmla="*/ 219 w 237"/>
                <a:gd name="T7" fmla="*/ 101 h 101"/>
                <a:gd name="T8" fmla="*/ 182 w 237"/>
                <a:gd name="T9" fmla="*/ 30 h 101"/>
                <a:gd name="T10" fmla="*/ 128 w 237"/>
                <a:gd name="T11" fmla="*/ 94 h 101"/>
                <a:gd name="T12" fmla="*/ 0 w 237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01">
                  <a:moveTo>
                    <a:pt x="0" y="0"/>
                  </a:moveTo>
                  <a:cubicBezTo>
                    <a:pt x="0" y="0"/>
                    <a:pt x="104" y="81"/>
                    <a:pt x="123" y="74"/>
                  </a:cubicBezTo>
                  <a:cubicBezTo>
                    <a:pt x="142" y="67"/>
                    <a:pt x="131" y="2"/>
                    <a:pt x="183" y="2"/>
                  </a:cubicBezTo>
                  <a:cubicBezTo>
                    <a:pt x="234" y="2"/>
                    <a:pt x="237" y="75"/>
                    <a:pt x="219" y="101"/>
                  </a:cubicBezTo>
                  <a:cubicBezTo>
                    <a:pt x="219" y="101"/>
                    <a:pt x="210" y="31"/>
                    <a:pt x="182" y="30"/>
                  </a:cubicBezTo>
                  <a:cubicBezTo>
                    <a:pt x="154" y="28"/>
                    <a:pt x="160" y="98"/>
                    <a:pt x="128" y="94"/>
                  </a:cubicBezTo>
                  <a:cubicBezTo>
                    <a:pt x="97" y="9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B8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1" name="iṧḷiḋe"/>
            <p:cNvSpPr/>
            <p:nvPr/>
          </p:nvSpPr>
          <p:spPr bwMode="auto">
            <a:xfrm>
              <a:off x="5427500" y="3159026"/>
              <a:ext cx="176411" cy="177654"/>
            </a:xfrm>
            <a:custGeom>
              <a:avLst/>
              <a:gdLst>
                <a:gd name="T0" fmla="*/ 142 w 142"/>
                <a:gd name="T1" fmla="*/ 0 h 143"/>
                <a:gd name="T2" fmla="*/ 0 w 142"/>
                <a:gd name="T3" fmla="*/ 110 h 143"/>
                <a:gd name="T4" fmla="*/ 97 w 142"/>
                <a:gd name="T5" fmla="*/ 47 h 143"/>
                <a:gd name="T6" fmla="*/ 87 w 142"/>
                <a:gd name="T7" fmla="*/ 143 h 143"/>
                <a:gd name="T8" fmla="*/ 142 w 142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43">
                  <a:moveTo>
                    <a:pt x="142" y="0"/>
                  </a:moveTo>
                  <a:cubicBezTo>
                    <a:pt x="142" y="0"/>
                    <a:pt x="26" y="50"/>
                    <a:pt x="0" y="110"/>
                  </a:cubicBezTo>
                  <a:cubicBezTo>
                    <a:pt x="0" y="110"/>
                    <a:pt x="57" y="70"/>
                    <a:pt x="97" y="47"/>
                  </a:cubicBezTo>
                  <a:cubicBezTo>
                    <a:pt x="97" y="47"/>
                    <a:pt x="77" y="97"/>
                    <a:pt x="87" y="143"/>
                  </a:cubicBezTo>
                  <a:cubicBezTo>
                    <a:pt x="87" y="143"/>
                    <a:pt x="134" y="22"/>
                    <a:pt x="142" y="0"/>
                  </a:cubicBezTo>
                  <a:close/>
                </a:path>
              </a:pathLst>
            </a:custGeom>
            <a:solidFill>
              <a:srgbClr val="190F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2" name="ïśḷidê"/>
            <p:cNvSpPr/>
            <p:nvPr/>
          </p:nvSpPr>
          <p:spPr bwMode="auto">
            <a:xfrm>
              <a:off x="5687147" y="2908075"/>
              <a:ext cx="160261" cy="144110"/>
            </a:xfrm>
            <a:custGeom>
              <a:avLst/>
              <a:gdLst>
                <a:gd name="T0" fmla="*/ 43 w 130"/>
                <a:gd name="T1" fmla="*/ 85 h 116"/>
                <a:gd name="T2" fmla="*/ 118 w 130"/>
                <a:gd name="T3" fmla="*/ 101 h 116"/>
                <a:gd name="T4" fmla="*/ 87 w 130"/>
                <a:gd name="T5" fmla="*/ 31 h 116"/>
                <a:gd name="T6" fmla="*/ 12 w 130"/>
                <a:gd name="T7" fmla="*/ 15 h 116"/>
                <a:gd name="T8" fmla="*/ 43 w 130"/>
                <a:gd name="T9" fmla="*/ 8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16">
                  <a:moveTo>
                    <a:pt x="43" y="85"/>
                  </a:moveTo>
                  <a:cubicBezTo>
                    <a:pt x="72" y="109"/>
                    <a:pt x="105" y="116"/>
                    <a:pt x="118" y="101"/>
                  </a:cubicBezTo>
                  <a:cubicBezTo>
                    <a:pt x="130" y="86"/>
                    <a:pt x="116" y="54"/>
                    <a:pt x="87" y="31"/>
                  </a:cubicBezTo>
                  <a:cubicBezTo>
                    <a:pt x="58" y="7"/>
                    <a:pt x="25" y="0"/>
                    <a:pt x="12" y="15"/>
                  </a:cubicBezTo>
                  <a:cubicBezTo>
                    <a:pt x="0" y="30"/>
                    <a:pt x="14" y="62"/>
                    <a:pt x="43" y="85"/>
                  </a:cubicBezTo>
                  <a:close/>
                </a:path>
              </a:pathLst>
            </a:custGeom>
            <a:solidFill>
              <a:srgbClr val="190F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3" name="iṣḻidè"/>
            <p:cNvSpPr/>
            <p:nvPr/>
          </p:nvSpPr>
          <p:spPr bwMode="auto">
            <a:xfrm>
              <a:off x="5120644" y="2108014"/>
              <a:ext cx="232316" cy="187592"/>
            </a:xfrm>
            <a:custGeom>
              <a:avLst/>
              <a:gdLst>
                <a:gd name="T0" fmla="*/ 185 w 187"/>
                <a:gd name="T1" fmla="*/ 131 h 151"/>
                <a:gd name="T2" fmla="*/ 94 w 187"/>
                <a:gd name="T3" fmla="*/ 121 h 151"/>
                <a:gd name="T4" fmla="*/ 19 w 187"/>
                <a:gd name="T5" fmla="*/ 39 h 151"/>
                <a:gd name="T6" fmla="*/ 48 w 187"/>
                <a:gd name="T7" fmla="*/ 17 h 151"/>
                <a:gd name="T8" fmla="*/ 185 w 187"/>
                <a:gd name="T9" fmla="*/ 13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" h="151">
                  <a:moveTo>
                    <a:pt x="185" y="131"/>
                  </a:moveTo>
                  <a:cubicBezTo>
                    <a:pt x="187" y="135"/>
                    <a:pt x="145" y="151"/>
                    <a:pt x="94" y="121"/>
                  </a:cubicBezTo>
                  <a:cubicBezTo>
                    <a:pt x="43" y="91"/>
                    <a:pt x="38" y="59"/>
                    <a:pt x="19" y="39"/>
                  </a:cubicBezTo>
                  <a:cubicBezTo>
                    <a:pt x="0" y="20"/>
                    <a:pt x="36" y="0"/>
                    <a:pt x="48" y="17"/>
                  </a:cubicBezTo>
                  <a:cubicBezTo>
                    <a:pt x="60" y="34"/>
                    <a:pt x="143" y="58"/>
                    <a:pt x="185" y="131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4" name="îSļíḍè"/>
            <p:cNvSpPr/>
            <p:nvPr/>
          </p:nvSpPr>
          <p:spPr bwMode="auto">
            <a:xfrm>
              <a:off x="5099525" y="1786250"/>
              <a:ext cx="407484" cy="562776"/>
            </a:xfrm>
            <a:custGeom>
              <a:avLst/>
              <a:gdLst>
                <a:gd name="T0" fmla="*/ 118 w 328"/>
                <a:gd name="T1" fmla="*/ 349 h 454"/>
                <a:gd name="T2" fmla="*/ 21 w 328"/>
                <a:gd name="T3" fmla="*/ 200 h 454"/>
                <a:gd name="T4" fmla="*/ 21 w 328"/>
                <a:gd name="T5" fmla="*/ 113 h 454"/>
                <a:gd name="T6" fmla="*/ 59 w 328"/>
                <a:gd name="T7" fmla="*/ 139 h 454"/>
                <a:gd name="T8" fmla="*/ 88 w 328"/>
                <a:gd name="T9" fmla="*/ 199 h 454"/>
                <a:gd name="T10" fmla="*/ 102 w 328"/>
                <a:gd name="T11" fmla="*/ 29 h 454"/>
                <a:gd name="T12" fmla="*/ 150 w 328"/>
                <a:gd name="T13" fmla="*/ 125 h 454"/>
                <a:gd name="T14" fmla="*/ 173 w 328"/>
                <a:gd name="T15" fmla="*/ 172 h 454"/>
                <a:gd name="T16" fmla="*/ 208 w 328"/>
                <a:gd name="T17" fmla="*/ 34 h 454"/>
                <a:gd name="T18" fmla="*/ 263 w 328"/>
                <a:gd name="T19" fmla="*/ 86 h 454"/>
                <a:gd name="T20" fmla="*/ 286 w 328"/>
                <a:gd name="T21" fmla="*/ 232 h 454"/>
                <a:gd name="T22" fmla="*/ 289 w 328"/>
                <a:gd name="T23" fmla="*/ 385 h 454"/>
                <a:gd name="T24" fmla="*/ 118 w 328"/>
                <a:gd name="T25" fmla="*/ 349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8" h="454">
                  <a:moveTo>
                    <a:pt x="118" y="349"/>
                  </a:moveTo>
                  <a:cubicBezTo>
                    <a:pt x="118" y="349"/>
                    <a:pt x="41" y="252"/>
                    <a:pt x="21" y="200"/>
                  </a:cubicBezTo>
                  <a:cubicBezTo>
                    <a:pt x="0" y="148"/>
                    <a:pt x="9" y="119"/>
                    <a:pt x="21" y="113"/>
                  </a:cubicBezTo>
                  <a:cubicBezTo>
                    <a:pt x="34" y="107"/>
                    <a:pt x="50" y="104"/>
                    <a:pt x="59" y="139"/>
                  </a:cubicBezTo>
                  <a:cubicBezTo>
                    <a:pt x="69" y="173"/>
                    <a:pt x="85" y="202"/>
                    <a:pt x="88" y="199"/>
                  </a:cubicBezTo>
                  <a:cubicBezTo>
                    <a:pt x="91" y="196"/>
                    <a:pt x="45" y="58"/>
                    <a:pt x="102" y="29"/>
                  </a:cubicBezTo>
                  <a:cubicBezTo>
                    <a:pt x="160" y="0"/>
                    <a:pt x="138" y="83"/>
                    <a:pt x="150" y="125"/>
                  </a:cubicBezTo>
                  <a:cubicBezTo>
                    <a:pt x="157" y="148"/>
                    <a:pt x="166" y="175"/>
                    <a:pt x="173" y="172"/>
                  </a:cubicBezTo>
                  <a:cubicBezTo>
                    <a:pt x="179" y="170"/>
                    <a:pt x="178" y="56"/>
                    <a:pt x="208" y="34"/>
                  </a:cubicBezTo>
                  <a:cubicBezTo>
                    <a:pt x="239" y="12"/>
                    <a:pt x="264" y="36"/>
                    <a:pt x="263" y="86"/>
                  </a:cubicBezTo>
                  <a:cubicBezTo>
                    <a:pt x="261" y="136"/>
                    <a:pt x="275" y="205"/>
                    <a:pt x="286" y="232"/>
                  </a:cubicBezTo>
                  <a:cubicBezTo>
                    <a:pt x="297" y="260"/>
                    <a:pt x="328" y="356"/>
                    <a:pt x="289" y="385"/>
                  </a:cubicBezTo>
                  <a:cubicBezTo>
                    <a:pt x="250" y="414"/>
                    <a:pt x="180" y="454"/>
                    <a:pt x="118" y="349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5" name="ïś1îḋé"/>
            <p:cNvSpPr/>
            <p:nvPr/>
          </p:nvSpPr>
          <p:spPr bwMode="auto">
            <a:xfrm>
              <a:off x="3947884" y="2059563"/>
              <a:ext cx="1674662" cy="2426272"/>
            </a:xfrm>
            <a:custGeom>
              <a:avLst/>
              <a:gdLst>
                <a:gd name="T0" fmla="*/ 1179 w 1350"/>
                <a:gd name="T1" fmla="*/ 1686 h 1959"/>
                <a:gd name="T2" fmla="*/ 1201 w 1350"/>
                <a:gd name="T3" fmla="*/ 190 h 1959"/>
                <a:gd name="T4" fmla="*/ 1006 w 1350"/>
                <a:gd name="T5" fmla="*/ 115 h 1959"/>
                <a:gd name="T6" fmla="*/ 1167 w 1350"/>
                <a:gd name="T7" fmla="*/ 1941 h 1959"/>
                <a:gd name="T8" fmla="*/ 1179 w 1350"/>
                <a:gd name="T9" fmla="*/ 1686 h 1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0" h="1959">
                  <a:moveTo>
                    <a:pt x="1179" y="1686"/>
                  </a:moveTo>
                  <a:cubicBezTo>
                    <a:pt x="1179" y="1686"/>
                    <a:pt x="328" y="1049"/>
                    <a:pt x="1201" y="190"/>
                  </a:cubicBezTo>
                  <a:cubicBezTo>
                    <a:pt x="1238" y="153"/>
                    <a:pt x="1144" y="0"/>
                    <a:pt x="1006" y="115"/>
                  </a:cubicBezTo>
                  <a:cubicBezTo>
                    <a:pt x="1006" y="115"/>
                    <a:pt x="0" y="1066"/>
                    <a:pt x="1167" y="1941"/>
                  </a:cubicBezTo>
                  <a:cubicBezTo>
                    <a:pt x="1167" y="1941"/>
                    <a:pt x="1350" y="1959"/>
                    <a:pt x="1179" y="1686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6" name="ïşḷiḋé"/>
            <p:cNvSpPr/>
            <p:nvPr/>
          </p:nvSpPr>
          <p:spPr bwMode="auto">
            <a:xfrm>
              <a:off x="5311963" y="4019961"/>
              <a:ext cx="1423711" cy="2085873"/>
            </a:xfrm>
            <a:custGeom>
              <a:avLst/>
              <a:gdLst>
                <a:gd name="T0" fmla="*/ 227 w 1148"/>
                <a:gd name="T1" fmla="*/ 51 h 1685"/>
                <a:gd name="T2" fmla="*/ 79 w 1148"/>
                <a:gd name="T3" fmla="*/ 103 h 1685"/>
                <a:gd name="T4" fmla="*/ 94 w 1148"/>
                <a:gd name="T5" fmla="*/ 475 h 1685"/>
                <a:gd name="T6" fmla="*/ 287 w 1148"/>
                <a:gd name="T7" fmla="*/ 1685 h 1685"/>
                <a:gd name="T8" fmla="*/ 886 w 1148"/>
                <a:gd name="T9" fmla="*/ 1524 h 1685"/>
                <a:gd name="T10" fmla="*/ 897 w 1148"/>
                <a:gd name="T11" fmla="*/ 1427 h 1685"/>
                <a:gd name="T12" fmla="*/ 929 w 1148"/>
                <a:gd name="T13" fmla="*/ 1514 h 1685"/>
                <a:gd name="T14" fmla="*/ 1148 w 1148"/>
                <a:gd name="T15" fmla="*/ 1429 h 1685"/>
                <a:gd name="T16" fmla="*/ 628 w 1148"/>
                <a:gd name="T17" fmla="*/ 0 h 1685"/>
                <a:gd name="T18" fmla="*/ 227 w 1148"/>
                <a:gd name="T19" fmla="*/ 51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8" h="1685">
                  <a:moveTo>
                    <a:pt x="227" y="51"/>
                  </a:moveTo>
                  <a:cubicBezTo>
                    <a:pt x="227" y="51"/>
                    <a:pt x="127" y="93"/>
                    <a:pt x="79" y="103"/>
                  </a:cubicBezTo>
                  <a:cubicBezTo>
                    <a:pt x="0" y="120"/>
                    <a:pt x="56" y="308"/>
                    <a:pt x="94" y="475"/>
                  </a:cubicBezTo>
                  <a:cubicBezTo>
                    <a:pt x="176" y="833"/>
                    <a:pt x="184" y="1085"/>
                    <a:pt x="287" y="1685"/>
                  </a:cubicBezTo>
                  <a:cubicBezTo>
                    <a:pt x="287" y="1685"/>
                    <a:pt x="732" y="1641"/>
                    <a:pt x="886" y="1524"/>
                  </a:cubicBezTo>
                  <a:cubicBezTo>
                    <a:pt x="897" y="1427"/>
                    <a:pt x="897" y="1427"/>
                    <a:pt x="897" y="1427"/>
                  </a:cubicBezTo>
                  <a:cubicBezTo>
                    <a:pt x="897" y="1427"/>
                    <a:pt x="919" y="1476"/>
                    <a:pt x="929" y="1514"/>
                  </a:cubicBezTo>
                  <a:cubicBezTo>
                    <a:pt x="929" y="1514"/>
                    <a:pt x="1077" y="1521"/>
                    <a:pt x="1148" y="1429"/>
                  </a:cubicBezTo>
                  <a:cubicBezTo>
                    <a:pt x="1148" y="1429"/>
                    <a:pt x="811" y="448"/>
                    <a:pt x="628" y="0"/>
                  </a:cubicBezTo>
                  <a:cubicBezTo>
                    <a:pt x="628" y="0"/>
                    <a:pt x="345" y="38"/>
                    <a:pt x="227" y="51"/>
                  </a:cubicBezTo>
                  <a:close/>
                </a:path>
              </a:pathLst>
            </a:custGeom>
            <a:solidFill>
              <a:srgbClr val="46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7" name="íṧľïḍè"/>
            <p:cNvSpPr/>
            <p:nvPr/>
          </p:nvSpPr>
          <p:spPr bwMode="auto">
            <a:xfrm>
              <a:off x="5574095" y="4003811"/>
              <a:ext cx="436058" cy="178896"/>
            </a:xfrm>
            <a:custGeom>
              <a:avLst/>
              <a:gdLst>
                <a:gd name="T0" fmla="*/ 332 w 352"/>
                <a:gd name="T1" fmla="*/ 7 h 145"/>
                <a:gd name="T2" fmla="*/ 3 w 352"/>
                <a:gd name="T3" fmla="*/ 3 h 145"/>
                <a:gd name="T4" fmla="*/ 0 w 352"/>
                <a:gd name="T5" fmla="*/ 88 h 145"/>
                <a:gd name="T6" fmla="*/ 243 w 352"/>
                <a:gd name="T7" fmla="*/ 145 h 145"/>
                <a:gd name="T8" fmla="*/ 352 w 352"/>
                <a:gd name="T9" fmla="*/ 29 h 145"/>
                <a:gd name="T10" fmla="*/ 332 w 352"/>
                <a:gd name="T11" fmla="*/ 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145">
                  <a:moveTo>
                    <a:pt x="332" y="7"/>
                  </a:moveTo>
                  <a:cubicBezTo>
                    <a:pt x="332" y="7"/>
                    <a:pt x="58" y="0"/>
                    <a:pt x="3" y="3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243" y="145"/>
                    <a:pt x="243" y="145"/>
                    <a:pt x="243" y="145"/>
                  </a:cubicBezTo>
                  <a:cubicBezTo>
                    <a:pt x="352" y="29"/>
                    <a:pt x="352" y="29"/>
                    <a:pt x="352" y="29"/>
                  </a:cubicBezTo>
                  <a:lnTo>
                    <a:pt x="332" y="7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8" name="íṩ1íḍè"/>
            <p:cNvSpPr/>
            <p:nvPr/>
          </p:nvSpPr>
          <p:spPr bwMode="auto">
            <a:xfrm>
              <a:off x="5649877" y="3731740"/>
              <a:ext cx="356549" cy="742914"/>
            </a:xfrm>
            <a:custGeom>
              <a:avLst/>
              <a:gdLst>
                <a:gd name="T0" fmla="*/ 157 w 288"/>
                <a:gd name="T1" fmla="*/ 107 h 600"/>
                <a:gd name="T2" fmla="*/ 227 w 288"/>
                <a:gd name="T3" fmla="*/ 308 h 600"/>
                <a:gd name="T4" fmla="*/ 60 w 288"/>
                <a:gd name="T5" fmla="*/ 341 h 600"/>
                <a:gd name="T6" fmla="*/ 1 w 288"/>
                <a:gd name="T7" fmla="*/ 128 h 600"/>
                <a:gd name="T8" fmla="*/ 157 w 288"/>
                <a:gd name="T9" fmla="*/ 107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600">
                  <a:moveTo>
                    <a:pt x="157" y="107"/>
                  </a:moveTo>
                  <a:cubicBezTo>
                    <a:pt x="157" y="107"/>
                    <a:pt x="198" y="285"/>
                    <a:pt x="227" y="308"/>
                  </a:cubicBezTo>
                  <a:cubicBezTo>
                    <a:pt x="288" y="600"/>
                    <a:pt x="60" y="341"/>
                    <a:pt x="60" y="341"/>
                  </a:cubicBezTo>
                  <a:cubicBezTo>
                    <a:pt x="60" y="341"/>
                    <a:pt x="1" y="198"/>
                    <a:pt x="1" y="128"/>
                  </a:cubicBezTo>
                  <a:cubicBezTo>
                    <a:pt x="0" y="0"/>
                    <a:pt x="157" y="107"/>
                    <a:pt x="157" y="107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9" name="ïṣḻîḓè"/>
            <p:cNvSpPr/>
            <p:nvPr/>
          </p:nvSpPr>
          <p:spPr bwMode="auto">
            <a:xfrm>
              <a:off x="5585276" y="4055989"/>
              <a:ext cx="616196" cy="936717"/>
            </a:xfrm>
            <a:custGeom>
              <a:avLst/>
              <a:gdLst>
                <a:gd name="T0" fmla="*/ 193 w 497"/>
                <a:gd name="T1" fmla="*/ 15 h 757"/>
                <a:gd name="T2" fmla="*/ 268 w 497"/>
                <a:gd name="T3" fmla="*/ 176 h 757"/>
                <a:gd name="T4" fmla="*/ 261 w 497"/>
                <a:gd name="T5" fmla="*/ 0 h 757"/>
                <a:gd name="T6" fmla="*/ 367 w 497"/>
                <a:gd name="T7" fmla="*/ 32 h 757"/>
                <a:gd name="T8" fmla="*/ 496 w 497"/>
                <a:gd name="T9" fmla="*/ 757 h 757"/>
                <a:gd name="T10" fmla="*/ 0 w 497"/>
                <a:gd name="T11" fmla="*/ 88 h 757"/>
                <a:gd name="T12" fmla="*/ 193 w 497"/>
                <a:gd name="T13" fmla="*/ 15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7" h="757">
                  <a:moveTo>
                    <a:pt x="193" y="15"/>
                  </a:moveTo>
                  <a:cubicBezTo>
                    <a:pt x="268" y="176"/>
                    <a:pt x="268" y="176"/>
                    <a:pt x="268" y="176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367" y="32"/>
                    <a:pt x="367" y="32"/>
                    <a:pt x="367" y="32"/>
                  </a:cubicBezTo>
                  <a:cubicBezTo>
                    <a:pt x="367" y="32"/>
                    <a:pt x="497" y="535"/>
                    <a:pt x="496" y="757"/>
                  </a:cubicBezTo>
                  <a:cubicBezTo>
                    <a:pt x="496" y="757"/>
                    <a:pt x="103" y="184"/>
                    <a:pt x="0" y="88"/>
                  </a:cubicBezTo>
                  <a:lnTo>
                    <a:pt x="193" y="15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0" name="îṣľíḍe"/>
            <p:cNvSpPr/>
            <p:nvPr/>
          </p:nvSpPr>
          <p:spPr bwMode="auto">
            <a:xfrm>
              <a:off x="5823803" y="4237369"/>
              <a:ext cx="183865" cy="178896"/>
            </a:xfrm>
            <a:custGeom>
              <a:avLst/>
              <a:gdLst>
                <a:gd name="T0" fmla="*/ 0 w 148"/>
                <a:gd name="T1" fmla="*/ 19 h 144"/>
                <a:gd name="T2" fmla="*/ 148 w 148"/>
                <a:gd name="T3" fmla="*/ 19 h 144"/>
                <a:gd name="T4" fmla="*/ 142 w 148"/>
                <a:gd name="T5" fmla="*/ 112 h 144"/>
                <a:gd name="T6" fmla="*/ 73 w 148"/>
                <a:gd name="T7" fmla="*/ 144 h 144"/>
                <a:gd name="T8" fmla="*/ 0 w 148"/>
                <a:gd name="T9" fmla="*/ 1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44">
                  <a:moveTo>
                    <a:pt x="0" y="19"/>
                  </a:moveTo>
                  <a:cubicBezTo>
                    <a:pt x="0" y="19"/>
                    <a:pt x="89" y="0"/>
                    <a:pt x="148" y="19"/>
                  </a:cubicBezTo>
                  <a:cubicBezTo>
                    <a:pt x="142" y="112"/>
                    <a:pt x="142" y="112"/>
                    <a:pt x="142" y="112"/>
                  </a:cubicBezTo>
                  <a:cubicBezTo>
                    <a:pt x="73" y="144"/>
                    <a:pt x="73" y="144"/>
                    <a:pt x="73" y="144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1" name="i$ḻiḋe"/>
            <p:cNvSpPr/>
            <p:nvPr/>
          </p:nvSpPr>
          <p:spPr bwMode="auto">
            <a:xfrm>
              <a:off x="5914494" y="4376510"/>
              <a:ext cx="310583" cy="653466"/>
            </a:xfrm>
            <a:custGeom>
              <a:avLst/>
              <a:gdLst>
                <a:gd name="T0" fmla="*/ 32 w 250"/>
                <a:gd name="T1" fmla="*/ 216 h 528"/>
                <a:gd name="T2" fmla="*/ 0 w 250"/>
                <a:gd name="T3" fmla="*/ 32 h 528"/>
                <a:gd name="T4" fmla="*/ 69 w 250"/>
                <a:gd name="T5" fmla="*/ 0 h 528"/>
                <a:gd name="T6" fmla="*/ 231 w 250"/>
                <a:gd name="T7" fmla="*/ 271 h 528"/>
                <a:gd name="T8" fmla="*/ 250 w 250"/>
                <a:gd name="T9" fmla="*/ 528 h 528"/>
                <a:gd name="T10" fmla="*/ 32 w 250"/>
                <a:gd name="T11" fmla="*/ 2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528">
                  <a:moveTo>
                    <a:pt x="32" y="216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0"/>
                    <a:pt x="201" y="212"/>
                    <a:pt x="231" y="271"/>
                  </a:cubicBezTo>
                  <a:cubicBezTo>
                    <a:pt x="250" y="528"/>
                    <a:pt x="250" y="528"/>
                    <a:pt x="250" y="528"/>
                  </a:cubicBezTo>
                  <a:lnTo>
                    <a:pt x="32" y="216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2" name="iSľíḓe"/>
            <p:cNvSpPr/>
            <p:nvPr/>
          </p:nvSpPr>
          <p:spPr bwMode="auto">
            <a:xfrm>
              <a:off x="6018849" y="4048535"/>
              <a:ext cx="342883" cy="981441"/>
            </a:xfrm>
            <a:custGeom>
              <a:avLst/>
              <a:gdLst>
                <a:gd name="T0" fmla="*/ 0 w 276"/>
                <a:gd name="T1" fmla="*/ 0 h 793"/>
                <a:gd name="T2" fmla="*/ 165 w 276"/>
                <a:gd name="T3" fmla="*/ 149 h 793"/>
                <a:gd name="T4" fmla="*/ 107 w 276"/>
                <a:gd name="T5" fmla="*/ 263 h 793"/>
                <a:gd name="T6" fmla="*/ 276 w 276"/>
                <a:gd name="T7" fmla="*/ 423 h 793"/>
                <a:gd name="T8" fmla="*/ 166 w 276"/>
                <a:gd name="T9" fmla="*/ 793 h 793"/>
                <a:gd name="T10" fmla="*/ 0 w 276"/>
                <a:gd name="T11" fmla="*/ 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6" h="793">
                  <a:moveTo>
                    <a:pt x="0" y="0"/>
                  </a:moveTo>
                  <a:cubicBezTo>
                    <a:pt x="0" y="0"/>
                    <a:pt x="85" y="98"/>
                    <a:pt x="165" y="149"/>
                  </a:cubicBezTo>
                  <a:cubicBezTo>
                    <a:pt x="165" y="149"/>
                    <a:pt x="138" y="221"/>
                    <a:pt x="107" y="263"/>
                  </a:cubicBezTo>
                  <a:cubicBezTo>
                    <a:pt x="107" y="263"/>
                    <a:pt x="226" y="364"/>
                    <a:pt x="276" y="423"/>
                  </a:cubicBezTo>
                  <a:cubicBezTo>
                    <a:pt x="276" y="423"/>
                    <a:pt x="186" y="610"/>
                    <a:pt x="166" y="793"/>
                  </a:cubicBezTo>
                  <a:cubicBezTo>
                    <a:pt x="166" y="793"/>
                    <a:pt x="42" y="77"/>
                    <a:pt x="0" y="0"/>
                  </a:cubicBezTo>
                  <a:close/>
                </a:path>
              </a:pathLst>
            </a:custGeom>
            <a:solidFill>
              <a:srgbClr val="67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3" name="iṧḷiḋê"/>
            <p:cNvSpPr/>
            <p:nvPr/>
          </p:nvSpPr>
          <p:spPr bwMode="auto">
            <a:xfrm>
              <a:off x="5908282" y="4012507"/>
              <a:ext cx="141626" cy="231073"/>
            </a:xfrm>
            <a:custGeom>
              <a:avLst/>
              <a:gdLst>
                <a:gd name="T0" fmla="*/ 0 w 114"/>
                <a:gd name="T1" fmla="*/ 35 h 187"/>
                <a:gd name="T2" fmla="*/ 76 w 114"/>
                <a:gd name="T3" fmla="*/ 187 h 187"/>
                <a:gd name="T4" fmla="*/ 110 w 114"/>
                <a:gd name="T5" fmla="*/ 53 h 187"/>
                <a:gd name="T6" fmla="*/ 62 w 114"/>
                <a:gd name="T7" fmla="*/ 0 h 187"/>
                <a:gd name="T8" fmla="*/ 0 w 114"/>
                <a:gd name="T9" fmla="*/ 35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87">
                  <a:moveTo>
                    <a:pt x="0" y="35"/>
                  </a:moveTo>
                  <a:cubicBezTo>
                    <a:pt x="76" y="187"/>
                    <a:pt x="76" y="187"/>
                    <a:pt x="76" y="187"/>
                  </a:cubicBezTo>
                  <a:cubicBezTo>
                    <a:pt x="76" y="187"/>
                    <a:pt x="114" y="87"/>
                    <a:pt x="110" y="53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4" name="iśḷîḓé"/>
            <p:cNvSpPr/>
            <p:nvPr/>
          </p:nvSpPr>
          <p:spPr bwMode="auto">
            <a:xfrm>
              <a:off x="5437439" y="4047292"/>
              <a:ext cx="787638" cy="982684"/>
            </a:xfrm>
            <a:custGeom>
              <a:avLst/>
              <a:gdLst>
                <a:gd name="T0" fmla="*/ 109 w 635"/>
                <a:gd name="T1" fmla="*/ 0 h 794"/>
                <a:gd name="T2" fmla="*/ 0 w 635"/>
                <a:gd name="T3" fmla="*/ 234 h 794"/>
                <a:gd name="T4" fmla="*/ 244 w 635"/>
                <a:gd name="T5" fmla="*/ 316 h 794"/>
                <a:gd name="T6" fmla="*/ 173 w 635"/>
                <a:gd name="T7" fmla="*/ 554 h 794"/>
                <a:gd name="T8" fmla="*/ 635 w 635"/>
                <a:gd name="T9" fmla="*/ 794 h 794"/>
                <a:gd name="T10" fmla="*/ 120 w 635"/>
                <a:gd name="T11" fmla="*/ 89 h 794"/>
                <a:gd name="T12" fmla="*/ 109 w 635"/>
                <a:gd name="T13" fmla="*/ 0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5" h="794">
                  <a:moveTo>
                    <a:pt x="109" y="0"/>
                  </a:moveTo>
                  <a:cubicBezTo>
                    <a:pt x="109" y="0"/>
                    <a:pt x="38" y="141"/>
                    <a:pt x="0" y="234"/>
                  </a:cubicBezTo>
                  <a:cubicBezTo>
                    <a:pt x="0" y="234"/>
                    <a:pt x="111" y="288"/>
                    <a:pt x="244" y="316"/>
                  </a:cubicBezTo>
                  <a:cubicBezTo>
                    <a:pt x="244" y="316"/>
                    <a:pt x="169" y="535"/>
                    <a:pt x="173" y="554"/>
                  </a:cubicBezTo>
                  <a:cubicBezTo>
                    <a:pt x="173" y="554"/>
                    <a:pt x="497" y="696"/>
                    <a:pt x="635" y="794"/>
                  </a:cubicBezTo>
                  <a:cubicBezTo>
                    <a:pt x="549" y="669"/>
                    <a:pt x="208" y="192"/>
                    <a:pt x="120" y="89"/>
                  </a:cubicBezTo>
                  <a:lnTo>
                    <a:pt x="109" y="0"/>
                  </a:lnTo>
                  <a:close/>
                </a:path>
              </a:pathLst>
            </a:custGeom>
            <a:solidFill>
              <a:srgbClr val="67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5" name="îslíḍé"/>
            <p:cNvSpPr/>
            <p:nvPr/>
          </p:nvSpPr>
          <p:spPr bwMode="auto">
            <a:xfrm>
              <a:off x="5561672" y="4007537"/>
              <a:ext cx="262132" cy="253435"/>
            </a:xfrm>
            <a:custGeom>
              <a:avLst/>
              <a:gdLst>
                <a:gd name="T0" fmla="*/ 13 w 212"/>
                <a:gd name="T1" fmla="*/ 0 h 205"/>
                <a:gd name="T2" fmla="*/ 212 w 212"/>
                <a:gd name="T3" fmla="*/ 54 h 205"/>
                <a:gd name="T4" fmla="*/ 195 w 212"/>
                <a:gd name="T5" fmla="*/ 205 h 205"/>
                <a:gd name="T6" fmla="*/ 0 w 212"/>
                <a:gd name="T7" fmla="*/ 115 h 205"/>
                <a:gd name="T8" fmla="*/ 13 w 212"/>
                <a:gd name="T9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05">
                  <a:moveTo>
                    <a:pt x="13" y="0"/>
                  </a:moveTo>
                  <a:cubicBezTo>
                    <a:pt x="212" y="54"/>
                    <a:pt x="212" y="54"/>
                    <a:pt x="212" y="54"/>
                  </a:cubicBezTo>
                  <a:cubicBezTo>
                    <a:pt x="195" y="205"/>
                    <a:pt x="195" y="205"/>
                    <a:pt x="195" y="205"/>
                  </a:cubicBezTo>
                  <a:cubicBezTo>
                    <a:pt x="195" y="205"/>
                    <a:pt x="9" y="129"/>
                    <a:pt x="0" y="115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6" name="išľíḑe"/>
            <p:cNvSpPr/>
            <p:nvPr/>
          </p:nvSpPr>
          <p:spPr bwMode="auto">
            <a:xfrm>
              <a:off x="5862316" y="5756739"/>
              <a:ext cx="911871" cy="327975"/>
            </a:xfrm>
            <a:custGeom>
              <a:avLst/>
              <a:gdLst>
                <a:gd name="T0" fmla="*/ 735 w 735"/>
                <a:gd name="T1" fmla="*/ 0 h 265"/>
                <a:gd name="T2" fmla="*/ 485 w 735"/>
                <a:gd name="T3" fmla="*/ 111 h 265"/>
                <a:gd name="T4" fmla="*/ 453 w 735"/>
                <a:gd name="T5" fmla="*/ 24 h 265"/>
                <a:gd name="T6" fmla="*/ 430 w 735"/>
                <a:gd name="T7" fmla="*/ 129 h 265"/>
                <a:gd name="T8" fmla="*/ 0 w 735"/>
                <a:gd name="T9" fmla="*/ 265 h 265"/>
                <a:gd name="T10" fmla="*/ 454 w 735"/>
                <a:gd name="T11" fmla="*/ 155 h 265"/>
                <a:gd name="T12" fmla="*/ 462 w 735"/>
                <a:gd name="T13" fmla="*/ 88 h 265"/>
                <a:gd name="T14" fmla="*/ 483 w 735"/>
                <a:gd name="T15" fmla="*/ 138 h 265"/>
                <a:gd name="T16" fmla="*/ 735 w 735"/>
                <a:gd name="T1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5" h="265">
                  <a:moveTo>
                    <a:pt x="735" y="0"/>
                  </a:moveTo>
                  <a:cubicBezTo>
                    <a:pt x="735" y="0"/>
                    <a:pt x="605" y="78"/>
                    <a:pt x="485" y="111"/>
                  </a:cubicBezTo>
                  <a:cubicBezTo>
                    <a:pt x="453" y="24"/>
                    <a:pt x="453" y="24"/>
                    <a:pt x="453" y="24"/>
                  </a:cubicBezTo>
                  <a:cubicBezTo>
                    <a:pt x="453" y="24"/>
                    <a:pt x="457" y="97"/>
                    <a:pt x="430" y="129"/>
                  </a:cubicBezTo>
                  <a:cubicBezTo>
                    <a:pt x="430" y="129"/>
                    <a:pt x="191" y="231"/>
                    <a:pt x="0" y="265"/>
                  </a:cubicBezTo>
                  <a:cubicBezTo>
                    <a:pt x="0" y="265"/>
                    <a:pt x="208" y="243"/>
                    <a:pt x="454" y="155"/>
                  </a:cubicBezTo>
                  <a:cubicBezTo>
                    <a:pt x="462" y="88"/>
                    <a:pt x="462" y="88"/>
                    <a:pt x="462" y="88"/>
                  </a:cubicBezTo>
                  <a:cubicBezTo>
                    <a:pt x="462" y="88"/>
                    <a:pt x="471" y="127"/>
                    <a:pt x="483" y="138"/>
                  </a:cubicBezTo>
                  <a:cubicBezTo>
                    <a:pt x="483" y="138"/>
                    <a:pt x="642" y="86"/>
                    <a:pt x="735" y="0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7" name="î$liḋè"/>
            <p:cNvSpPr/>
            <p:nvPr/>
          </p:nvSpPr>
          <p:spPr bwMode="auto">
            <a:xfrm>
              <a:off x="6318251" y="5156694"/>
              <a:ext cx="91932" cy="98144"/>
            </a:xfrm>
            <a:custGeom>
              <a:avLst/>
              <a:gdLst>
                <a:gd name="T0" fmla="*/ 68 w 74"/>
                <a:gd name="T1" fmla="*/ 31 h 80"/>
                <a:gd name="T2" fmla="*/ 47 w 74"/>
                <a:gd name="T3" fmla="*/ 75 h 80"/>
                <a:gd name="T4" fmla="*/ 6 w 74"/>
                <a:gd name="T5" fmla="*/ 49 h 80"/>
                <a:gd name="T6" fmla="*/ 27 w 74"/>
                <a:gd name="T7" fmla="*/ 5 h 80"/>
                <a:gd name="T8" fmla="*/ 68 w 74"/>
                <a:gd name="T9" fmla="*/ 3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80">
                  <a:moveTo>
                    <a:pt x="68" y="31"/>
                  </a:moveTo>
                  <a:cubicBezTo>
                    <a:pt x="74" y="50"/>
                    <a:pt x="64" y="70"/>
                    <a:pt x="47" y="75"/>
                  </a:cubicBezTo>
                  <a:cubicBezTo>
                    <a:pt x="30" y="80"/>
                    <a:pt x="12" y="68"/>
                    <a:pt x="6" y="49"/>
                  </a:cubicBezTo>
                  <a:cubicBezTo>
                    <a:pt x="0" y="30"/>
                    <a:pt x="10" y="10"/>
                    <a:pt x="27" y="5"/>
                  </a:cubicBezTo>
                  <a:cubicBezTo>
                    <a:pt x="44" y="0"/>
                    <a:pt x="62" y="12"/>
                    <a:pt x="68" y="31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8" name="iṩḻîḓê"/>
            <p:cNvSpPr/>
            <p:nvPr/>
          </p:nvSpPr>
          <p:spPr bwMode="auto">
            <a:xfrm>
              <a:off x="6232530" y="5066003"/>
              <a:ext cx="191319" cy="674586"/>
            </a:xfrm>
            <a:custGeom>
              <a:avLst/>
              <a:gdLst>
                <a:gd name="T0" fmla="*/ 0 w 154"/>
                <a:gd name="T1" fmla="*/ 0 h 545"/>
                <a:gd name="T2" fmla="*/ 154 w 154"/>
                <a:gd name="T3" fmla="*/ 545 h 545"/>
                <a:gd name="T4" fmla="*/ 0 w 154"/>
                <a:gd name="T5" fmla="*/ 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545">
                  <a:moveTo>
                    <a:pt x="0" y="0"/>
                  </a:moveTo>
                  <a:cubicBezTo>
                    <a:pt x="0" y="0"/>
                    <a:pt x="143" y="396"/>
                    <a:pt x="154" y="545"/>
                  </a:cubicBezTo>
                  <a:cubicBezTo>
                    <a:pt x="154" y="545"/>
                    <a:pt x="14" y="89"/>
                    <a:pt x="0" y="0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9" name="îṣľíḋe"/>
            <p:cNvSpPr/>
            <p:nvPr/>
          </p:nvSpPr>
          <p:spPr bwMode="auto">
            <a:xfrm>
              <a:off x="6387821" y="5475972"/>
              <a:ext cx="90691" cy="98144"/>
            </a:xfrm>
            <a:custGeom>
              <a:avLst/>
              <a:gdLst>
                <a:gd name="T0" fmla="*/ 68 w 73"/>
                <a:gd name="T1" fmla="*/ 30 h 79"/>
                <a:gd name="T2" fmla="*/ 47 w 73"/>
                <a:gd name="T3" fmla="*/ 74 h 79"/>
                <a:gd name="T4" fmla="*/ 6 w 73"/>
                <a:gd name="T5" fmla="*/ 48 h 79"/>
                <a:gd name="T6" fmla="*/ 27 w 73"/>
                <a:gd name="T7" fmla="*/ 4 h 79"/>
                <a:gd name="T8" fmla="*/ 68 w 73"/>
                <a:gd name="T9" fmla="*/ 3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79">
                  <a:moveTo>
                    <a:pt x="68" y="30"/>
                  </a:moveTo>
                  <a:cubicBezTo>
                    <a:pt x="73" y="49"/>
                    <a:pt x="64" y="69"/>
                    <a:pt x="47" y="74"/>
                  </a:cubicBezTo>
                  <a:cubicBezTo>
                    <a:pt x="30" y="79"/>
                    <a:pt x="11" y="67"/>
                    <a:pt x="6" y="48"/>
                  </a:cubicBezTo>
                  <a:cubicBezTo>
                    <a:pt x="0" y="29"/>
                    <a:pt x="9" y="9"/>
                    <a:pt x="27" y="4"/>
                  </a:cubicBezTo>
                  <a:cubicBezTo>
                    <a:pt x="44" y="0"/>
                    <a:pt x="62" y="11"/>
                    <a:pt x="68" y="30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0" name="íṣľiḍe"/>
            <p:cNvSpPr/>
            <p:nvPr/>
          </p:nvSpPr>
          <p:spPr bwMode="auto">
            <a:xfrm>
              <a:off x="5782807" y="2407416"/>
              <a:ext cx="475813" cy="470844"/>
            </a:xfrm>
            <a:custGeom>
              <a:avLst/>
              <a:gdLst>
                <a:gd name="T0" fmla="*/ 111 w 383"/>
                <a:gd name="T1" fmla="*/ 18 h 380"/>
                <a:gd name="T2" fmla="*/ 198 w 383"/>
                <a:gd name="T3" fmla="*/ 68 h 380"/>
                <a:gd name="T4" fmla="*/ 336 w 383"/>
                <a:gd name="T5" fmla="*/ 175 h 380"/>
                <a:gd name="T6" fmla="*/ 288 w 383"/>
                <a:gd name="T7" fmla="*/ 335 h 380"/>
                <a:gd name="T8" fmla="*/ 159 w 383"/>
                <a:gd name="T9" fmla="*/ 310 h 380"/>
                <a:gd name="T10" fmla="*/ 124 w 383"/>
                <a:gd name="T11" fmla="*/ 124 h 380"/>
                <a:gd name="T12" fmla="*/ 111 w 383"/>
                <a:gd name="T13" fmla="*/ 18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3" h="380">
                  <a:moveTo>
                    <a:pt x="111" y="18"/>
                  </a:moveTo>
                  <a:cubicBezTo>
                    <a:pt x="198" y="68"/>
                    <a:pt x="198" y="68"/>
                    <a:pt x="198" y="68"/>
                  </a:cubicBezTo>
                  <a:cubicBezTo>
                    <a:pt x="284" y="0"/>
                    <a:pt x="379" y="114"/>
                    <a:pt x="336" y="175"/>
                  </a:cubicBezTo>
                  <a:cubicBezTo>
                    <a:pt x="336" y="175"/>
                    <a:pt x="383" y="290"/>
                    <a:pt x="288" y="335"/>
                  </a:cubicBezTo>
                  <a:cubicBezTo>
                    <a:pt x="192" y="380"/>
                    <a:pt x="159" y="310"/>
                    <a:pt x="159" y="310"/>
                  </a:cubicBezTo>
                  <a:cubicBezTo>
                    <a:pt x="108" y="340"/>
                    <a:pt x="0" y="176"/>
                    <a:pt x="124" y="124"/>
                  </a:cubicBezTo>
                  <a:lnTo>
                    <a:pt x="111" y="18"/>
                  </a:lnTo>
                  <a:close/>
                </a:path>
              </a:pathLst>
            </a:custGeom>
            <a:solidFill>
              <a:srgbClr val="CE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1" name="ïṧļîdê"/>
            <p:cNvSpPr/>
            <p:nvPr/>
          </p:nvSpPr>
          <p:spPr bwMode="auto">
            <a:xfrm>
              <a:off x="6031273" y="2274487"/>
              <a:ext cx="262132" cy="228589"/>
            </a:xfrm>
            <a:custGeom>
              <a:avLst/>
              <a:gdLst>
                <a:gd name="T0" fmla="*/ 0 w 211"/>
                <a:gd name="T1" fmla="*/ 85 h 185"/>
                <a:gd name="T2" fmla="*/ 83 w 211"/>
                <a:gd name="T3" fmla="*/ 54 h 185"/>
                <a:gd name="T4" fmla="*/ 114 w 211"/>
                <a:gd name="T5" fmla="*/ 4 h 185"/>
                <a:gd name="T6" fmla="*/ 152 w 211"/>
                <a:gd name="T7" fmla="*/ 46 h 185"/>
                <a:gd name="T8" fmla="*/ 207 w 211"/>
                <a:gd name="T9" fmla="*/ 90 h 185"/>
                <a:gd name="T10" fmla="*/ 162 w 211"/>
                <a:gd name="T11" fmla="*/ 126 h 185"/>
                <a:gd name="T12" fmla="*/ 90 w 211"/>
                <a:gd name="T13" fmla="*/ 110 h 185"/>
                <a:gd name="T14" fmla="*/ 0 w 211"/>
                <a:gd name="T15" fmla="*/ 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1" h="185">
                  <a:moveTo>
                    <a:pt x="0" y="85"/>
                  </a:moveTo>
                  <a:cubicBezTo>
                    <a:pt x="0" y="85"/>
                    <a:pt x="65" y="64"/>
                    <a:pt x="83" y="54"/>
                  </a:cubicBezTo>
                  <a:cubicBezTo>
                    <a:pt x="83" y="54"/>
                    <a:pt x="80" y="0"/>
                    <a:pt x="114" y="4"/>
                  </a:cubicBezTo>
                  <a:cubicBezTo>
                    <a:pt x="149" y="8"/>
                    <a:pt x="152" y="46"/>
                    <a:pt x="152" y="46"/>
                  </a:cubicBezTo>
                  <a:cubicBezTo>
                    <a:pt x="152" y="46"/>
                    <a:pt x="203" y="42"/>
                    <a:pt x="207" y="90"/>
                  </a:cubicBezTo>
                  <a:cubicBezTo>
                    <a:pt x="211" y="138"/>
                    <a:pt x="162" y="126"/>
                    <a:pt x="162" y="126"/>
                  </a:cubicBezTo>
                  <a:cubicBezTo>
                    <a:pt x="162" y="126"/>
                    <a:pt x="110" y="185"/>
                    <a:pt x="90" y="11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CE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2" name="ïṥlîḑê"/>
            <p:cNvSpPr/>
            <p:nvPr/>
          </p:nvSpPr>
          <p:spPr bwMode="auto">
            <a:xfrm>
              <a:off x="5679693" y="2418597"/>
              <a:ext cx="226104" cy="232316"/>
            </a:xfrm>
            <a:custGeom>
              <a:avLst/>
              <a:gdLst>
                <a:gd name="T0" fmla="*/ 151 w 183"/>
                <a:gd name="T1" fmla="*/ 0 h 187"/>
                <a:gd name="T2" fmla="*/ 86 w 183"/>
                <a:gd name="T3" fmla="*/ 68 h 187"/>
                <a:gd name="T4" fmla="*/ 23 w 183"/>
                <a:gd name="T5" fmla="*/ 70 h 187"/>
                <a:gd name="T6" fmla="*/ 32 w 183"/>
                <a:gd name="T7" fmla="*/ 116 h 187"/>
                <a:gd name="T8" fmla="*/ 39 w 183"/>
                <a:gd name="T9" fmla="*/ 170 h 187"/>
                <a:gd name="T10" fmla="*/ 96 w 183"/>
                <a:gd name="T11" fmla="*/ 160 h 187"/>
                <a:gd name="T12" fmla="*/ 130 w 183"/>
                <a:gd name="T13" fmla="*/ 92 h 187"/>
                <a:gd name="T14" fmla="*/ 151 w 183"/>
                <a:gd name="T1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3" h="187">
                  <a:moveTo>
                    <a:pt x="151" y="0"/>
                  </a:moveTo>
                  <a:cubicBezTo>
                    <a:pt x="86" y="68"/>
                    <a:pt x="86" y="68"/>
                    <a:pt x="86" y="68"/>
                  </a:cubicBezTo>
                  <a:cubicBezTo>
                    <a:pt x="86" y="68"/>
                    <a:pt x="55" y="36"/>
                    <a:pt x="23" y="70"/>
                  </a:cubicBezTo>
                  <a:cubicBezTo>
                    <a:pt x="0" y="93"/>
                    <a:pt x="32" y="116"/>
                    <a:pt x="32" y="116"/>
                  </a:cubicBezTo>
                  <a:cubicBezTo>
                    <a:pt x="32" y="116"/>
                    <a:pt x="4" y="152"/>
                    <a:pt x="39" y="170"/>
                  </a:cubicBezTo>
                  <a:cubicBezTo>
                    <a:pt x="74" y="187"/>
                    <a:pt x="85" y="171"/>
                    <a:pt x="96" y="160"/>
                  </a:cubicBezTo>
                  <a:cubicBezTo>
                    <a:pt x="111" y="173"/>
                    <a:pt x="183" y="161"/>
                    <a:pt x="130" y="92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rgbClr val="CE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46685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3007"/>
            <a:ext cx="7724341" cy="442222"/>
            <a:chOff x="3002280" y="2957798"/>
            <a:chExt cx="7724341" cy="442222"/>
          </a:xfrm>
        </p:grpSpPr>
        <p:grpSp>
          <p:nvGrpSpPr>
            <p:cNvPr id="3" name="组合 2"/>
            <p:cNvGrpSpPr/>
            <p:nvPr/>
          </p:nvGrpSpPr>
          <p:grpSpPr>
            <a:xfrm>
              <a:off x="3129930" y="2957798"/>
              <a:ext cx="5929487" cy="402754"/>
              <a:chOff x="1987231" y="3564544"/>
              <a:chExt cx="5929487" cy="402754"/>
            </a:xfrm>
          </p:grpSpPr>
          <p:sp>
            <p:nvSpPr>
              <p:cNvPr id="7" name="Rectangle 8"/>
              <p:cNvSpPr>
                <a:spLocks noChangeArrowheads="1"/>
              </p:cNvSpPr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987231" y="3564544"/>
                <a:ext cx="1411366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项目背景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5000196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解决方案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606" name="组合 605"/>
          <p:cNvGrpSpPr/>
          <p:nvPr/>
        </p:nvGrpSpPr>
        <p:grpSpPr>
          <a:xfrm>
            <a:off x="611892" y="3533846"/>
            <a:ext cx="2367663" cy="2761063"/>
            <a:chOff x="4383088" y="1433513"/>
            <a:chExt cx="3421063" cy="3986213"/>
          </a:xfrm>
        </p:grpSpPr>
        <p:sp>
          <p:nvSpPr>
            <p:cNvPr id="607" name="任意多边形 4"/>
            <p:cNvSpPr/>
            <p:nvPr/>
          </p:nvSpPr>
          <p:spPr bwMode="auto">
            <a:xfrm>
              <a:off x="4695825" y="3738563"/>
              <a:ext cx="119063" cy="1390650"/>
            </a:xfrm>
            <a:custGeom>
              <a:avLst/>
              <a:gdLst>
                <a:gd name="T0" fmla="*/ 17 w 75"/>
                <a:gd name="T1" fmla="*/ 0 h 876"/>
                <a:gd name="T2" fmla="*/ 75 w 75"/>
                <a:gd name="T3" fmla="*/ 9 h 876"/>
                <a:gd name="T4" fmla="*/ 52 w 75"/>
                <a:gd name="T5" fmla="*/ 876 h 876"/>
                <a:gd name="T6" fmla="*/ 0 w 75"/>
                <a:gd name="T7" fmla="*/ 865 h 876"/>
                <a:gd name="T8" fmla="*/ 17 w 75"/>
                <a:gd name="T9" fmla="*/ 0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876">
                  <a:moveTo>
                    <a:pt x="17" y="0"/>
                  </a:moveTo>
                  <a:lnTo>
                    <a:pt x="75" y="9"/>
                  </a:lnTo>
                  <a:lnTo>
                    <a:pt x="52" y="876"/>
                  </a:lnTo>
                  <a:lnTo>
                    <a:pt x="0" y="86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995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8" name="任意多边形 5"/>
            <p:cNvSpPr/>
            <p:nvPr/>
          </p:nvSpPr>
          <p:spPr bwMode="auto">
            <a:xfrm>
              <a:off x="4778375" y="3748088"/>
              <a:ext cx="693738" cy="1381125"/>
            </a:xfrm>
            <a:custGeom>
              <a:avLst/>
              <a:gdLst>
                <a:gd name="T0" fmla="*/ 23 w 437"/>
                <a:gd name="T1" fmla="*/ 3 h 870"/>
                <a:gd name="T2" fmla="*/ 437 w 437"/>
                <a:gd name="T3" fmla="*/ 0 h 870"/>
                <a:gd name="T4" fmla="*/ 437 w 437"/>
                <a:gd name="T5" fmla="*/ 662 h 870"/>
                <a:gd name="T6" fmla="*/ 0 w 437"/>
                <a:gd name="T7" fmla="*/ 870 h 870"/>
                <a:gd name="T8" fmla="*/ 23 w 437"/>
                <a:gd name="T9" fmla="*/ 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7" h="870">
                  <a:moveTo>
                    <a:pt x="23" y="3"/>
                  </a:moveTo>
                  <a:lnTo>
                    <a:pt x="437" y="0"/>
                  </a:lnTo>
                  <a:lnTo>
                    <a:pt x="437" y="662"/>
                  </a:lnTo>
                  <a:lnTo>
                    <a:pt x="0" y="870"/>
                  </a:lnTo>
                  <a:lnTo>
                    <a:pt x="23" y="3"/>
                  </a:lnTo>
                  <a:close/>
                </a:path>
              </a:pathLst>
            </a:custGeom>
            <a:solidFill>
              <a:srgbClr val="6839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9" name="任意多边形 6"/>
            <p:cNvSpPr/>
            <p:nvPr/>
          </p:nvSpPr>
          <p:spPr bwMode="auto">
            <a:xfrm>
              <a:off x="6932613" y="4014788"/>
              <a:ext cx="119063" cy="1387475"/>
            </a:xfrm>
            <a:custGeom>
              <a:avLst/>
              <a:gdLst>
                <a:gd name="T0" fmla="*/ 17 w 75"/>
                <a:gd name="T1" fmla="*/ 0 h 874"/>
                <a:gd name="T2" fmla="*/ 75 w 75"/>
                <a:gd name="T3" fmla="*/ 6 h 874"/>
                <a:gd name="T4" fmla="*/ 52 w 75"/>
                <a:gd name="T5" fmla="*/ 874 h 874"/>
                <a:gd name="T6" fmla="*/ 0 w 75"/>
                <a:gd name="T7" fmla="*/ 865 h 874"/>
                <a:gd name="T8" fmla="*/ 17 w 75"/>
                <a:gd name="T9" fmla="*/ 0 h 8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874">
                  <a:moveTo>
                    <a:pt x="17" y="0"/>
                  </a:moveTo>
                  <a:lnTo>
                    <a:pt x="75" y="6"/>
                  </a:lnTo>
                  <a:lnTo>
                    <a:pt x="52" y="874"/>
                  </a:lnTo>
                  <a:lnTo>
                    <a:pt x="0" y="86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995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0" name="任意多边形 7"/>
            <p:cNvSpPr/>
            <p:nvPr/>
          </p:nvSpPr>
          <p:spPr bwMode="auto">
            <a:xfrm>
              <a:off x="7015163" y="3911600"/>
              <a:ext cx="688975" cy="1490663"/>
            </a:xfrm>
            <a:custGeom>
              <a:avLst/>
              <a:gdLst>
                <a:gd name="T0" fmla="*/ 23 w 434"/>
                <a:gd name="T1" fmla="*/ 71 h 939"/>
                <a:gd name="T2" fmla="*/ 434 w 434"/>
                <a:gd name="T3" fmla="*/ 0 h 939"/>
                <a:gd name="T4" fmla="*/ 434 w 434"/>
                <a:gd name="T5" fmla="*/ 730 h 939"/>
                <a:gd name="T6" fmla="*/ 0 w 434"/>
                <a:gd name="T7" fmla="*/ 939 h 939"/>
                <a:gd name="T8" fmla="*/ 23 w 434"/>
                <a:gd name="T9" fmla="*/ 7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939">
                  <a:moveTo>
                    <a:pt x="23" y="71"/>
                  </a:moveTo>
                  <a:lnTo>
                    <a:pt x="434" y="0"/>
                  </a:lnTo>
                  <a:lnTo>
                    <a:pt x="434" y="730"/>
                  </a:lnTo>
                  <a:lnTo>
                    <a:pt x="0" y="939"/>
                  </a:lnTo>
                  <a:lnTo>
                    <a:pt x="23" y="71"/>
                  </a:lnTo>
                  <a:close/>
                </a:path>
              </a:pathLst>
            </a:custGeom>
            <a:solidFill>
              <a:srgbClr val="6839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1" name="任意多边形 8"/>
            <p:cNvSpPr/>
            <p:nvPr/>
          </p:nvSpPr>
          <p:spPr bwMode="auto">
            <a:xfrm>
              <a:off x="4659313" y="3706813"/>
              <a:ext cx="2551113" cy="390525"/>
            </a:xfrm>
            <a:custGeom>
              <a:avLst/>
              <a:gdLst>
                <a:gd name="T0" fmla="*/ 3 w 1607"/>
                <a:gd name="T1" fmla="*/ 0 h 246"/>
                <a:gd name="T2" fmla="*/ 1607 w 1607"/>
                <a:gd name="T3" fmla="*/ 180 h 246"/>
                <a:gd name="T4" fmla="*/ 1604 w 1607"/>
                <a:gd name="T5" fmla="*/ 246 h 246"/>
                <a:gd name="T6" fmla="*/ 0 w 1607"/>
                <a:gd name="T7" fmla="*/ 66 h 246"/>
                <a:gd name="T8" fmla="*/ 3 w 1607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7" h="246">
                  <a:moveTo>
                    <a:pt x="3" y="0"/>
                  </a:moveTo>
                  <a:lnTo>
                    <a:pt x="1607" y="180"/>
                  </a:lnTo>
                  <a:lnTo>
                    <a:pt x="1604" y="246"/>
                  </a:lnTo>
                  <a:lnTo>
                    <a:pt x="0" y="6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995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2" name="任意多边形 9"/>
            <p:cNvSpPr/>
            <p:nvPr/>
          </p:nvSpPr>
          <p:spPr bwMode="auto">
            <a:xfrm>
              <a:off x="4664075" y="3706813"/>
              <a:ext cx="3140075" cy="285750"/>
            </a:xfrm>
            <a:custGeom>
              <a:avLst/>
              <a:gdLst>
                <a:gd name="T0" fmla="*/ 0 w 1978"/>
                <a:gd name="T1" fmla="*/ 0 h 180"/>
                <a:gd name="T2" fmla="*/ 680 w 1978"/>
                <a:gd name="T3" fmla="*/ 0 h 180"/>
                <a:gd name="T4" fmla="*/ 1978 w 1978"/>
                <a:gd name="T5" fmla="*/ 97 h 180"/>
                <a:gd name="T6" fmla="*/ 1604 w 1978"/>
                <a:gd name="T7" fmla="*/ 180 h 180"/>
                <a:gd name="T8" fmla="*/ 0 w 1978"/>
                <a:gd name="T9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8" h="180">
                  <a:moveTo>
                    <a:pt x="0" y="0"/>
                  </a:moveTo>
                  <a:lnTo>
                    <a:pt x="680" y="0"/>
                  </a:lnTo>
                  <a:lnTo>
                    <a:pt x="1978" y="97"/>
                  </a:lnTo>
                  <a:lnTo>
                    <a:pt x="1604" y="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3" name="任意多边形 10"/>
            <p:cNvSpPr/>
            <p:nvPr/>
          </p:nvSpPr>
          <p:spPr bwMode="auto">
            <a:xfrm>
              <a:off x="7205663" y="3860800"/>
              <a:ext cx="598488" cy="236538"/>
            </a:xfrm>
            <a:custGeom>
              <a:avLst/>
              <a:gdLst>
                <a:gd name="T0" fmla="*/ 3 w 377"/>
                <a:gd name="T1" fmla="*/ 83 h 149"/>
                <a:gd name="T2" fmla="*/ 0 w 377"/>
                <a:gd name="T3" fmla="*/ 149 h 149"/>
                <a:gd name="T4" fmla="*/ 371 w 377"/>
                <a:gd name="T5" fmla="*/ 63 h 149"/>
                <a:gd name="T6" fmla="*/ 377 w 377"/>
                <a:gd name="T7" fmla="*/ 0 h 149"/>
                <a:gd name="T8" fmla="*/ 3 w 377"/>
                <a:gd name="T9" fmla="*/ 8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149">
                  <a:moveTo>
                    <a:pt x="3" y="83"/>
                  </a:moveTo>
                  <a:lnTo>
                    <a:pt x="0" y="149"/>
                  </a:lnTo>
                  <a:lnTo>
                    <a:pt x="371" y="63"/>
                  </a:lnTo>
                  <a:lnTo>
                    <a:pt x="377" y="0"/>
                  </a:lnTo>
                  <a:lnTo>
                    <a:pt x="3" y="83"/>
                  </a:lnTo>
                  <a:close/>
                </a:path>
              </a:pathLst>
            </a:custGeom>
            <a:solidFill>
              <a:srgbClr val="6839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4" name="任意多边形 11"/>
            <p:cNvSpPr/>
            <p:nvPr/>
          </p:nvSpPr>
          <p:spPr bwMode="auto">
            <a:xfrm>
              <a:off x="4678363" y="2946400"/>
              <a:ext cx="1474788" cy="787400"/>
            </a:xfrm>
            <a:custGeom>
              <a:avLst/>
              <a:gdLst>
                <a:gd name="T0" fmla="*/ 167 w 325"/>
                <a:gd name="T1" fmla="*/ 25 h 174"/>
                <a:gd name="T2" fmla="*/ 64 w 325"/>
                <a:gd name="T3" fmla="*/ 4 h 174"/>
                <a:gd name="T4" fmla="*/ 30 w 325"/>
                <a:gd name="T5" fmla="*/ 5 h 174"/>
                <a:gd name="T6" fmla="*/ 16 w 325"/>
                <a:gd name="T7" fmla="*/ 19 h 174"/>
                <a:gd name="T8" fmla="*/ 14 w 325"/>
                <a:gd name="T9" fmla="*/ 88 h 174"/>
                <a:gd name="T10" fmla="*/ 59 w 325"/>
                <a:gd name="T11" fmla="*/ 117 h 174"/>
                <a:gd name="T12" fmla="*/ 210 w 325"/>
                <a:gd name="T13" fmla="*/ 172 h 174"/>
                <a:gd name="T14" fmla="*/ 274 w 325"/>
                <a:gd name="T15" fmla="*/ 156 h 174"/>
                <a:gd name="T16" fmla="*/ 297 w 325"/>
                <a:gd name="T17" fmla="*/ 143 h 174"/>
                <a:gd name="T18" fmla="*/ 313 w 325"/>
                <a:gd name="T19" fmla="*/ 113 h 174"/>
                <a:gd name="T20" fmla="*/ 317 w 325"/>
                <a:gd name="T21" fmla="*/ 68 h 174"/>
                <a:gd name="T22" fmla="*/ 274 w 325"/>
                <a:gd name="T23" fmla="*/ 50 h 174"/>
                <a:gd name="T24" fmla="*/ 167 w 325"/>
                <a:gd name="T25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174">
                  <a:moveTo>
                    <a:pt x="167" y="25"/>
                  </a:moveTo>
                  <a:cubicBezTo>
                    <a:pt x="133" y="18"/>
                    <a:pt x="99" y="11"/>
                    <a:pt x="64" y="4"/>
                  </a:cubicBezTo>
                  <a:cubicBezTo>
                    <a:pt x="53" y="2"/>
                    <a:pt x="40" y="0"/>
                    <a:pt x="30" y="5"/>
                  </a:cubicBezTo>
                  <a:cubicBezTo>
                    <a:pt x="24" y="9"/>
                    <a:pt x="20" y="14"/>
                    <a:pt x="16" y="19"/>
                  </a:cubicBezTo>
                  <a:cubicBezTo>
                    <a:pt x="3" y="39"/>
                    <a:pt x="0" y="68"/>
                    <a:pt x="14" y="88"/>
                  </a:cubicBezTo>
                  <a:cubicBezTo>
                    <a:pt x="24" y="102"/>
                    <a:pt x="42" y="109"/>
                    <a:pt x="59" y="117"/>
                  </a:cubicBezTo>
                  <a:cubicBezTo>
                    <a:pt x="108" y="140"/>
                    <a:pt x="156" y="174"/>
                    <a:pt x="210" y="172"/>
                  </a:cubicBezTo>
                  <a:cubicBezTo>
                    <a:pt x="232" y="171"/>
                    <a:pt x="253" y="164"/>
                    <a:pt x="274" y="156"/>
                  </a:cubicBezTo>
                  <a:cubicBezTo>
                    <a:pt x="282" y="153"/>
                    <a:pt x="290" y="149"/>
                    <a:pt x="297" y="143"/>
                  </a:cubicBezTo>
                  <a:cubicBezTo>
                    <a:pt x="305" y="135"/>
                    <a:pt x="309" y="124"/>
                    <a:pt x="313" y="113"/>
                  </a:cubicBezTo>
                  <a:cubicBezTo>
                    <a:pt x="317" y="101"/>
                    <a:pt x="325" y="80"/>
                    <a:pt x="317" y="68"/>
                  </a:cubicBezTo>
                  <a:cubicBezTo>
                    <a:pt x="309" y="58"/>
                    <a:pt x="285" y="54"/>
                    <a:pt x="274" y="50"/>
                  </a:cubicBezTo>
                  <a:cubicBezTo>
                    <a:pt x="239" y="39"/>
                    <a:pt x="203" y="32"/>
                    <a:pt x="167" y="25"/>
                  </a:cubicBezTo>
                  <a:close/>
                </a:path>
              </a:pathLst>
            </a:custGeom>
            <a:solidFill>
              <a:srgbClr val="2320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5" name="任意多边形 12"/>
            <p:cNvSpPr/>
            <p:nvPr/>
          </p:nvSpPr>
          <p:spPr bwMode="auto">
            <a:xfrm>
              <a:off x="4700588" y="3086100"/>
              <a:ext cx="1420813" cy="647700"/>
            </a:xfrm>
            <a:custGeom>
              <a:avLst/>
              <a:gdLst>
                <a:gd name="T0" fmla="*/ 240 w 313"/>
                <a:gd name="T1" fmla="*/ 55 h 143"/>
                <a:gd name="T2" fmla="*/ 191 w 313"/>
                <a:gd name="T3" fmla="*/ 52 h 143"/>
                <a:gd name="T4" fmla="*/ 132 w 313"/>
                <a:gd name="T5" fmla="*/ 56 h 143"/>
                <a:gd name="T6" fmla="*/ 69 w 313"/>
                <a:gd name="T7" fmla="*/ 19 h 143"/>
                <a:gd name="T8" fmla="*/ 40 w 313"/>
                <a:gd name="T9" fmla="*/ 7 h 143"/>
                <a:gd name="T10" fmla="*/ 11 w 313"/>
                <a:gd name="T11" fmla="*/ 31 h 143"/>
                <a:gd name="T12" fmla="*/ 0 w 313"/>
                <a:gd name="T13" fmla="*/ 34 h 143"/>
                <a:gd name="T14" fmla="*/ 9 w 313"/>
                <a:gd name="T15" fmla="*/ 57 h 143"/>
                <a:gd name="T16" fmla="*/ 54 w 313"/>
                <a:gd name="T17" fmla="*/ 86 h 143"/>
                <a:gd name="T18" fmla="*/ 205 w 313"/>
                <a:gd name="T19" fmla="*/ 141 h 143"/>
                <a:gd name="T20" fmla="*/ 269 w 313"/>
                <a:gd name="T21" fmla="*/ 125 h 143"/>
                <a:gd name="T22" fmla="*/ 292 w 313"/>
                <a:gd name="T23" fmla="*/ 112 h 143"/>
                <a:gd name="T24" fmla="*/ 308 w 313"/>
                <a:gd name="T25" fmla="*/ 82 h 143"/>
                <a:gd name="T26" fmla="*/ 313 w 313"/>
                <a:gd name="T27" fmla="*/ 66 h 143"/>
                <a:gd name="T28" fmla="*/ 240 w 313"/>
                <a:gd name="T29" fmla="*/ 5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3" h="143">
                  <a:moveTo>
                    <a:pt x="240" y="55"/>
                  </a:moveTo>
                  <a:cubicBezTo>
                    <a:pt x="226" y="50"/>
                    <a:pt x="206" y="53"/>
                    <a:pt x="191" y="52"/>
                  </a:cubicBezTo>
                  <a:cubicBezTo>
                    <a:pt x="176" y="50"/>
                    <a:pt x="147" y="57"/>
                    <a:pt x="132" y="56"/>
                  </a:cubicBezTo>
                  <a:cubicBezTo>
                    <a:pt x="101" y="52"/>
                    <a:pt x="94" y="42"/>
                    <a:pt x="69" y="19"/>
                  </a:cubicBezTo>
                  <a:cubicBezTo>
                    <a:pt x="60" y="11"/>
                    <a:pt x="53" y="0"/>
                    <a:pt x="40" y="7"/>
                  </a:cubicBezTo>
                  <a:cubicBezTo>
                    <a:pt x="29" y="13"/>
                    <a:pt x="22" y="25"/>
                    <a:pt x="11" y="31"/>
                  </a:cubicBezTo>
                  <a:cubicBezTo>
                    <a:pt x="7" y="34"/>
                    <a:pt x="4" y="35"/>
                    <a:pt x="0" y="34"/>
                  </a:cubicBezTo>
                  <a:cubicBezTo>
                    <a:pt x="1" y="42"/>
                    <a:pt x="4" y="50"/>
                    <a:pt x="9" y="57"/>
                  </a:cubicBezTo>
                  <a:cubicBezTo>
                    <a:pt x="19" y="71"/>
                    <a:pt x="37" y="78"/>
                    <a:pt x="54" y="86"/>
                  </a:cubicBezTo>
                  <a:cubicBezTo>
                    <a:pt x="103" y="109"/>
                    <a:pt x="151" y="143"/>
                    <a:pt x="205" y="141"/>
                  </a:cubicBezTo>
                  <a:cubicBezTo>
                    <a:pt x="227" y="140"/>
                    <a:pt x="248" y="133"/>
                    <a:pt x="269" y="125"/>
                  </a:cubicBezTo>
                  <a:cubicBezTo>
                    <a:pt x="277" y="122"/>
                    <a:pt x="285" y="118"/>
                    <a:pt x="292" y="112"/>
                  </a:cubicBezTo>
                  <a:cubicBezTo>
                    <a:pt x="300" y="104"/>
                    <a:pt x="304" y="93"/>
                    <a:pt x="308" y="82"/>
                  </a:cubicBezTo>
                  <a:cubicBezTo>
                    <a:pt x="310" y="78"/>
                    <a:pt x="312" y="72"/>
                    <a:pt x="313" y="66"/>
                  </a:cubicBezTo>
                  <a:cubicBezTo>
                    <a:pt x="288" y="68"/>
                    <a:pt x="264" y="62"/>
                    <a:pt x="240" y="55"/>
                  </a:cubicBezTo>
                  <a:close/>
                </a:path>
              </a:pathLst>
            </a:custGeom>
            <a:solidFill>
              <a:srgbClr val="110F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6" name="任意多边形 13"/>
            <p:cNvSpPr/>
            <p:nvPr/>
          </p:nvSpPr>
          <p:spPr bwMode="auto">
            <a:xfrm>
              <a:off x="5054600" y="2982913"/>
              <a:ext cx="236538" cy="44450"/>
            </a:xfrm>
            <a:custGeom>
              <a:avLst/>
              <a:gdLst>
                <a:gd name="T0" fmla="*/ 52 w 52"/>
                <a:gd name="T1" fmla="*/ 10 h 10"/>
                <a:gd name="T2" fmla="*/ 0 w 52"/>
                <a:gd name="T3" fmla="*/ 0 h 10"/>
                <a:gd name="T4" fmla="*/ 16 w 52"/>
                <a:gd name="T5" fmla="*/ 5 h 10"/>
                <a:gd name="T6" fmla="*/ 52 w 52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0">
                  <a:moveTo>
                    <a:pt x="52" y="10"/>
                  </a:moveTo>
                  <a:cubicBezTo>
                    <a:pt x="35" y="7"/>
                    <a:pt x="17" y="3"/>
                    <a:pt x="0" y="0"/>
                  </a:cubicBezTo>
                  <a:cubicBezTo>
                    <a:pt x="5" y="2"/>
                    <a:pt x="11" y="4"/>
                    <a:pt x="16" y="5"/>
                  </a:cubicBezTo>
                  <a:cubicBezTo>
                    <a:pt x="28" y="8"/>
                    <a:pt x="40" y="10"/>
                    <a:pt x="52" y="10"/>
                  </a:cubicBezTo>
                  <a:close/>
                </a:path>
              </a:pathLst>
            </a:custGeom>
            <a:solidFill>
              <a:srgbClr val="110F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7" name="任意多边形 14"/>
            <p:cNvSpPr/>
            <p:nvPr/>
          </p:nvSpPr>
          <p:spPr bwMode="auto">
            <a:xfrm>
              <a:off x="4849813" y="4119563"/>
              <a:ext cx="536575" cy="1114425"/>
            </a:xfrm>
            <a:custGeom>
              <a:avLst/>
              <a:gdLst>
                <a:gd name="T0" fmla="*/ 108 w 118"/>
                <a:gd name="T1" fmla="*/ 7 h 246"/>
                <a:gd name="T2" fmla="*/ 117 w 118"/>
                <a:gd name="T3" fmla="*/ 11 h 246"/>
                <a:gd name="T4" fmla="*/ 118 w 118"/>
                <a:gd name="T5" fmla="*/ 18 h 246"/>
                <a:gd name="T6" fmla="*/ 112 w 118"/>
                <a:gd name="T7" fmla="*/ 66 h 246"/>
                <a:gd name="T8" fmla="*/ 88 w 118"/>
                <a:gd name="T9" fmla="*/ 135 h 246"/>
                <a:gd name="T10" fmla="*/ 75 w 118"/>
                <a:gd name="T11" fmla="*/ 226 h 246"/>
                <a:gd name="T12" fmla="*/ 72 w 118"/>
                <a:gd name="T13" fmla="*/ 241 h 246"/>
                <a:gd name="T14" fmla="*/ 56 w 118"/>
                <a:gd name="T15" fmla="*/ 246 h 246"/>
                <a:gd name="T16" fmla="*/ 9 w 118"/>
                <a:gd name="T17" fmla="*/ 234 h 246"/>
                <a:gd name="T18" fmla="*/ 1 w 118"/>
                <a:gd name="T19" fmla="*/ 225 h 246"/>
                <a:gd name="T20" fmla="*/ 2 w 118"/>
                <a:gd name="T21" fmla="*/ 217 h 246"/>
                <a:gd name="T22" fmla="*/ 34 w 118"/>
                <a:gd name="T23" fmla="*/ 48 h 246"/>
                <a:gd name="T24" fmla="*/ 41 w 118"/>
                <a:gd name="T25" fmla="*/ 19 h 246"/>
                <a:gd name="T26" fmla="*/ 108 w 118"/>
                <a:gd name="T27" fmla="*/ 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" h="246">
                  <a:moveTo>
                    <a:pt x="108" y="7"/>
                  </a:moveTo>
                  <a:cubicBezTo>
                    <a:pt x="111" y="8"/>
                    <a:pt x="115" y="8"/>
                    <a:pt x="117" y="11"/>
                  </a:cubicBezTo>
                  <a:cubicBezTo>
                    <a:pt x="118" y="13"/>
                    <a:pt x="118" y="16"/>
                    <a:pt x="118" y="18"/>
                  </a:cubicBezTo>
                  <a:cubicBezTo>
                    <a:pt x="118" y="34"/>
                    <a:pt x="116" y="50"/>
                    <a:pt x="112" y="66"/>
                  </a:cubicBezTo>
                  <a:cubicBezTo>
                    <a:pt x="106" y="89"/>
                    <a:pt x="95" y="111"/>
                    <a:pt x="88" y="135"/>
                  </a:cubicBezTo>
                  <a:cubicBezTo>
                    <a:pt x="78" y="164"/>
                    <a:pt x="74" y="195"/>
                    <a:pt x="75" y="226"/>
                  </a:cubicBezTo>
                  <a:cubicBezTo>
                    <a:pt x="75" y="231"/>
                    <a:pt x="76" y="237"/>
                    <a:pt x="72" y="241"/>
                  </a:cubicBezTo>
                  <a:cubicBezTo>
                    <a:pt x="69" y="245"/>
                    <a:pt x="62" y="246"/>
                    <a:pt x="56" y="246"/>
                  </a:cubicBezTo>
                  <a:cubicBezTo>
                    <a:pt x="40" y="246"/>
                    <a:pt x="23" y="242"/>
                    <a:pt x="9" y="234"/>
                  </a:cubicBezTo>
                  <a:cubicBezTo>
                    <a:pt x="5" y="232"/>
                    <a:pt x="2" y="229"/>
                    <a:pt x="1" y="225"/>
                  </a:cubicBezTo>
                  <a:cubicBezTo>
                    <a:pt x="0" y="222"/>
                    <a:pt x="1" y="219"/>
                    <a:pt x="2" y="217"/>
                  </a:cubicBezTo>
                  <a:cubicBezTo>
                    <a:pt x="12" y="189"/>
                    <a:pt x="34" y="77"/>
                    <a:pt x="34" y="48"/>
                  </a:cubicBezTo>
                  <a:cubicBezTo>
                    <a:pt x="34" y="38"/>
                    <a:pt x="35" y="28"/>
                    <a:pt x="41" y="19"/>
                  </a:cubicBezTo>
                  <a:cubicBezTo>
                    <a:pt x="53" y="0"/>
                    <a:pt x="89" y="5"/>
                    <a:pt x="108" y="7"/>
                  </a:cubicBezTo>
                  <a:close/>
                </a:path>
              </a:pathLst>
            </a:custGeom>
            <a:solidFill>
              <a:srgbClr val="FFA9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8" name="任意多边形 15"/>
            <p:cNvSpPr/>
            <p:nvPr/>
          </p:nvSpPr>
          <p:spPr bwMode="auto">
            <a:xfrm>
              <a:off x="4995863" y="4119563"/>
              <a:ext cx="390525" cy="561975"/>
            </a:xfrm>
            <a:custGeom>
              <a:avLst/>
              <a:gdLst>
                <a:gd name="T0" fmla="*/ 85 w 86"/>
                <a:gd name="T1" fmla="*/ 11 h 124"/>
                <a:gd name="T2" fmla="*/ 76 w 86"/>
                <a:gd name="T3" fmla="*/ 7 h 124"/>
                <a:gd name="T4" fmla="*/ 9 w 86"/>
                <a:gd name="T5" fmla="*/ 19 h 124"/>
                <a:gd name="T6" fmla="*/ 2 w 86"/>
                <a:gd name="T7" fmla="*/ 48 h 124"/>
                <a:gd name="T8" fmla="*/ 0 w 86"/>
                <a:gd name="T9" fmla="*/ 66 h 124"/>
                <a:gd name="T10" fmla="*/ 37 w 86"/>
                <a:gd name="T11" fmla="*/ 90 h 124"/>
                <a:gd name="T12" fmla="*/ 59 w 86"/>
                <a:gd name="T13" fmla="*/ 124 h 124"/>
                <a:gd name="T14" fmla="*/ 80 w 86"/>
                <a:gd name="T15" fmla="*/ 66 h 124"/>
                <a:gd name="T16" fmla="*/ 86 w 86"/>
                <a:gd name="T17" fmla="*/ 18 h 124"/>
                <a:gd name="T18" fmla="*/ 85 w 86"/>
                <a:gd name="T19" fmla="*/ 1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24">
                  <a:moveTo>
                    <a:pt x="85" y="11"/>
                  </a:moveTo>
                  <a:cubicBezTo>
                    <a:pt x="83" y="8"/>
                    <a:pt x="79" y="8"/>
                    <a:pt x="76" y="7"/>
                  </a:cubicBezTo>
                  <a:cubicBezTo>
                    <a:pt x="57" y="5"/>
                    <a:pt x="21" y="0"/>
                    <a:pt x="9" y="19"/>
                  </a:cubicBezTo>
                  <a:cubicBezTo>
                    <a:pt x="3" y="28"/>
                    <a:pt x="2" y="38"/>
                    <a:pt x="2" y="48"/>
                  </a:cubicBezTo>
                  <a:cubicBezTo>
                    <a:pt x="2" y="52"/>
                    <a:pt x="1" y="58"/>
                    <a:pt x="0" y="66"/>
                  </a:cubicBezTo>
                  <a:cubicBezTo>
                    <a:pt x="14" y="69"/>
                    <a:pt x="29" y="81"/>
                    <a:pt x="37" y="90"/>
                  </a:cubicBezTo>
                  <a:cubicBezTo>
                    <a:pt x="46" y="100"/>
                    <a:pt x="54" y="112"/>
                    <a:pt x="59" y="124"/>
                  </a:cubicBezTo>
                  <a:cubicBezTo>
                    <a:pt x="66" y="105"/>
                    <a:pt x="75" y="86"/>
                    <a:pt x="80" y="66"/>
                  </a:cubicBezTo>
                  <a:cubicBezTo>
                    <a:pt x="84" y="50"/>
                    <a:pt x="86" y="34"/>
                    <a:pt x="86" y="18"/>
                  </a:cubicBezTo>
                  <a:cubicBezTo>
                    <a:pt x="86" y="16"/>
                    <a:pt x="86" y="13"/>
                    <a:pt x="85" y="11"/>
                  </a:cubicBezTo>
                  <a:close/>
                </a:path>
              </a:pathLst>
            </a:custGeom>
            <a:solidFill>
              <a:srgbClr val="D679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9" name="任意多边形 16"/>
            <p:cNvSpPr/>
            <p:nvPr/>
          </p:nvSpPr>
          <p:spPr bwMode="auto">
            <a:xfrm>
              <a:off x="4954588" y="3186113"/>
              <a:ext cx="1651000" cy="1263650"/>
            </a:xfrm>
            <a:custGeom>
              <a:avLst/>
              <a:gdLst>
                <a:gd name="T0" fmla="*/ 357 w 364"/>
                <a:gd name="T1" fmla="*/ 118 h 279"/>
                <a:gd name="T2" fmla="*/ 350 w 364"/>
                <a:gd name="T3" fmla="*/ 135 h 279"/>
                <a:gd name="T4" fmla="*/ 325 w 364"/>
                <a:gd name="T5" fmla="*/ 147 h 279"/>
                <a:gd name="T6" fmla="*/ 129 w 364"/>
                <a:gd name="T7" fmla="*/ 171 h 279"/>
                <a:gd name="T8" fmla="*/ 117 w 364"/>
                <a:gd name="T9" fmla="*/ 174 h 279"/>
                <a:gd name="T10" fmla="*/ 107 w 364"/>
                <a:gd name="T11" fmla="*/ 196 h 279"/>
                <a:gd name="T12" fmla="*/ 94 w 364"/>
                <a:gd name="T13" fmla="*/ 277 h 279"/>
                <a:gd name="T14" fmla="*/ 0 w 364"/>
                <a:gd name="T15" fmla="*/ 265 h 279"/>
                <a:gd name="T16" fmla="*/ 15 w 364"/>
                <a:gd name="T17" fmla="*/ 111 h 279"/>
                <a:gd name="T18" fmla="*/ 23 w 364"/>
                <a:gd name="T19" fmla="*/ 85 h 279"/>
                <a:gd name="T20" fmla="*/ 46 w 364"/>
                <a:gd name="T21" fmla="*/ 70 h 279"/>
                <a:gd name="T22" fmla="*/ 245 w 364"/>
                <a:gd name="T23" fmla="*/ 7 h 279"/>
                <a:gd name="T24" fmla="*/ 276 w 364"/>
                <a:gd name="T25" fmla="*/ 1 h 279"/>
                <a:gd name="T26" fmla="*/ 323 w 364"/>
                <a:gd name="T27" fmla="*/ 8 h 279"/>
                <a:gd name="T28" fmla="*/ 347 w 364"/>
                <a:gd name="T29" fmla="*/ 20 h 279"/>
                <a:gd name="T30" fmla="*/ 357 w 364"/>
                <a:gd name="T31" fmla="*/ 11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4" h="279">
                  <a:moveTo>
                    <a:pt x="357" y="118"/>
                  </a:moveTo>
                  <a:cubicBezTo>
                    <a:pt x="356" y="124"/>
                    <a:pt x="354" y="131"/>
                    <a:pt x="350" y="135"/>
                  </a:cubicBezTo>
                  <a:cubicBezTo>
                    <a:pt x="344" y="142"/>
                    <a:pt x="334" y="145"/>
                    <a:pt x="325" y="147"/>
                  </a:cubicBezTo>
                  <a:cubicBezTo>
                    <a:pt x="260" y="160"/>
                    <a:pt x="194" y="165"/>
                    <a:pt x="129" y="171"/>
                  </a:cubicBezTo>
                  <a:cubicBezTo>
                    <a:pt x="125" y="171"/>
                    <a:pt x="120" y="172"/>
                    <a:pt x="117" y="174"/>
                  </a:cubicBezTo>
                  <a:cubicBezTo>
                    <a:pt x="110" y="178"/>
                    <a:pt x="108" y="188"/>
                    <a:pt x="107" y="196"/>
                  </a:cubicBezTo>
                  <a:cubicBezTo>
                    <a:pt x="103" y="223"/>
                    <a:pt x="98" y="250"/>
                    <a:pt x="94" y="277"/>
                  </a:cubicBezTo>
                  <a:cubicBezTo>
                    <a:pt x="62" y="279"/>
                    <a:pt x="30" y="274"/>
                    <a:pt x="0" y="265"/>
                  </a:cubicBezTo>
                  <a:cubicBezTo>
                    <a:pt x="4" y="214"/>
                    <a:pt x="9" y="162"/>
                    <a:pt x="15" y="111"/>
                  </a:cubicBezTo>
                  <a:cubicBezTo>
                    <a:pt x="16" y="102"/>
                    <a:pt x="17" y="93"/>
                    <a:pt x="23" y="85"/>
                  </a:cubicBezTo>
                  <a:cubicBezTo>
                    <a:pt x="28" y="78"/>
                    <a:pt x="37" y="73"/>
                    <a:pt x="46" y="70"/>
                  </a:cubicBezTo>
                  <a:cubicBezTo>
                    <a:pt x="110" y="43"/>
                    <a:pt x="178" y="25"/>
                    <a:pt x="245" y="7"/>
                  </a:cubicBezTo>
                  <a:cubicBezTo>
                    <a:pt x="255" y="5"/>
                    <a:pt x="266" y="2"/>
                    <a:pt x="276" y="1"/>
                  </a:cubicBezTo>
                  <a:cubicBezTo>
                    <a:pt x="293" y="0"/>
                    <a:pt x="307" y="6"/>
                    <a:pt x="323" y="8"/>
                  </a:cubicBezTo>
                  <a:cubicBezTo>
                    <a:pt x="336" y="9"/>
                    <a:pt x="341" y="7"/>
                    <a:pt x="347" y="20"/>
                  </a:cubicBezTo>
                  <a:cubicBezTo>
                    <a:pt x="362" y="49"/>
                    <a:pt x="364" y="86"/>
                    <a:pt x="357" y="118"/>
                  </a:cubicBezTo>
                  <a:close/>
                </a:path>
              </a:pathLst>
            </a:custGeom>
            <a:solidFill>
              <a:srgbClr val="3632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0" name="任意多边形 17"/>
            <p:cNvSpPr/>
            <p:nvPr/>
          </p:nvSpPr>
          <p:spPr bwMode="auto">
            <a:xfrm>
              <a:off x="5281613" y="3806825"/>
              <a:ext cx="204788" cy="168275"/>
            </a:xfrm>
            <a:custGeom>
              <a:avLst/>
              <a:gdLst>
                <a:gd name="T0" fmla="*/ 45 w 45"/>
                <a:gd name="T1" fmla="*/ 36 h 37"/>
                <a:gd name="T2" fmla="*/ 40 w 45"/>
                <a:gd name="T3" fmla="*/ 35 h 37"/>
                <a:gd name="T4" fmla="*/ 0 w 45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37">
                  <a:moveTo>
                    <a:pt x="45" y="36"/>
                  </a:moveTo>
                  <a:cubicBezTo>
                    <a:pt x="44" y="37"/>
                    <a:pt x="41" y="36"/>
                    <a:pt x="40" y="35"/>
                  </a:cubicBezTo>
                  <a:cubicBezTo>
                    <a:pt x="27" y="24"/>
                    <a:pt x="14" y="12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1" name="任意多边形 18"/>
            <p:cNvSpPr/>
            <p:nvPr/>
          </p:nvSpPr>
          <p:spPr bwMode="auto">
            <a:xfrm>
              <a:off x="5457825" y="3652838"/>
              <a:ext cx="68263" cy="298450"/>
            </a:xfrm>
            <a:custGeom>
              <a:avLst/>
              <a:gdLst>
                <a:gd name="T0" fmla="*/ 15 w 15"/>
                <a:gd name="T1" fmla="*/ 66 h 66"/>
                <a:gd name="T2" fmla="*/ 0 w 15"/>
                <a:gd name="T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" h="66">
                  <a:moveTo>
                    <a:pt x="15" y="66"/>
                  </a:moveTo>
                  <a:cubicBezTo>
                    <a:pt x="14" y="43"/>
                    <a:pt x="0" y="22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2" name="任意多边形 19"/>
            <p:cNvSpPr/>
            <p:nvPr/>
          </p:nvSpPr>
          <p:spPr bwMode="auto">
            <a:xfrm>
              <a:off x="5418138" y="3833813"/>
              <a:ext cx="71438" cy="122238"/>
            </a:xfrm>
            <a:custGeom>
              <a:avLst/>
              <a:gdLst>
                <a:gd name="T0" fmla="*/ 0 w 16"/>
                <a:gd name="T1" fmla="*/ 0 h 27"/>
                <a:gd name="T2" fmla="*/ 16 w 16"/>
                <a:gd name="T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" h="27">
                  <a:moveTo>
                    <a:pt x="0" y="0"/>
                  </a:moveTo>
                  <a:cubicBezTo>
                    <a:pt x="5" y="9"/>
                    <a:pt x="11" y="18"/>
                    <a:pt x="16" y="27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3" name="任意多边形 20"/>
            <p:cNvSpPr/>
            <p:nvPr/>
          </p:nvSpPr>
          <p:spPr bwMode="auto">
            <a:xfrm>
              <a:off x="5386388" y="3997325"/>
              <a:ext cx="58738" cy="14288"/>
            </a:xfrm>
            <a:custGeom>
              <a:avLst/>
              <a:gdLst>
                <a:gd name="T0" fmla="*/ 0 w 13"/>
                <a:gd name="T1" fmla="*/ 0 h 3"/>
                <a:gd name="T2" fmla="*/ 13 w 13"/>
                <a:gd name="T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cubicBezTo>
                    <a:pt x="4" y="2"/>
                    <a:pt x="9" y="3"/>
                    <a:pt x="13" y="2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4" name="任意多边形 21"/>
            <p:cNvSpPr/>
            <p:nvPr/>
          </p:nvSpPr>
          <p:spPr bwMode="auto">
            <a:xfrm>
              <a:off x="4383088" y="4989513"/>
              <a:ext cx="893763" cy="430213"/>
            </a:xfrm>
            <a:custGeom>
              <a:avLst/>
              <a:gdLst>
                <a:gd name="T0" fmla="*/ 196 w 197"/>
                <a:gd name="T1" fmla="*/ 81 h 95"/>
                <a:gd name="T2" fmla="*/ 196 w 197"/>
                <a:gd name="T3" fmla="*/ 88 h 95"/>
                <a:gd name="T4" fmla="*/ 191 w 197"/>
                <a:gd name="T5" fmla="*/ 91 h 95"/>
                <a:gd name="T6" fmla="*/ 143 w 197"/>
                <a:gd name="T7" fmla="*/ 95 h 95"/>
                <a:gd name="T8" fmla="*/ 43 w 197"/>
                <a:gd name="T9" fmla="*/ 91 h 95"/>
                <a:gd name="T10" fmla="*/ 6 w 197"/>
                <a:gd name="T11" fmla="*/ 79 h 95"/>
                <a:gd name="T12" fmla="*/ 2 w 197"/>
                <a:gd name="T13" fmla="*/ 65 h 95"/>
                <a:gd name="T14" fmla="*/ 11 w 197"/>
                <a:gd name="T15" fmla="*/ 58 h 95"/>
                <a:gd name="T16" fmla="*/ 54 w 197"/>
                <a:gd name="T17" fmla="*/ 47 h 95"/>
                <a:gd name="T18" fmla="*/ 112 w 197"/>
                <a:gd name="T19" fmla="*/ 0 h 95"/>
                <a:gd name="T20" fmla="*/ 130 w 197"/>
                <a:gd name="T21" fmla="*/ 22 h 95"/>
                <a:gd name="T22" fmla="*/ 139 w 197"/>
                <a:gd name="T23" fmla="*/ 28 h 95"/>
                <a:gd name="T24" fmla="*/ 150 w 197"/>
                <a:gd name="T25" fmla="*/ 28 h 95"/>
                <a:gd name="T26" fmla="*/ 180 w 197"/>
                <a:gd name="T27" fmla="*/ 25 h 95"/>
                <a:gd name="T28" fmla="*/ 196 w 197"/>
                <a:gd name="T29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7" h="95">
                  <a:moveTo>
                    <a:pt x="196" y="81"/>
                  </a:moveTo>
                  <a:cubicBezTo>
                    <a:pt x="197" y="84"/>
                    <a:pt x="197" y="87"/>
                    <a:pt x="196" y="88"/>
                  </a:cubicBezTo>
                  <a:cubicBezTo>
                    <a:pt x="195" y="90"/>
                    <a:pt x="193" y="90"/>
                    <a:pt x="191" y="91"/>
                  </a:cubicBezTo>
                  <a:cubicBezTo>
                    <a:pt x="175" y="95"/>
                    <a:pt x="159" y="95"/>
                    <a:pt x="143" y="95"/>
                  </a:cubicBezTo>
                  <a:cubicBezTo>
                    <a:pt x="109" y="94"/>
                    <a:pt x="76" y="93"/>
                    <a:pt x="43" y="91"/>
                  </a:cubicBezTo>
                  <a:cubicBezTo>
                    <a:pt x="29" y="90"/>
                    <a:pt x="15" y="89"/>
                    <a:pt x="6" y="79"/>
                  </a:cubicBezTo>
                  <a:cubicBezTo>
                    <a:pt x="2" y="75"/>
                    <a:pt x="0" y="70"/>
                    <a:pt x="2" y="65"/>
                  </a:cubicBezTo>
                  <a:cubicBezTo>
                    <a:pt x="3" y="61"/>
                    <a:pt x="7" y="59"/>
                    <a:pt x="11" y="58"/>
                  </a:cubicBezTo>
                  <a:cubicBezTo>
                    <a:pt x="25" y="52"/>
                    <a:pt x="40" y="51"/>
                    <a:pt x="54" y="47"/>
                  </a:cubicBezTo>
                  <a:cubicBezTo>
                    <a:pt x="79" y="40"/>
                    <a:pt x="98" y="22"/>
                    <a:pt x="112" y="0"/>
                  </a:cubicBezTo>
                  <a:cubicBezTo>
                    <a:pt x="113" y="8"/>
                    <a:pt x="124" y="17"/>
                    <a:pt x="130" y="22"/>
                  </a:cubicBezTo>
                  <a:cubicBezTo>
                    <a:pt x="133" y="24"/>
                    <a:pt x="136" y="27"/>
                    <a:pt x="139" y="28"/>
                  </a:cubicBezTo>
                  <a:cubicBezTo>
                    <a:pt x="143" y="28"/>
                    <a:pt x="146" y="28"/>
                    <a:pt x="150" y="28"/>
                  </a:cubicBezTo>
                  <a:cubicBezTo>
                    <a:pt x="160" y="26"/>
                    <a:pt x="173" y="12"/>
                    <a:pt x="180" y="25"/>
                  </a:cubicBezTo>
                  <a:cubicBezTo>
                    <a:pt x="188" y="40"/>
                    <a:pt x="193" y="65"/>
                    <a:pt x="196" y="81"/>
                  </a:cubicBezTo>
                  <a:close/>
                </a:path>
              </a:pathLst>
            </a:custGeom>
            <a:solidFill>
              <a:srgbClr val="D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5" name="任意多边形 22"/>
            <p:cNvSpPr/>
            <p:nvPr/>
          </p:nvSpPr>
          <p:spPr bwMode="auto">
            <a:xfrm>
              <a:off x="4383088" y="5270500"/>
              <a:ext cx="893763" cy="149225"/>
            </a:xfrm>
            <a:custGeom>
              <a:avLst/>
              <a:gdLst>
                <a:gd name="T0" fmla="*/ 193 w 197"/>
                <a:gd name="T1" fmla="*/ 4 h 33"/>
                <a:gd name="T2" fmla="*/ 108 w 197"/>
                <a:gd name="T3" fmla="*/ 19 h 33"/>
                <a:gd name="T4" fmla="*/ 4 w 197"/>
                <a:gd name="T5" fmla="*/ 0 h 33"/>
                <a:gd name="T6" fmla="*/ 2 w 197"/>
                <a:gd name="T7" fmla="*/ 3 h 33"/>
                <a:gd name="T8" fmla="*/ 6 w 197"/>
                <a:gd name="T9" fmla="*/ 17 h 33"/>
                <a:gd name="T10" fmla="*/ 43 w 197"/>
                <a:gd name="T11" fmla="*/ 29 h 33"/>
                <a:gd name="T12" fmla="*/ 143 w 197"/>
                <a:gd name="T13" fmla="*/ 33 h 33"/>
                <a:gd name="T14" fmla="*/ 191 w 197"/>
                <a:gd name="T15" fmla="*/ 29 h 33"/>
                <a:gd name="T16" fmla="*/ 196 w 197"/>
                <a:gd name="T17" fmla="*/ 26 h 33"/>
                <a:gd name="T18" fmla="*/ 196 w 197"/>
                <a:gd name="T19" fmla="*/ 19 h 33"/>
                <a:gd name="T20" fmla="*/ 193 w 197"/>
                <a:gd name="T21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7" h="33">
                  <a:moveTo>
                    <a:pt x="193" y="4"/>
                  </a:moveTo>
                  <a:cubicBezTo>
                    <a:pt x="165" y="13"/>
                    <a:pt x="135" y="17"/>
                    <a:pt x="108" y="19"/>
                  </a:cubicBezTo>
                  <a:cubicBezTo>
                    <a:pt x="73" y="22"/>
                    <a:pt x="30" y="27"/>
                    <a:pt x="4" y="0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0" y="8"/>
                    <a:pt x="2" y="13"/>
                    <a:pt x="6" y="17"/>
                  </a:cubicBezTo>
                  <a:cubicBezTo>
                    <a:pt x="15" y="27"/>
                    <a:pt x="29" y="28"/>
                    <a:pt x="43" y="29"/>
                  </a:cubicBezTo>
                  <a:cubicBezTo>
                    <a:pt x="76" y="31"/>
                    <a:pt x="109" y="32"/>
                    <a:pt x="143" y="33"/>
                  </a:cubicBezTo>
                  <a:cubicBezTo>
                    <a:pt x="159" y="33"/>
                    <a:pt x="175" y="33"/>
                    <a:pt x="191" y="29"/>
                  </a:cubicBezTo>
                  <a:cubicBezTo>
                    <a:pt x="193" y="28"/>
                    <a:pt x="195" y="28"/>
                    <a:pt x="196" y="26"/>
                  </a:cubicBezTo>
                  <a:cubicBezTo>
                    <a:pt x="197" y="25"/>
                    <a:pt x="197" y="22"/>
                    <a:pt x="196" y="19"/>
                  </a:cubicBezTo>
                  <a:cubicBezTo>
                    <a:pt x="196" y="15"/>
                    <a:pt x="195" y="10"/>
                    <a:pt x="193" y="4"/>
                  </a:cubicBezTo>
                  <a:close/>
                </a:path>
              </a:pathLst>
            </a:custGeom>
            <a:solidFill>
              <a:srgbClr val="FCC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6" name="任意多边形 23"/>
            <p:cNvSpPr/>
            <p:nvPr/>
          </p:nvSpPr>
          <p:spPr bwMode="auto">
            <a:xfrm>
              <a:off x="4678363" y="5160963"/>
              <a:ext cx="44450" cy="90488"/>
            </a:xfrm>
            <a:custGeom>
              <a:avLst/>
              <a:gdLst>
                <a:gd name="T0" fmla="*/ 0 w 10"/>
                <a:gd name="T1" fmla="*/ 1 h 20"/>
                <a:gd name="T2" fmla="*/ 1 w 10"/>
                <a:gd name="T3" fmla="*/ 0 h 20"/>
                <a:gd name="T4" fmla="*/ 2 w 10"/>
                <a:gd name="T5" fmla="*/ 1 h 20"/>
                <a:gd name="T6" fmla="*/ 10 w 10"/>
                <a:gd name="T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0">
                  <a:moveTo>
                    <a:pt x="0" y="1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6" y="7"/>
                    <a:pt x="8" y="14"/>
                    <a:pt x="10" y="20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7" name="任意多边形 24"/>
            <p:cNvSpPr/>
            <p:nvPr/>
          </p:nvSpPr>
          <p:spPr bwMode="auto">
            <a:xfrm>
              <a:off x="4741863" y="5121275"/>
              <a:ext cx="41275" cy="98425"/>
            </a:xfrm>
            <a:custGeom>
              <a:avLst/>
              <a:gdLst>
                <a:gd name="T0" fmla="*/ 0 w 9"/>
                <a:gd name="T1" fmla="*/ 1 h 22"/>
                <a:gd name="T2" fmla="*/ 1 w 9"/>
                <a:gd name="T3" fmla="*/ 0 h 22"/>
                <a:gd name="T4" fmla="*/ 2 w 9"/>
                <a:gd name="T5" fmla="*/ 2 h 22"/>
                <a:gd name="T6" fmla="*/ 9 w 9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2">
                  <a:moveTo>
                    <a:pt x="0" y="1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1" y="1"/>
                    <a:pt x="1" y="1"/>
                    <a:pt x="2" y="2"/>
                  </a:cubicBezTo>
                  <a:cubicBezTo>
                    <a:pt x="5" y="8"/>
                    <a:pt x="7" y="15"/>
                    <a:pt x="9" y="22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8" name="任意多边形 25"/>
            <p:cNvSpPr/>
            <p:nvPr/>
          </p:nvSpPr>
          <p:spPr bwMode="auto">
            <a:xfrm>
              <a:off x="4805363" y="5089525"/>
              <a:ext cx="44450" cy="95250"/>
            </a:xfrm>
            <a:custGeom>
              <a:avLst/>
              <a:gdLst>
                <a:gd name="T0" fmla="*/ 1 w 10"/>
                <a:gd name="T1" fmla="*/ 1 h 21"/>
                <a:gd name="T2" fmla="*/ 1 w 10"/>
                <a:gd name="T3" fmla="*/ 0 h 21"/>
                <a:gd name="T4" fmla="*/ 2 w 10"/>
                <a:gd name="T5" fmla="*/ 1 h 21"/>
                <a:gd name="T6" fmla="*/ 10 w 10"/>
                <a:gd name="T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1">
                  <a:moveTo>
                    <a:pt x="1" y="1"/>
                  </a:moveTo>
                  <a:cubicBezTo>
                    <a:pt x="1" y="1"/>
                    <a:pt x="0" y="1"/>
                    <a:pt x="1" y="0"/>
                  </a:cubicBezTo>
                  <a:cubicBezTo>
                    <a:pt x="1" y="0"/>
                    <a:pt x="1" y="1"/>
                    <a:pt x="2" y="1"/>
                  </a:cubicBezTo>
                  <a:cubicBezTo>
                    <a:pt x="7" y="6"/>
                    <a:pt x="10" y="13"/>
                    <a:pt x="10" y="21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9" name="任意多边形 26"/>
            <p:cNvSpPr/>
            <p:nvPr/>
          </p:nvSpPr>
          <p:spPr bwMode="auto">
            <a:xfrm>
              <a:off x="4837113" y="5048250"/>
              <a:ext cx="77788" cy="85725"/>
            </a:xfrm>
            <a:custGeom>
              <a:avLst/>
              <a:gdLst>
                <a:gd name="T0" fmla="*/ 0 w 17"/>
                <a:gd name="T1" fmla="*/ 1 h 19"/>
                <a:gd name="T2" fmla="*/ 0 w 17"/>
                <a:gd name="T3" fmla="*/ 0 h 19"/>
                <a:gd name="T4" fmla="*/ 17 w 17"/>
                <a:gd name="T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9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8" y="3"/>
                    <a:pt x="15" y="11"/>
                    <a:pt x="17" y="19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0" name="任意多边形 27"/>
            <p:cNvSpPr/>
            <p:nvPr/>
          </p:nvSpPr>
          <p:spPr bwMode="auto">
            <a:xfrm>
              <a:off x="4705350" y="3073400"/>
              <a:ext cx="744538" cy="701675"/>
            </a:xfrm>
            <a:custGeom>
              <a:avLst/>
              <a:gdLst>
                <a:gd name="T0" fmla="*/ 32 w 164"/>
                <a:gd name="T1" fmla="*/ 3 h 155"/>
                <a:gd name="T2" fmla="*/ 44 w 164"/>
                <a:gd name="T3" fmla="*/ 0 h 155"/>
                <a:gd name="T4" fmla="*/ 57 w 164"/>
                <a:gd name="T5" fmla="*/ 9 h 155"/>
                <a:gd name="T6" fmla="*/ 99 w 164"/>
                <a:gd name="T7" fmla="*/ 63 h 155"/>
                <a:gd name="T8" fmla="*/ 109 w 164"/>
                <a:gd name="T9" fmla="*/ 80 h 155"/>
                <a:gd name="T10" fmla="*/ 155 w 164"/>
                <a:gd name="T11" fmla="*/ 112 h 155"/>
                <a:gd name="T12" fmla="*/ 163 w 164"/>
                <a:gd name="T13" fmla="*/ 120 h 155"/>
                <a:gd name="T14" fmla="*/ 162 w 164"/>
                <a:gd name="T15" fmla="*/ 126 h 155"/>
                <a:gd name="T16" fmla="*/ 117 w 164"/>
                <a:gd name="T17" fmla="*/ 153 h 155"/>
                <a:gd name="T18" fmla="*/ 105 w 164"/>
                <a:gd name="T19" fmla="*/ 150 h 155"/>
                <a:gd name="T20" fmla="*/ 95 w 164"/>
                <a:gd name="T21" fmla="*/ 132 h 155"/>
                <a:gd name="T22" fmla="*/ 69 w 164"/>
                <a:gd name="T23" fmla="*/ 110 h 155"/>
                <a:gd name="T24" fmla="*/ 20 w 164"/>
                <a:gd name="T25" fmla="*/ 85 h 155"/>
                <a:gd name="T26" fmla="*/ 6 w 164"/>
                <a:gd name="T27" fmla="*/ 58 h 155"/>
                <a:gd name="T28" fmla="*/ 0 w 164"/>
                <a:gd name="T29" fmla="*/ 36 h 155"/>
                <a:gd name="T30" fmla="*/ 32 w 164"/>
                <a:gd name="T31" fmla="*/ 3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4" h="155">
                  <a:moveTo>
                    <a:pt x="32" y="3"/>
                  </a:moveTo>
                  <a:cubicBezTo>
                    <a:pt x="36" y="1"/>
                    <a:pt x="40" y="0"/>
                    <a:pt x="44" y="0"/>
                  </a:cubicBezTo>
                  <a:cubicBezTo>
                    <a:pt x="49" y="1"/>
                    <a:pt x="54" y="5"/>
                    <a:pt x="57" y="9"/>
                  </a:cubicBezTo>
                  <a:cubicBezTo>
                    <a:pt x="74" y="25"/>
                    <a:pt x="88" y="43"/>
                    <a:pt x="99" y="63"/>
                  </a:cubicBezTo>
                  <a:cubicBezTo>
                    <a:pt x="102" y="69"/>
                    <a:pt x="105" y="75"/>
                    <a:pt x="109" y="80"/>
                  </a:cubicBezTo>
                  <a:cubicBezTo>
                    <a:pt x="121" y="95"/>
                    <a:pt x="138" y="104"/>
                    <a:pt x="155" y="112"/>
                  </a:cubicBezTo>
                  <a:cubicBezTo>
                    <a:pt x="159" y="113"/>
                    <a:pt x="163" y="116"/>
                    <a:pt x="163" y="120"/>
                  </a:cubicBezTo>
                  <a:cubicBezTo>
                    <a:pt x="164" y="122"/>
                    <a:pt x="163" y="124"/>
                    <a:pt x="162" y="126"/>
                  </a:cubicBezTo>
                  <a:cubicBezTo>
                    <a:pt x="155" y="143"/>
                    <a:pt x="136" y="155"/>
                    <a:pt x="117" y="153"/>
                  </a:cubicBezTo>
                  <a:cubicBezTo>
                    <a:pt x="113" y="153"/>
                    <a:pt x="109" y="152"/>
                    <a:pt x="105" y="150"/>
                  </a:cubicBezTo>
                  <a:cubicBezTo>
                    <a:pt x="100" y="145"/>
                    <a:pt x="98" y="138"/>
                    <a:pt x="95" y="132"/>
                  </a:cubicBezTo>
                  <a:cubicBezTo>
                    <a:pt x="89" y="119"/>
                    <a:pt x="82" y="116"/>
                    <a:pt x="69" y="110"/>
                  </a:cubicBezTo>
                  <a:cubicBezTo>
                    <a:pt x="56" y="105"/>
                    <a:pt x="30" y="94"/>
                    <a:pt x="20" y="85"/>
                  </a:cubicBezTo>
                  <a:cubicBezTo>
                    <a:pt x="10" y="76"/>
                    <a:pt x="11" y="69"/>
                    <a:pt x="6" y="58"/>
                  </a:cubicBezTo>
                  <a:cubicBezTo>
                    <a:pt x="3" y="51"/>
                    <a:pt x="0" y="43"/>
                    <a:pt x="0" y="36"/>
                  </a:cubicBezTo>
                  <a:cubicBezTo>
                    <a:pt x="1" y="21"/>
                    <a:pt x="20" y="8"/>
                    <a:pt x="32" y="3"/>
                  </a:cubicBezTo>
                  <a:close/>
                </a:path>
              </a:pathLst>
            </a:custGeom>
            <a:solidFill>
              <a:srgbClr val="FFA9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1" name="任意多边形 28"/>
            <p:cNvSpPr/>
            <p:nvPr/>
          </p:nvSpPr>
          <p:spPr bwMode="auto">
            <a:xfrm>
              <a:off x="4705350" y="3073400"/>
              <a:ext cx="581025" cy="696913"/>
            </a:xfrm>
            <a:custGeom>
              <a:avLst/>
              <a:gdLst>
                <a:gd name="T0" fmla="*/ 94 w 128"/>
                <a:gd name="T1" fmla="*/ 119 h 154"/>
                <a:gd name="T2" fmla="*/ 51 w 128"/>
                <a:gd name="T3" fmla="*/ 88 h 154"/>
                <a:gd name="T4" fmla="*/ 54 w 128"/>
                <a:gd name="T5" fmla="*/ 47 h 154"/>
                <a:gd name="T6" fmla="*/ 86 w 128"/>
                <a:gd name="T7" fmla="*/ 42 h 154"/>
                <a:gd name="T8" fmla="*/ 57 w 128"/>
                <a:gd name="T9" fmla="*/ 9 h 154"/>
                <a:gd name="T10" fmla="*/ 44 w 128"/>
                <a:gd name="T11" fmla="*/ 0 h 154"/>
                <a:gd name="T12" fmla="*/ 32 w 128"/>
                <a:gd name="T13" fmla="*/ 3 h 154"/>
                <a:gd name="T14" fmla="*/ 0 w 128"/>
                <a:gd name="T15" fmla="*/ 36 h 154"/>
                <a:gd name="T16" fmla="*/ 6 w 128"/>
                <a:gd name="T17" fmla="*/ 58 h 154"/>
                <a:gd name="T18" fmla="*/ 20 w 128"/>
                <a:gd name="T19" fmla="*/ 85 h 154"/>
                <a:gd name="T20" fmla="*/ 69 w 128"/>
                <a:gd name="T21" fmla="*/ 110 h 154"/>
                <a:gd name="T22" fmla="*/ 95 w 128"/>
                <a:gd name="T23" fmla="*/ 132 h 154"/>
                <a:gd name="T24" fmla="*/ 105 w 128"/>
                <a:gd name="T25" fmla="*/ 150 h 154"/>
                <a:gd name="T26" fmla="*/ 117 w 128"/>
                <a:gd name="T27" fmla="*/ 153 h 154"/>
                <a:gd name="T28" fmla="*/ 128 w 128"/>
                <a:gd name="T29" fmla="*/ 153 h 154"/>
                <a:gd name="T30" fmla="*/ 94 w 128"/>
                <a:gd name="T31" fmla="*/ 119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154">
                  <a:moveTo>
                    <a:pt x="94" y="119"/>
                  </a:moveTo>
                  <a:cubicBezTo>
                    <a:pt x="80" y="109"/>
                    <a:pt x="62" y="102"/>
                    <a:pt x="51" y="88"/>
                  </a:cubicBezTo>
                  <a:cubicBezTo>
                    <a:pt x="42" y="76"/>
                    <a:pt x="40" y="57"/>
                    <a:pt x="54" y="47"/>
                  </a:cubicBezTo>
                  <a:cubicBezTo>
                    <a:pt x="63" y="41"/>
                    <a:pt x="75" y="42"/>
                    <a:pt x="86" y="42"/>
                  </a:cubicBezTo>
                  <a:cubicBezTo>
                    <a:pt x="77" y="30"/>
                    <a:pt x="68" y="19"/>
                    <a:pt x="57" y="9"/>
                  </a:cubicBezTo>
                  <a:cubicBezTo>
                    <a:pt x="54" y="5"/>
                    <a:pt x="49" y="1"/>
                    <a:pt x="44" y="0"/>
                  </a:cubicBezTo>
                  <a:cubicBezTo>
                    <a:pt x="40" y="0"/>
                    <a:pt x="36" y="1"/>
                    <a:pt x="32" y="3"/>
                  </a:cubicBezTo>
                  <a:cubicBezTo>
                    <a:pt x="20" y="8"/>
                    <a:pt x="1" y="21"/>
                    <a:pt x="0" y="36"/>
                  </a:cubicBezTo>
                  <a:cubicBezTo>
                    <a:pt x="0" y="43"/>
                    <a:pt x="3" y="51"/>
                    <a:pt x="6" y="58"/>
                  </a:cubicBezTo>
                  <a:cubicBezTo>
                    <a:pt x="11" y="69"/>
                    <a:pt x="10" y="76"/>
                    <a:pt x="20" y="85"/>
                  </a:cubicBezTo>
                  <a:cubicBezTo>
                    <a:pt x="30" y="94"/>
                    <a:pt x="56" y="105"/>
                    <a:pt x="69" y="110"/>
                  </a:cubicBezTo>
                  <a:cubicBezTo>
                    <a:pt x="82" y="116"/>
                    <a:pt x="89" y="119"/>
                    <a:pt x="95" y="132"/>
                  </a:cubicBezTo>
                  <a:cubicBezTo>
                    <a:pt x="98" y="138"/>
                    <a:pt x="100" y="145"/>
                    <a:pt x="105" y="150"/>
                  </a:cubicBezTo>
                  <a:cubicBezTo>
                    <a:pt x="109" y="152"/>
                    <a:pt x="113" y="153"/>
                    <a:pt x="117" y="153"/>
                  </a:cubicBezTo>
                  <a:cubicBezTo>
                    <a:pt x="121" y="154"/>
                    <a:pt x="124" y="153"/>
                    <a:pt x="128" y="153"/>
                  </a:cubicBezTo>
                  <a:cubicBezTo>
                    <a:pt x="118" y="140"/>
                    <a:pt x="107" y="128"/>
                    <a:pt x="94" y="119"/>
                  </a:cubicBezTo>
                  <a:close/>
                </a:path>
              </a:pathLst>
            </a:custGeom>
            <a:solidFill>
              <a:srgbClr val="D679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2" name="任意多边形 29"/>
            <p:cNvSpPr/>
            <p:nvPr/>
          </p:nvSpPr>
          <p:spPr bwMode="auto">
            <a:xfrm>
              <a:off x="4595813" y="2924175"/>
              <a:ext cx="581025" cy="579438"/>
            </a:xfrm>
            <a:custGeom>
              <a:avLst/>
              <a:gdLst>
                <a:gd name="T0" fmla="*/ 2 w 128"/>
                <a:gd name="T1" fmla="*/ 24 h 128"/>
                <a:gd name="T2" fmla="*/ 0 w 128"/>
                <a:gd name="T3" fmla="*/ 34 h 128"/>
                <a:gd name="T4" fmla="*/ 13 w 128"/>
                <a:gd name="T5" fmla="*/ 82 h 128"/>
                <a:gd name="T6" fmla="*/ 52 w 128"/>
                <a:gd name="T7" fmla="*/ 126 h 128"/>
                <a:gd name="T8" fmla="*/ 54 w 128"/>
                <a:gd name="T9" fmla="*/ 124 h 128"/>
                <a:gd name="T10" fmla="*/ 48 w 128"/>
                <a:gd name="T11" fmla="*/ 94 h 128"/>
                <a:gd name="T12" fmla="*/ 60 w 128"/>
                <a:gd name="T13" fmla="*/ 80 h 128"/>
                <a:gd name="T14" fmla="*/ 128 w 128"/>
                <a:gd name="T15" fmla="*/ 86 h 128"/>
                <a:gd name="T16" fmla="*/ 82 w 128"/>
                <a:gd name="T17" fmla="*/ 10 h 128"/>
                <a:gd name="T18" fmla="*/ 2 w 128"/>
                <a:gd name="T19" fmla="*/ 2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2" y="24"/>
                  </a:moveTo>
                  <a:cubicBezTo>
                    <a:pt x="0" y="27"/>
                    <a:pt x="0" y="30"/>
                    <a:pt x="0" y="34"/>
                  </a:cubicBezTo>
                  <a:cubicBezTo>
                    <a:pt x="0" y="51"/>
                    <a:pt x="4" y="67"/>
                    <a:pt x="13" y="82"/>
                  </a:cubicBezTo>
                  <a:cubicBezTo>
                    <a:pt x="23" y="99"/>
                    <a:pt x="37" y="114"/>
                    <a:pt x="52" y="126"/>
                  </a:cubicBezTo>
                  <a:cubicBezTo>
                    <a:pt x="54" y="128"/>
                    <a:pt x="55" y="126"/>
                    <a:pt x="54" y="124"/>
                  </a:cubicBezTo>
                  <a:cubicBezTo>
                    <a:pt x="47" y="115"/>
                    <a:pt x="43" y="105"/>
                    <a:pt x="48" y="94"/>
                  </a:cubicBezTo>
                  <a:cubicBezTo>
                    <a:pt x="50" y="88"/>
                    <a:pt x="54" y="83"/>
                    <a:pt x="60" y="80"/>
                  </a:cubicBezTo>
                  <a:cubicBezTo>
                    <a:pt x="82" y="65"/>
                    <a:pt x="109" y="70"/>
                    <a:pt x="128" y="86"/>
                  </a:cubicBezTo>
                  <a:cubicBezTo>
                    <a:pt x="123" y="62"/>
                    <a:pt x="112" y="23"/>
                    <a:pt x="82" y="10"/>
                  </a:cubicBezTo>
                  <a:cubicBezTo>
                    <a:pt x="60" y="0"/>
                    <a:pt x="13" y="1"/>
                    <a:pt x="2" y="24"/>
                  </a:cubicBezTo>
                  <a:close/>
                </a:path>
              </a:pathLst>
            </a:custGeom>
            <a:solidFill>
              <a:srgbClr val="2320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3" name="任意多边形 30"/>
            <p:cNvSpPr/>
            <p:nvPr/>
          </p:nvSpPr>
          <p:spPr bwMode="auto">
            <a:xfrm>
              <a:off x="5000625" y="3548063"/>
              <a:ext cx="584200" cy="358775"/>
            </a:xfrm>
            <a:custGeom>
              <a:avLst/>
              <a:gdLst>
                <a:gd name="T0" fmla="*/ 46 w 129"/>
                <a:gd name="T1" fmla="*/ 5 h 79"/>
                <a:gd name="T2" fmla="*/ 25 w 129"/>
                <a:gd name="T3" fmla="*/ 17 h 79"/>
                <a:gd name="T4" fmla="*/ 22 w 129"/>
                <a:gd name="T5" fmla="*/ 32 h 79"/>
                <a:gd name="T6" fmla="*/ 0 w 129"/>
                <a:gd name="T7" fmla="*/ 79 h 79"/>
                <a:gd name="T8" fmla="*/ 41 w 129"/>
                <a:gd name="T9" fmla="*/ 76 h 79"/>
                <a:gd name="T10" fmla="*/ 93 w 129"/>
                <a:gd name="T11" fmla="*/ 62 h 79"/>
                <a:gd name="T12" fmla="*/ 128 w 129"/>
                <a:gd name="T13" fmla="*/ 23 h 79"/>
                <a:gd name="T14" fmla="*/ 128 w 129"/>
                <a:gd name="T15" fmla="*/ 17 h 79"/>
                <a:gd name="T16" fmla="*/ 125 w 129"/>
                <a:gd name="T17" fmla="*/ 15 h 79"/>
                <a:gd name="T18" fmla="*/ 82 w 129"/>
                <a:gd name="T19" fmla="*/ 1 h 79"/>
                <a:gd name="T20" fmla="*/ 73 w 129"/>
                <a:gd name="T21" fmla="*/ 2 h 79"/>
                <a:gd name="T22" fmla="*/ 70 w 129"/>
                <a:gd name="T23" fmla="*/ 6 h 79"/>
                <a:gd name="T24" fmla="*/ 58 w 129"/>
                <a:gd name="T25" fmla="*/ 5 h 79"/>
                <a:gd name="T26" fmla="*/ 46 w 129"/>
                <a:gd name="T27" fmla="*/ 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" h="79">
                  <a:moveTo>
                    <a:pt x="46" y="5"/>
                  </a:moveTo>
                  <a:cubicBezTo>
                    <a:pt x="38" y="6"/>
                    <a:pt x="29" y="10"/>
                    <a:pt x="25" y="17"/>
                  </a:cubicBezTo>
                  <a:cubicBezTo>
                    <a:pt x="23" y="22"/>
                    <a:pt x="23" y="27"/>
                    <a:pt x="22" y="32"/>
                  </a:cubicBezTo>
                  <a:cubicBezTo>
                    <a:pt x="18" y="49"/>
                    <a:pt x="9" y="64"/>
                    <a:pt x="0" y="79"/>
                  </a:cubicBezTo>
                  <a:cubicBezTo>
                    <a:pt x="14" y="79"/>
                    <a:pt x="28" y="77"/>
                    <a:pt x="41" y="76"/>
                  </a:cubicBezTo>
                  <a:cubicBezTo>
                    <a:pt x="59" y="73"/>
                    <a:pt x="77" y="70"/>
                    <a:pt x="93" y="62"/>
                  </a:cubicBezTo>
                  <a:cubicBezTo>
                    <a:pt x="109" y="54"/>
                    <a:pt x="123" y="40"/>
                    <a:pt x="128" y="23"/>
                  </a:cubicBezTo>
                  <a:cubicBezTo>
                    <a:pt x="129" y="21"/>
                    <a:pt x="129" y="19"/>
                    <a:pt x="128" y="17"/>
                  </a:cubicBezTo>
                  <a:cubicBezTo>
                    <a:pt x="127" y="16"/>
                    <a:pt x="126" y="15"/>
                    <a:pt x="125" y="15"/>
                  </a:cubicBezTo>
                  <a:cubicBezTo>
                    <a:pt x="111" y="8"/>
                    <a:pt x="97" y="5"/>
                    <a:pt x="82" y="1"/>
                  </a:cubicBezTo>
                  <a:cubicBezTo>
                    <a:pt x="79" y="1"/>
                    <a:pt x="75" y="0"/>
                    <a:pt x="73" y="2"/>
                  </a:cubicBezTo>
                  <a:cubicBezTo>
                    <a:pt x="71" y="4"/>
                    <a:pt x="73" y="5"/>
                    <a:pt x="70" y="6"/>
                  </a:cubicBezTo>
                  <a:cubicBezTo>
                    <a:pt x="67" y="7"/>
                    <a:pt x="61" y="5"/>
                    <a:pt x="58" y="5"/>
                  </a:cubicBezTo>
                  <a:cubicBezTo>
                    <a:pt x="54" y="5"/>
                    <a:pt x="50" y="5"/>
                    <a:pt x="46" y="5"/>
                  </a:cubicBezTo>
                  <a:close/>
                </a:path>
              </a:pathLst>
            </a:custGeom>
            <a:solidFill>
              <a:srgbClr val="D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4" name="任意多边形 31"/>
            <p:cNvSpPr/>
            <p:nvPr/>
          </p:nvSpPr>
          <p:spPr bwMode="auto">
            <a:xfrm>
              <a:off x="4910138" y="3571875"/>
              <a:ext cx="788988" cy="525463"/>
            </a:xfrm>
            <a:custGeom>
              <a:avLst/>
              <a:gdLst>
                <a:gd name="T0" fmla="*/ 74 w 174"/>
                <a:gd name="T1" fmla="*/ 39 h 116"/>
                <a:gd name="T2" fmla="*/ 17 w 174"/>
                <a:gd name="T3" fmla="*/ 46 h 116"/>
                <a:gd name="T4" fmla="*/ 3 w 174"/>
                <a:gd name="T5" fmla="*/ 58 h 116"/>
                <a:gd name="T6" fmla="*/ 1 w 174"/>
                <a:gd name="T7" fmla="*/ 70 h 116"/>
                <a:gd name="T8" fmla="*/ 2 w 174"/>
                <a:gd name="T9" fmla="*/ 84 h 116"/>
                <a:gd name="T10" fmla="*/ 12 w 174"/>
                <a:gd name="T11" fmla="*/ 95 h 116"/>
                <a:gd name="T12" fmla="*/ 99 w 174"/>
                <a:gd name="T13" fmla="*/ 99 h 116"/>
                <a:gd name="T14" fmla="*/ 116 w 174"/>
                <a:gd name="T15" fmla="*/ 87 h 116"/>
                <a:gd name="T16" fmla="*/ 134 w 174"/>
                <a:gd name="T17" fmla="*/ 80 h 116"/>
                <a:gd name="T18" fmla="*/ 167 w 174"/>
                <a:gd name="T19" fmla="*/ 54 h 116"/>
                <a:gd name="T20" fmla="*/ 163 w 174"/>
                <a:gd name="T21" fmla="*/ 14 h 116"/>
                <a:gd name="T22" fmla="*/ 119 w 174"/>
                <a:gd name="T23" fmla="*/ 21 h 116"/>
                <a:gd name="T24" fmla="*/ 104 w 174"/>
                <a:gd name="T25" fmla="*/ 34 h 116"/>
                <a:gd name="T26" fmla="*/ 74 w 174"/>
                <a:gd name="T27" fmla="*/ 3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4" h="116">
                  <a:moveTo>
                    <a:pt x="74" y="39"/>
                  </a:moveTo>
                  <a:cubicBezTo>
                    <a:pt x="55" y="37"/>
                    <a:pt x="35" y="39"/>
                    <a:pt x="17" y="46"/>
                  </a:cubicBezTo>
                  <a:cubicBezTo>
                    <a:pt x="12" y="49"/>
                    <a:pt x="6" y="52"/>
                    <a:pt x="3" y="58"/>
                  </a:cubicBezTo>
                  <a:cubicBezTo>
                    <a:pt x="1" y="61"/>
                    <a:pt x="1" y="66"/>
                    <a:pt x="1" y="70"/>
                  </a:cubicBezTo>
                  <a:cubicBezTo>
                    <a:pt x="0" y="74"/>
                    <a:pt x="0" y="80"/>
                    <a:pt x="2" y="84"/>
                  </a:cubicBezTo>
                  <a:cubicBezTo>
                    <a:pt x="4" y="89"/>
                    <a:pt x="8" y="92"/>
                    <a:pt x="12" y="95"/>
                  </a:cubicBezTo>
                  <a:cubicBezTo>
                    <a:pt x="36" y="115"/>
                    <a:pt x="73" y="116"/>
                    <a:pt x="99" y="99"/>
                  </a:cubicBezTo>
                  <a:cubicBezTo>
                    <a:pt x="105" y="95"/>
                    <a:pt x="110" y="90"/>
                    <a:pt x="116" y="87"/>
                  </a:cubicBezTo>
                  <a:cubicBezTo>
                    <a:pt x="122" y="84"/>
                    <a:pt x="128" y="82"/>
                    <a:pt x="134" y="80"/>
                  </a:cubicBezTo>
                  <a:cubicBezTo>
                    <a:pt x="147" y="75"/>
                    <a:pt x="160" y="66"/>
                    <a:pt x="167" y="54"/>
                  </a:cubicBezTo>
                  <a:cubicBezTo>
                    <a:pt x="174" y="41"/>
                    <a:pt x="173" y="24"/>
                    <a:pt x="163" y="14"/>
                  </a:cubicBezTo>
                  <a:cubicBezTo>
                    <a:pt x="149" y="0"/>
                    <a:pt x="130" y="8"/>
                    <a:pt x="119" y="21"/>
                  </a:cubicBezTo>
                  <a:cubicBezTo>
                    <a:pt x="115" y="26"/>
                    <a:pt x="110" y="30"/>
                    <a:pt x="104" y="34"/>
                  </a:cubicBezTo>
                  <a:cubicBezTo>
                    <a:pt x="94" y="39"/>
                    <a:pt x="85" y="40"/>
                    <a:pt x="74" y="39"/>
                  </a:cubicBezTo>
                  <a:close/>
                </a:path>
              </a:pathLst>
            </a:custGeom>
            <a:solidFill>
              <a:srgbClr val="FCCE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5" name="任意多边形 32"/>
            <p:cNvSpPr/>
            <p:nvPr/>
          </p:nvSpPr>
          <p:spPr bwMode="auto">
            <a:xfrm>
              <a:off x="4918075" y="3611563"/>
              <a:ext cx="781050" cy="485775"/>
            </a:xfrm>
            <a:custGeom>
              <a:avLst/>
              <a:gdLst>
                <a:gd name="T0" fmla="*/ 161 w 172"/>
                <a:gd name="T1" fmla="*/ 5 h 107"/>
                <a:gd name="T2" fmla="*/ 155 w 172"/>
                <a:gd name="T3" fmla="*/ 0 h 107"/>
                <a:gd name="T4" fmla="*/ 145 w 172"/>
                <a:gd name="T5" fmla="*/ 7 h 107"/>
                <a:gd name="T6" fmla="*/ 118 w 172"/>
                <a:gd name="T7" fmla="*/ 30 h 107"/>
                <a:gd name="T8" fmla="*/ 85 w 172"/>
                <a:gd name="T9" fmla="*/ 39 h 107"/>
                <a:gd name="T10" fmla="*/ 51 w 172"/>
                <a:gd name="T11" fmla="*/ 40 h 107"/>
                <a:gd name="T12" fmla="*/ 11 w 172"/>
                <a:gd name="T13" fmla="*/ 56 h 107"/>
                <a:gd name="T14" fmla="*/ 0 w 172"/>
                <a:gd name="T15" fmla="*/ 73 h 107"/>
                <a:gd name="T16" fmla="*/ 0 w 172"/>
                <a:gd name="T17" fmla="*/ 75 h 107"/>
                <a:gd name="T18" fmla="*/ 10 w 172"/>
                <a:gd name="T19" fmla="*/ 86 h 107"/>
                <a:gd name="T20" fmla="*/ 97 w 172"/>
                <a:gd name="T21" fmla="*/ 90 h 107"/>
                <a:gd name="T22" fmla="*/ 114 w 172"/>
                <a:gd name="T23" fmla="*/ 78 h 107"/>
                <a:gd name="T24" fmla="*/ 132 w 172"/>
                <a:gd name="T25" fmla="*/ 71 h 107"/>
                <a:gd name="T26" fmla="*/ 165 w 172"/>
                <a:gd name="T27" fmla="*/ 45 h 107"/>
                <a:gd name="T28" fmla="*/ 161 w 172"/>
                <a:gd name="T29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2" h="107">
                  <a:moveTo>
                    <a:pt x="161" y="5"/>
                  </a:moveTo>
                  <a:cubicBezTo>
                    <a:pt x="159" y="3"/>
                    <a:pt x="157" y="2"/>
                    <a:pt x="155" y="0"/>
                  </a:cubicBezTo>
                  <a:cubicBezTo>
                    <a:pt x="151" y="2"/>
                    <a:pt x="148" y="4"/>
                    <a:pt x="145" y="7"/>
                  </a:cubicBezTo>
                  <a:cubicBezTo>
                    <a:pt x="135" y="14"/>
                    <a:pt x="128" y="24"/>
                    <a:pt x="118" y="30"/>
                  </a:cubicBezTo>
                  <a:cubicBezTo>
                    <a:pt x="108" y="36"/>
                    <a:pt x="97" y="38"/>
                    <a:pt x="85" y="39"/>
                  </a:cubicBezTo>
                  <a:cubicBezTo>
                    <a:pt x="74" y="39"/>
                    <a:pt x="62" y="39"/>
                    <a:pt x="51" y="40"/>
                  </a:cubicBezTo>
                  <a:cubicBezTo>
                    <a:pt x="36" y="41"/>
                    <a:pt x="21" y="46"/>
                    <a:pt x="11" y="56"/>
                  </a:cubicBezTo>
                  <a:cubicBezTo>
                    <a:pt x="6" y="61"/>
                    <a:pt x="2" y="67"/>
                    <a:pt x="0" y="73"/>
                  </a:cubicBezTo>
                  <a:cubicBezTo>
                    <a:pt x="0" y="74"/>
                    <a:pt x="0" y="74"/>
                    <a:pt x="0" y="75"/>
                  </a:cubicBezTo>
                  <a:cubicBezTo>
                    <a:pt x="2" y="80"/>
                    <a:pt x="6" y="83"/>
                    <a:pt x="10" y="86"/>
                  </a:cubicBezTo>
                  <a:cubicBezTo>
                    <a:pt x="34" y="106"/>
                    <a:pt x="71" y="107"/>
                    <a:pt x="97" y="90"/>
                  </a:cubicBezTo>
                  <a:cubicBezTo>
                    <a:pt x="103" y="86"/>
                    <a:pt x="108" y="81"/>
                    <a:pt x="114" y="78"/>
                  </a:cubicBezTo>
                  <a:cubicBezTo>
                    <a:pt x="120" y="75"/>
                    <a:pt x="126" y="73"/>
                    <a:pt x="132" y="71"/>
                  </a:cubicBezTo>
                  <a:cubicBezTo>
                    <a:pt x="145" y="66"/>
                    <a:pt x="158" y="57"/>
                    <a:pt x="165" y="45"/>
                  </a:cubicBezTo>
                  <a:cubicBezTo>
                    <a:pt x="172" y="32"/>
                    <a:pt x="171" y="15"/>
                    <a:pt x="161" y="5"/>
                  </a:cubicBezTo>
                  <a:close/>
                </a:path>
              </a:pathLst>
            </a:custGeom>
            <a:solidFill>
              <a:srgbClr val="7F36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6" name="任意多边形 33"/>
            <p:cNvSpPr/>
            <p:nvPr/>
          </p:nvSpPr>
          <p:spPr bwMode="auto">
            <a:xfrm>
              <a:off x="5799138" y="1936750"/>
              <a:ext cx="1020763" cy="1884363"/>
            </a:xfrm>
            <a:custGeom>
              <a:avLst/>
              <a:gdLst>
                <a:gd name="T0" fmla="*/ 109 w 225"/>
                <a:gd name="T1" fmla="*/ 9 h 416"/>
                <a:gd name="T2" fmla="*/ 166 w 225"/>
                <a:gd name="T3" fmla="*/ 40 h 416"/>
                <a:gd name="T4" fmla="*/ 198 w 225"/>
                <a:gd name="T5" fmla="*/ 76 h 416"/>
                <a:gd name="T6" fmla="*/ 215 w 225"/>
                <a:gd name="T7" fmla="*/ 132 h 416"/>
                <a:gd name="T8" fmla="*/ 221 w 225"/>
                <a:gd name="T9" fmla="*/ 330 h 416"/>
                <a:gd name="T10" fmla="*/ 217 w 225"/>
                <a:gd name="T11" fmla="*/ 377 h 416"/>
                <a:gd name="T12" fmla="*/ 200 w 225"/>
                <a:gd name="T13" fmla="*/ 416 h 416"/>
                <a:gd name="T14" fmla="*/ 90 w 225"/>
                <a:gd name="T15" fmla="*/ 301 h 416"/>
                <a:gd name="T16" fmla="*/ 31 w 225"/>
                <a:gd name="T17" fmla="*/ 282 h 416"/>
                <a:gd name="T18" fmla="*/ 20 w 225"/>
                <a:gd name="T19" fmla="*/ 278 h 416"/>
                <a:gd name="T20" fmla="*/ 13 w 225"/>
                <a:gd name="T21" fmla="*/ 263 h 416"/>
                <a:gd name="T22" fmla="*/ 5 w 225"/>
                <a:gd name="T23" fmla="*/ 183 h 416"/>
                <a:gd name="T24" fmla="*/ 1 w 225"/>
                <a:gd name="T25" fmla="*/ 95 h 416"/>
                <a:gd name="T26" fmla="*/ 6 w 225"/>
                <a:gd name="T27" fmla="*/ 52 h 416"/>
                <a:gd name="T28" fmla="*/ 109 w 225"/>
                <a:gd name="T29" fmla="*/ 9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" h="416">
                  <a:moveTo>
                    <a:pt x="109" y="9"/>
                  </a:moveTo>
                  <a:cubicBezTo>
                    <a:pt x="130" y="14"/>
                    <a:pt x="149" y="26"/>
                    <a:pt x="166" y="40"/>
                  </a:cubicBezTo>
                  <a:cubicBezTo>
                    <a:pt x="178" y="50"/>
                    <a:pt x="190" y="62"/>
                    <a:pt x="198" y="76"/>
                  </a:cubicBezTo>
                  <a:cubicBezTo>
                    <a:pt x="208" y="93"/>
                    <a:pt x="212" y="113"/>
                    <a:pt x="215" y="132"/>
                  </a:cubicBezTo>
                  <a:cubicBezTo>
                    <a:pt x="224" y="197"/>
                    <a:pt x="225" y="264"/>
                    <a:pt x="221" y="330"/>
                  </a:cubicBezTo>
                  <a:cubicBezTo>
                    <a:pt x="220" y="345"/>
                    <a:pt x="219" y="361"/>
                    <a:pt x="217" y="377"/>
                  </a:cubicBezTo>
                  <a:cubicBezTo>
                    <a:pt x="214" y="391"/>
                    <a:pt x="210" y="406"/>
                    <a:pt x="200" y="416"/>
                  </a:cubicBezTo>
                  <a:cubicBezTo>
                    <a:pt x="156" y="385"/>
                    <a:pt x="136" y="328"/>
                    <a:pt x="90" y="301"/>
                  </a:cubicBezTo>
                  <a:cubicBezTo>
                    <a:pt x="72" y="291"/>
                    <a:pt x="51" y="286"/>
                    <a:pt x="31" y="282"/>
                  </a:cubicBezTo>
                  <a:cubicBezTo>
                    <a:pt x="27" y="281"/>
                    <a:pt x="23" y="280"/>
                    <a:pt x="20" y="278"/>
                  </a:cubicBezTo>
                  <a:cubicBezTo>
                    <a:pt x="15" y="274"/>
                    <a:pt x="14" y="268"/>
                    <a:pt x="13" y="263"/>
                  </a:cubicBezTo>
                  <a:cubicBezTo>
                    <a:pt x="8" y="237"/>
                    <a:pt x="6" y="210"/>
                    <a:pt x="5" y="183"/>
                  </a:cubicBezTo>
                  <a:cubicBezTo>
                    <a:pt x="4" y="154"/>
                    <a:pt x="3" y="124"/>
                    <a:pt x="1" y="95"/>
                  </a:cubicBezTo>
                  <a:cubicBezTo>
                    <a:pt x="1" y="80"/>
                    <a:pt x="0" y="65"/>
                    <a:pt x="6" y="52"/>
                  </a:cubicBezTo>
                  <a:cubicBezTo>
                    <a:pt x="22" y="17"/>
                    <a:pt x="74" y="0"/>
                    <a:pt x="109" y="9"/>
                  </a:cubicBezTo>
                  <a:close/>
                </a:path>
              </a:pathLst>
            </a:custGeom>
            <a:solidFill>
              <a:srgbClr val="F0E3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7" name="任意多边形 34"/>
            <p:cNvSpPr/>
            <p:nvPr/>
          </p:nvSpPr>
          <p:spPr bwMode="auto">
            <a:xfrm>
              <a:off x="5743575" y="1651000"/>
              <a:ext cx="454025" cy="661988"/>
            </a:xfrm>
            <a:custGeom>
              <a:avLst/>
              <a:gdLst>
                <a:gd name="T0" fmla="*/ 21 w 100"/>
                <a:gd name="T1" fmla="*/ 20 h 146"/>
                <a:gd name="T2" fmla="*/ 21 w 100"/>
                <a:gd name="T3" fmla="*/ 18 h 146"/>
                <a:gd name="T4" fmla="*/ 42 w 100"/>
                <a:gd name="T5" fmla="*/ 2 h 146"/>
                <a:gd name="T6" fmla="*/ 46 w 100"/>
                <a:gd name="T7" fmla="*/ 0 h 146"/>
                <a:gd name="T8" fmla="*/ 52 w 100"/>
                <a:gd name="T9" fmla="*/ 3 h 146"/>
                <a:gd name="T10" fmla="*/ 95 w 100"/>
                <a:gd name="T11" fmla="*/ 66 h 146"/>
                <a:gd name="T12" fmla="*/ 99 w 100"/>
                <a:gd name="T13" fmla="*/ 72 h 146"/>
                <a:gd name="T14" fmla="*/ 99 w 100"/>
                <a:gd name="T15" fmla="*/ 79 h 146"/>
                <a:gd name="T16" fmla="*/ 96 w 100"/>
                <a:gd name="T17" fmla="*/ 93 h 146"/>
                <a:gd name="T18" fmla="*/ 87 w 100"/>
                <a:gd name="T19" fmla="*/ 108 h 146"/>
                <a:gd name="T20" fmla="*/ 70 w 100"/>
                <a:gd name="T21" fmla="*/ 130 h 146"/>
                <a:gd name="T22" fmla="*/ 56 w 100"/>
                <a:gd name="T23" fmla="*/ 146 h 146"/>
                <a:gd name="T24" fmla="*/ 52 w 100"/>
                <a:gd name="T25" fmla="*/ 133 h 146"/>
                <a:gd name="T26" fmla="*/ 2 w 100"/>
                <a:gd name="T27" fmla="*/ 46 h 146"/>
                <a:gd name="T28" fmla="*/ 0 w 100"/>
                <a:gd name="T29" fmla="*/ 39 h 146"/>
                <a:gd name="T30" fmla="*/ 4 w 100"/>
                <a:gd name="T31" fmla="*/ 29 h 146"/>
                <a:gd name="T32" fmla="*/ 22 w 100"/>
                <a:gd name="T33" fmla="*/ 1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0" h="146">
                  <a:moveTo>
                    <a:pt x="21" y="20"/>
                  </a:moveTo>
                  <a:cubicBezTo>
                    <a:pt x="20" y="21"/>
                    <a:pt x="21" y="19"/>
                    <a:pt x="21" y="18"/>
                  </a:cubicBezTo>
                  <a:cubicBezTo>
                    <a:pt x="28" y="12"/>
                    <a:pt x="35" y="7"/>
                    <a:pt x="42" y="2"/>
                  </a:cubicBezTo>
                  <a:cubicBezTo>
                    <a:pt x="43" y="1"/>
                    <a:pt x="45" y="0"/>
                    <a:pt x="46" y="0"/>
                  </a:cubicBezTo>
                  <a:cubicBezTo>
                    <a:pt x="49" y="0"/>
                    <a:pt x="51" y="2"/>
                    <a:pt x="52" y="3"/>
                  </a:cubicBezTo>
                  <a:cubicBezTo>
                    <a:pt x="70" y="22"/>
                    <a:pt x="78" y="48"/>
                    <a:pt x="95" y="66"/>
                  </a:cubicBezTo>
                  <a:cubicBezTo>
                    <a:pt x="96" y="68"/>
                    <a:pt x="98" y="70"/>
                    <a:pt x="99" y="72"/>
                  </a:cubicBezTo>
                  <a:cubicBezTo>
                    <a:pt x="100" y="74"/>
                    <a:pt x="99" y="76"/>
                    <a:pt x="99" y="79"/>
                  </a:cubicBezTo>
                  <a:cubicBezTo>
                    <a:pt x="98" y="84"/>
                    <a:pt x="98" y="88"/>
                    <a:pt x="96" y="93"/>
                  </a:cubicBezTo>
                  <a:cubicBezTo>
                    <a:pt x="94" y="98"/>
                    <a:pt x="91" y="103"/>
                    <a:pt x="87" y="108"/>
                  </a:cubicBezTo>
                  <a:cubicBezTo>
                    <a:pt x="82" y="115"/>
                    <a:pt x="76" y="123"/>
                    <a:pt x="70" y="130"/>
                  </a:cubicBezTo>
                  <a:cubicBezTo>
                    <a:pt x="66" y="136"/>
                    <a:pt x="61" y="141"/>
                    <a:pt x="56" y="146"/>
                  </a:cubicBezTo>
                  <a:cubicBezTo>
                    <a:pt x="56" y="141"/>
                    <a:pt x="54" y="137"/>
                    <a:pt x="52" y="133"/>
                  </a:cubicBezTo>
                  <a:cubicBezTo>
                    <a:pt x="36" y="104"/>
                    <a:pt x="16" y="76"/>
                    <a:pt x="2" y="46"/>
                  </a:cubicBezTo>
                  <a:cubicBezTo>
                    <a:pt x="1" y="44"/>
                    <a:pt x="0" y="42"/>
                    <a:pt x="0" y="39"/>
                  </a:cubicBezTo>
                  <a:cubicBezTo>
                    <a:pt x="0" y="36"/>
                    <a:pt x="2" y="32"/>
                    <a:pt x="4" y="29"/>
                  </a:cubicBezTo>
                  <a:cubicBezTo>
                    <a:pt x="9" y="24"/>
                    <a:pt x="15" y="19"/>
                    <a:pt x="22" y="16"/>
                  </a:cubicBezTo>
                </a:path>
              </a:pathLst>
            </a:custGeom>
            <a:solidFill>
              <a:srgbClr val="ED91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8" name="任意多边形 35"/>
            <p:cNvSpPr/>
            <p:nvPr/>
          </p:nvSpPr>
          <p:spPr bwMode="auto">
            <a:xfrm>
              <a:off x="5743575" y="1700213"/>
              <a:ext cx="287338" cy="544513"/>
            </a:xfrm>
            <a:custGeom>
              <a:avLst/>
              <a:gdLst>
                <a:gd name="T0" fmla="*/ 55 w 63"/>
                <a:gd name="T1" fmla="*/ 110 h 120"/>
                <a:gd name="T2" fmla="*/ 59 w 63"/>
                <a:gd name="T3" fmla="*/ 56 h 120"/>
                <a:gd name="T4" fmla="*/ 36 w 63"/>
                <a:gd name="T5" fmla="*/ 7 h 120"/>
                <a:gd name="T6" fmla="*/ 30 w 63"/>
                <a:gd name="T7" fmla="*/ 0 h 120"/>
                <a:gd name="T8" fmla="*/ 22 w 63"/>
                <a:gd name="T9" fmla="*/ 7 h 120"/>
                <a:gd name="T10" fmla="*/ 22 w 63"/>
                <a:gd name="T11" fmla="*/ 5 h 120"/>
                <a:gd name="T12" fmla="*/ 4 w 63"/>
                <a:gd name="T13" fmla="*/ 18 h 120"/>
                <a:gd name="T14" fmla="*/ 0 w 63"/>
                <a:gd name="T15" fmla="*/ 28 h 120"/>
                <a:gd name="T16" fmla="*/ 2 w 63"/>
                <a:gd name="T17" fmla="*/ 35 h 120"/>
                <a:gd name="T18" fmla="*/ 50 w 63"/>
                <a:gd name="T19" fmla="*/ 120 h 120"/>
                <a:gd name="T20" fmla="*/ 55 w 63"/>
                <a:gd name="T21" fmla="*/ 11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120">
                  <a:moveTo>
                    <a:pt x="55" y="110"/>
                  </a:moveTo>
                  <a:cubicBezTo>
                    <a:pt x="61" y="93"/>
                    <a:pt x="63" y="74"/>
                    <a:pt x="59" y="56"/>
                  </a:cubicBezTo>
                  <a:cubicBezTo>
                    <a:pt x="56" y="38"/>
                    <a:pt x="48" y="21"/>
                    <a:pt x="36" y="7"/>
                  </a:cubicBezTo>
                  <a:cubicBezTo>
                    <a:pt x="34" y="4"/>
                    <a:pt x="32" y="2"/>
                    <a:pt x="30" y="0"/>
                  </a:cubicBezTo>
                  <a:cubicBezTo>
                    <a:pt x="27" y="2"/>
                    <a:pt x="24" y="5"/>
                    <a:pt x="22" y="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15" y="8"/>
                    <a:pt x="9" y="13"/>
                    <a:pt x="4" y="18"/>
                  </a:cubicBezTo>
                  <a:cubicBezTo>
                    <a:pt x="2" y="21"/>
                    <a:pt x="0" y="25"/>
                    <a:pt x="0" y="28"/>
                  </a:cubicBezTo>
                  <a:cubicBezTo>
                    <a:pt x="0" y="31"/>
                    <a:pt x="1" y="33"/>
                    <a:pt x="2" y="35"/>
                  </a:cubicBezTo>
                  <a:cubicBezTo>
                    <a:pt x="16" y="65"/>
                    <a:pt x="34" y="91"/>
                    <a:pt x="50" y="120"/>
                  </a:cubicBezTo>
                  <a:cubicBezTo>
                    <a:pt x="52" y="117"/>
                    <a:pt x="53" y="114"/>
                    <a:pt x="55" y="110"/>
                  </a:cubicBezTo>
                  <a:close/>
                </a:path>
              </a:pathLst>
            </a:custGeom>
            <a:solidFill>
              <a:srgbClr val="D679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9" name="任意多边形 36"/>
            <p:cNvSpPr/>
            <p:nvPr/>
          </p:nvSpPr>
          <p:spPr bwMode="auto">
            <a:xfrm>
              <a:off x="6062663" y="1954213"/>
              <a:ext cx="793750" cy="1962150"/>
            </a:xfrm>
            <a:custGeom>
              <a:avLst/>
              <a:gdLst>
                <a:gd name="T0" fmla="*/ 48 w 175"/>
                <a:gd name="T1" fmla="*/ 25 h 433"/>
                <a:gd name="T2" fmla="*/ 10 w 175"/>
                <a:gd name="T3" fmla="*/ 96 h 433"/>
                <a:gd name="T4" fmla="*/ 15 w 175"/>
                <a:gd name="T5" fmla="*/ 254 h 433"/>
                <a:gd name="T6" fmla="*/ 12 w 175"/>
                <a:gd name="T7" fmla="*/ 289 h 433"/>
                <a:gd name="T8" fmla="*/ 29 w 175"/>
                <a:gd name="T9" fmla="*/ 313 h 433"/>
                <a:gd name="T10" fmla="*/ 63 w 175"/>
                <a:gd name="T11" fmla="*/ 399 h 433"/>
                <a:gd name="T12" fmla="*/ 69 w 175"/>
                <a:gd name="T13" fmla="*/ 419 h 433"/>
                <a:gd name="T14" fmla="*/ 78 w 175"/>
                <a:gd name="T15" fmla="*/ 423 h 433"/>
                <a:gd name="T16" fmla="*/ 134 w 175"/>
                <a:gd name="T17" fmla="*/ 423 h 433"/>
                <a:gd name="T18" fmla="*/ 154 w 175"/>
                <a:gd name="T19" fmla="*/ 399 h 433"/>
                <a:gd name="T20" fmla="*/ 167 w 175"/>
                <a:gd name="T21" fmla="*/ 351 h 433"/>
                <a:gd name="T22" fmla="*/ 159 w 175"/>
                <a:gd name="T23" fmla="*/ 146 h 433"/>
                <a:gd name="T24" fmla="*/ 151 w 175"/>
                <a:gd name="T25" fmla="*/ 94 h 433"/>
                <a:gd name="T26" fmla="*/ 139 w 175"/>
                <a:gd name="T27" fmla="*/ 62 h 433"/>
                <a:gd name="T28" fmla="*/ 92 w 175"/>
                <a:gd name="T29" fmla="*/ 16 h 433"/>
                <a:gd name="T30" fmla="*/ 63 w 175"/>
                <a:gd name="T31" fmla="*/ 2 h 433"/>
                <a:gd name="T32" fmla="*/ 58 w 175"/>
                <a:gd name="T33" fmla="*/ 11 h 433"/>
                <a:gd name="T34" fmla="*/ 48 w 175"/>
                <a:gd name="T35" fmla="*/ 25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5" h="433">
                  <a:moveTo>
                    <a:pt x="48" y="25"/>
                  </a:moveTo>
                  <a:cubicBezTo>
                    <a:pt x="29" y="45"/>
                    <a:pt x="15" y="70"/>
                    <a:pt x="10" y="96"/>
                  </a:cubicBezTo>
                  <a:cubicBezTo>
                    <a:pt x="0" y="148"/>
                    <a:pt x="26" y="202"/>
                    <a:pt x="15" y="254"/>
                  </a:cubicBezTo>
                  <a:cubicBezTo>
                    <a:pt x="12" y="266"/>
                    <a:pt x="8" y="278"/>
                    <a:pt x="12" y="289"/>
                  </a:cubicBezTo>
                  <a:cubicBezTo>
                    <a:pt x="14" y="299"/>
                    <a:pt x="22" y="306"/>
                    <a:pt x="29" y="313"/>
                  </a:cubicBezTo>
                  <a:cubicBezTo>
                    <a:pt x="50" y="336"/>
                    <a:pt x="62" y="367"/>
                    <a:pt x="63" y="399"/>
                  </a:cubicBezTo>
                  <a:cubicBezTo>
                    <a:pt x="63" y="406"/>
                    <a:pt x="63" y="415"/>
                    <a:pt x="69" y="419"/>
                  </a:cubicBezTo>
                  <a:cubicBezTo>
                    <a:pt x="72" y="422"/>
                    <a:pt x="75" y="423"/>
                    <a:pt x="78" y="423"/>
                  </a:cubicBezTo>
                  <a:cubicBezTo>
                    <a:pt x="97" y="428"/>
                    <a:pt x="118" y="433"/>
                    <a:pt x="134" y="423"/>
                  </a:cubicBezTo>
                  <a:cubicBezTo>
                    <a:pt x="143" y="418"/>
                    <a:pt x="150" y="408"/>
                    <a:pt x="154" y="399"/>
                  </a:cubicBezTo>
                  <a:cubicBezTo>
                    <a:pt x="161" y="384"/>
                    <a:pt x="165" y="367"/>
                    <a:pt x="167" y="351"/>
                  </a:cubicBezTo>
                  <a:cubicBezTo>
                    <a:pt x="175" y="283"/>
                    <a:pt x="167" y="214"/>
                    <a:pt x="159" y="146"/>
                  </a:cubicBezTo>
                  <a:cubicBezTo>
                    <a:pt x="157" y="129"/>
                    <a:pt x="155" y="111"/>
                    <a:pt x="151" y="94"/>
                  </a:cubicBezTo>
                  <a:cubicBezTo>
                    <a:pt x="148" y="83"/>
                    <a:pt x="145" y="72"/>
                    <a:pt x="139" y="62"/>
                  </a:cubicBezTo>
                  <a:cubicBezTo>
                    <a:pt x="129" y="42"/>
                    <a:pt x="111" y="28"/>
                    <a:pt x="92" y="16"/>
                  </a:cubicBezTo>
                  <a:cubicBezTo>
                    <a:pt x="87" y="13"/>
                    <a:pt x="69" y="0"/>
                    <a:pt x="63" y="2"/>
                  </a:cubicBezTo>
                  <a:cubicBezTo>
                    <a:pt x="59" y="3"/>
                    <a:pt x="59" y="8"/>
                    <a:pt x="58" y="11"/>
                  </a:cubicBezTo>
                  <a:cubicBezTo>
                    <a:pt x="55" y="17"/>
                    <a:pt x="52" y="21"/>
                    <a:pt x="48" y="25"/>
                  </a:cubicBezTo>
                  <a:close/>
                </a:path>
              </a:pathLst>
            </a:custGeom>
            <a:solidFill>
              <a:srgbClr val="746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0" name="任意多边形 37"/>
            <p:cNvSpPr/>
            <p:nvPr/>
          </p:nvSpPr>
          <p:spPr bwMode="auto">
            <a:xfrm>
              <a:off x="6097588" y="2344738"/>
              <a:ext cx="735013" cy="1539875"/>
            </a:xfrm>
            <a:custGeom>
              <a:avLst/>
              <a:gdLst>
                <a:gd name="T0" fmla="*/ 80 w 162"/>
                <a:gd name="T1" fmla="*/ 313 h 340"/>
                <a:gd name="T2" fmla="*/ 70 w 162"/>
                <a:gd name="T3" fmla="*/ 270 h 340"/>
                <a:gd name="T4" fmla="*/ 58 w 162"/>
                <a:gd name="T5" fmla="*/ 233 h 340"/>
                <a:gd name="T6" fmla="*/ 162 w 162"/>
                <a:gd name="T7" fmla="*/ 189 h 340"/>
                <a:gd name="T8" fmla="*/ 151 w 162"/>
                <a:gd name="T9" fmla="*/ 60 h 340"/>
                <a:gd name="T10" fmla="*/ 143 w 162"/>
                <a:gd name="T11" fmla="*/ 8 h 340"/>
                <a:gd name="T12" fmla="*/ 143 w 162"/>
                <a:gd name="T13" fmla="*/ 7 h 340"/>
                <a:gd name="T14" fmla="*/ 72 w 162"/>
                <a:gd name="T15" fmla="*/ 21 h 340"/>
                <a:gd name="T16" fmla="*/ 49 w 162"/>
                <a:gd name="T17" fmla="*/ 43 h 340"/>
                <a:gd name="T18" fmla="*/ 51 w 162"/>
                <a:gd name="T19" fmla="*/ 72 h 340"/>
                <a:gd name="T20" fmla="*/ 35 w 162"/>
                <a:gd name="T21" fmla="*/ 130 h 340"/>
                <a:gd name="T22" fmla="*/ 10 w 162"/>
                <a:gd name="T23" fmla="*/ 142 h 340"/>
                <a:gd name="T24" fmla="*/ 7 w 162"/>
                <a:gd name="T25" fmla="*/ 168 h 340"/>
                <a:gd name="T26" fmla="*/ 4 w 162"/>
                <a:gd name="T27" fmla="*/ 203 h 340"/>
                <a:gd name="T28" fmla="*/ 21 w 162"/>
                <a:gd name="T29" fmla="*/ 227 h 340"/>
                <a:gd name="T30" fmla="*/ 55 w 162"/>
                <a:gd name="T31" fmla="*/ 313 h 340"/>
                <a:gd name="T32" fmla="*/ 61 w 162"/>
                <a:gd name="T33" fmla="*/ 333 h 340"/>
                <a:gd name="T34" fmla="*/ 70 w 162"/>
                <a:gd name="T35" fmla="*/ 337 h 340"/>
                <a:gd name="T36" fmla="*/ 81 w 162"/>
                <a:gd name="T37" fmla="*/ 340 h 340"/>
                <a:gd name="T38" fmla="*/ 80 w 162"/>
                <a:gd name="T39" fmla="*/ 313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2" h="340">
                  <a:moveTo>
                    <a:pt x="80" y="313"/>
                  </a:moveTo>
                  <a:cubicBezTo>
                    <a:pt x="82" y="295"/>
                    <a:pt x="77" y="286"/>
                    <a:pt x="70" y="270"/>
                  </a:cubicBezTo>
                  <a:cubicBezTo>
                    <a:pt x="66" y="261"/>
                    <a:pt x="47" y="236"/>
                    <a:pt x="58" y="233"/>
                  </a:cubicBezTo>
                  <a:cubicBezTo>
                    <a:pt x="92" y="227"/>
                    <a:pt x="137" y="213"/>
                    <a:pt x="162" y="189"/>
                  </a:cubicBezTo>
                  <a:cubicBezTo>
                    <a:pt x="161" y="146"/>
                    <a:pt x="156" y="103"/>
                    <a:pt x="151" y="60"/>
                  </a:cubicBezTo>
                  <a:cubicBezTo>
                    <a:pt x="149" y="43"/>
                    <a:pt x="147" y="25"/>
                    <a:pt x="143" y="8"/>
                  </a:cubicBezTo>
                  <a:cubicBezTo>
                    <a:pt x="143" y="7"/>
                    <a:pt x="143" y="7"/>
                    <a:pt x="143" y="7"/>
                  </a:cubicBezTo>
                  <a:cubicBezTo>
                    <a:pt x="119" y="0"/>
                    <a:pt x="92" y="10"/>
                    <a:pt x="72" y="21"/>
                  </a:cubicBezTo>
                  <a:cubicBezTo>
                    <a:pt x="62" y="26"/>
                    <a:pt x="51" y="32"/>
                    <a:pt x="49" y="43"/>
                  </a:cubicBezTo>
                  <a:cubicBezTo>
                    <a:pt x="47" y="52"/>
                    <a:pt x="50" y="63"/>
                    <a:pt x="51" y="72"/>
                  </a:cubicBezTo>
                  <a:cubicBezTo>
                    <a:pt x="54" y="93"/>
                    <a:pt x="56" y="117"/>
                    <a:pt x="35" y="130"/>
                  </a:cubicBezTo>
                  <a:cubicBezTo>
                    <a:pt x="28" y="135"/>
                    <a:pt x="19" y="139"/>
                    <a:pt x="10" y="142"/>
                  </a:cubicBezTo>
                  <a:cubicBezTo>
                    <a:pt x="10" y="151"/>
                    <a:pt x="9" y="159"/>
                    <a:pt x="7" y="168"/>
                  </a:cubicBezTo>
                  <a:cubicBezTo>
                    <a:pt x="4" y="180"/>
                    <a:pt x="0" y="192"/>
                    <a:pt x="4" y="203"/>
                  </a:cubicBezTo>
                  <a:cubicBezTo>
                    <a:pt x="6" y="213"/>
                    <a:pt x="14" y="220"/>
                    <a:pt x="21" y="227"/>
                  </a:cubicBezTo>
                  <a:cubicBezTo>
                    <a:pt x="42" y="250"/>
                    <a:pt x="54" y="281"/>
                    <a:pt x="55" y="313"/>
                  </a:cubicBezTo>
                  <a:cubicBezTo>
                    <a:pt x="55" y="320"/>
                    <a:pt x="55" y="329"/>
                    <a:pt x="61" y="333"/>
                  </a:cubicBezTo>
                  <a:cubicBezTo>
                    <a:pt x="64" y="336"/>
                    <a:pt x="67" y="337"/>
                    <a:pt x="70" y="337"/>
                  </a:cubicBezTo>
                  <a:cubicBezTo>
                    <a:pt x="74" y="338"/>
                    <a:pt x="78" y="339"/>
                    <a:pt x="81" y="340"/>
                  </a:cubicBezTo>
                  <a:cubicBezTo>
                    <a:pt x="79" y="331"/>
                    <a:pt x="79" y="323"/>
                    <a:pt x="80" y="313"/>
                  </a:cubicBezTo>
                  <a:close/>
                </a:path>
              </a:pathLst>
            </a:custGeom>
            <a:solidFill>
              <a:srgbClr val="5B49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41" name="任意多边形 38"/>
            <p:cNvSpPr/>
            <p:nvPr/>
          </p:nvSpPr>
          <p:spPr bwMode="auto">
            <a:xfrm>
              <a:off x="6007100" y="1873250"/>
              <a:ext cx="476250" cy="873125"/>
            </a:xfrm>
            <a:custGeom>
              <a:avLst/>
              <a:gdLst>
                <a:gd name="T0" fmla="*/ 24 w 105"/>
                <a:gd name="T1" fmla="*/ 181 h 193"/>
                <a:gd name="T2" fmla="*/ 1 w 105"/>
                <a:gd name="T3" fmla="*/ 117 h 193"/>
                <a:gd name="T4" fmla="*/ 12 w 105"/>
                <a:gd name="T5" fmla="*/ 77 h 193"/>
                <a:gd name="T6" fmla="*/ 33 w 105"/>
                <a:gd name="T7" fmla="*/ 40 h 193"/>
                <a:gd name="T8" fmla="*/ 38 w 105"/>
                <a:gd name="T9" fmla="*/ 25 h 193"/>
                <a:gd name="T10" fmla="*/ 32 w 105"/>
                <a:gd name="T11" fmla="*/ 11 h 193"/>
                <a:gd name="T12" fmla="*/ 29 w 105"/>
                <a:gd name="T13" fmla="*/ 5 h 193"/>
                <a:gd name="T14" fmla="*/ 36 w 105"/>
                <a:gd name="T15" fmla="*/ 0 h 193"/>
                <a:gd name="T16" fmla="*/ 58 w 105"/>
                <a:gd name="T17" fmla="*/ 7 h 193"/>
                <a:gd name="T18" fmla="*/ 66 w 105"/>
                <a:gd name="T19" fmla="*/ 10 h 193"/>
                <a:gd name="T20" fmla="*/ 70 w 105"/>
                <a:gd name="T21" fmla="*/ 5 h 193"/>
                <a:gd name="T22" fmla="*/ 79 w 105"/>
                <a:gd name="T23" fmla="*/ 6 h 193"/>
                <a:gd name="T24" fmla="*/ 86 w 105"/>
                <a:gd name="T25" fmla="*/ 12 h 193"/>
                <a:gd name="T26" fmla="*/ 96 w 105"/>
                <a:gd name="T27" fmla="*/ 13 h 193"/>
                <a:gd name="T28" fmla="*/ 105 w 105"/>
                <a:gd name="T29" fmla="*/ 35 h 193"/>
                <a:gd name="T30" fmla="*/ 77 w 105"/>
                <a:gd name="T31" fmla="*/ 49 h 193"/>
                <a:gd name="T32" fmla="*/ 26 w 105"/>
                <a:gd name="T3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5" h="193">
                  <a:moveTo>
                    <a:pt x="24" y="181"/>
                  </a:moveTo>
                  <a:cubicBezTo>
                    <a:pt x="23" y="159"/>
                    <a:pt x="4" y="140"/>
                    <a:pt x="1" y="117"/>
                  </a:cubicBezTo>
                  <a:cubicBezTo>
                    <a:pt x="0" y="103"/>
                    <a:pt x="5" y="89"/>
                    <a:pt x="12" y="77"/>
                  </a:cubicBezTo>
                  <a:cubicBezTo>
                    <a:pt x="19" y="65"/>
                    <a:pt x="28" y="53"/>
                    <a:pt x="33" y="40"/>
                  </a:cubicBezTo>
                  <a:cubicBezTo>
                    <a:pt x="36" y="36"/>
                    <a:pt x="38" y="30"/>
                    <a:pt x="38" y="25"/>
                  </a:cubicBezTo>
                  <a:cubicBezTo>
                    <a:pt x="38" y="20"/>
                    <a:pt x="36" y="15"/>
                    <a:pt x="32" y="11"/>
                  </a:cubicBezTo>
                  <a:cubicBezTo>
                    <a:pt x="31" y="9"/>
                    <a:pt x="29" y="7"/>
                    <a:pt x="29" y="5"/>
                  </a:cubicBezTo>
                  <a:cubicBezTo>
                    <a:pt x="29" y="2"/>
                    <a:pt x="33" y="0"/>
                    <a:pt x="36" y="0"/>
                  </a:cubicBezTo>
                  <a:cubicBezTo>
                    <a:pt x="44" y="0"/>
                    <a:pt x="52" y="2"/>
                    <a:pt x="58" y="7"/>
                  </a:cubicBezTo>
                  <a:cubicBezTo>
                    <a:pt x="60" y="9"/>
                    <a:pt x="63" y="11"/>
                    <a:pt x="66" y="10"/>
                  </a:cubicBezTo>
                  <a:cubicBezTo>
                    <a:pt x="68" y="9"/>
                    <a:pt x="69" y="6"/>
                    <a:pt x="70" y="5"/>
                  </a:cubicBezTo>
                  <a:cubicBezTo>
                    <a:pt x="73" y="3"/>
                    <a:pt x="77" y="4"/>
                    <a:pt x="79" y="6"/>
                  </a:cubicBezTo>
                  <a:cubicBezTo>
                    <a:pt x="81" y="8"/>
                    <a:pt x="83" y="11"/>
                    <a:pt x="86" y="12"/>
                  </a:cubicBezTo>
                  <a:cubicBezTo>
                    <a:pt x="89" y="13"/>
                    <a:pt x="93" y="12"/>
                    <a:pt x="96" y="13"/>
                  </a:cubicBezTo>
                  <a:cubicBezTo>
                    <a:pt x="104" y="15"/>
                    <a:pt x="105" y="26"/>
                    <a:pt x="105" y="35"/>
                  </a:cubicBezTo>
                  <a:cubicBezTo>
                    <a:pt x="94" y="35"/>
                    <a:pt x="85" y="42"/>
                    <a:pt x="77" y="49"/>
                  </a:cubicBezTo>
                  <a:cubicBezTo>
                    <a:pt x="37" y="84"/>
                    <a:pt x="17" y="141"/>
                    <a:pt x="26" y="193"/>
                  </a:cubicBezTo>
                </a:path>
              </a:pathLst>
            </a:custGeom>
            <a:solidFill>
              <a:srgbClr val="BFA3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2" name="任意多边形 39"/>
            <p:cNvSpPr/>
            <p:nvPr/>
          </p:nvSpPr>
          <p:spPr bwMode="auto">
            <a:xfrm>
              <a:off x="6143625" y="1912938"/>
              <a:ext cx="258763" cy="349250"/>
            </a:xfrm>
            <a:custGeom>
              <a:avLst/>
              <a:gdLst>
                <a:gd name="T0" fmla="*/ 57 w 57"/>
                <a:gd name="T1" fmla="*/ 0 h 77"/>
                <a:gd name="T2" fmla="*/ 57 w 57"/>
                <a:gd name="T3" fmla="*/ 0 h 77"/>
                <a:gd name="T4" fmla="*/ 48 w 57"/>
                <a:gd name="T5" fmla="*/ 22 h 77"/>
                <a:gd name="T6" fmla="*/ 30 w 57"/>
                <a:gd name="T7" fmla="*/ 38 h 77"/>
                <a:gd name="T8" fmla="*/ 0 w 57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77">
                  <a:moveTo>
                    <a:pt x="57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57" y="8"/>
                    <a:pt x="53" y="16"/>
                    <a:pt x="48" y="22"/>
                  </a:cubicBezTo>
                  <a:cubicBezTo>
                    <a:pt x="43" y="28"/>
                    <a:pt x="36" y="33"/>
                    <a:pt x="30" y="38"/>
                  </a:cubicBezTo>
                  <a:cubicBezTo>
                    <a:pt x="17" y="49"/>
                    <a:pt x="6" y="61"/>
                    <a:pt x="0" y="77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3" name="任意多边形 40"/>
            <p:cNvSpPr/>
            <p:nvPr/>
          </p:nvSpPr>
          <p:spPr bwMode="auto">
            <a:xfrm>
              <a:off x="6070600" y="1909763"/>
              <a:ext cx="222250" cy="465138"/>
            </a:xfrm>
            <a:custGeom>
              <a:avLst/>
              <a:gdLst>
                <a:gd name="T0" fmla="*/ 49 w 49"/>
                <a:gd name="T1" fmla="*/ 0 h 103"/>
                <a:gd name="T2" fmla="*/ 39 w 49"/>
                <a:gd name="T3" fmla="*/ 24 h 103"/>
                <a:gd name="T4" fmla="*/ 21 w 49"/>
                <a:gd name="T5" fmla="*/ 43 h 103"/>
                <a:gd name="T6" fmla="*/ 1 w 49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103">
                  <a:moveTo>
                    <a:pt x="49" y="0"/>
                  </a:moveTo>
                  <a:cubicBezTo>
                    <a:pt x="49" y="9"/>
                    <a:pt x="44" y="17"/>
                    <a:pt x="39" y="24"/>
                  </a:cubicBezTo>
                  <a:cubicBezTo>
                    <a:pt x="33" y="30"/>
                    <a:pt x="27" y="36"/>
                    <a:pt x="21" y="43"/>
                  </a:cubicBezTo>
                  <a:cubicBezTo>
                    <a:pt x="8" y="60"/>
                    <a:pt x="0" y="81"/>
                    <a:pt x="1" y="103"/>
                  </a:cubicBezTo>
                </a:path>
              </a:pathLst>
            </a:custGeom>
            <a:noFill/>
            <a:ln w="9525" cap="flat">
              <a:solidFill>
                <a:srgbClr val="51424E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4" name="任意多边形 41"/>
            <p:cNvSpPr/>
            <p:nvPr/>
          </p:nvSpPr>
          <p:spPr bwMode="auto">
            <a:xfrm>
              <a:off x="5594350" y="2058988"/>
              <a:ext cx="404813" cy="1158875"/>
            </a:xfrm>
            <a:custGeom>
              <a:avLst/>
              <a:gdLst>
                <a:gd name="T0" fmla="*/ 56 w 89"/>
                <a:gd name="T1" fmla="*/ 150 h 256"/>
                <a:gd name="T2" fmla="*/ 89 w 89"/>
                <a:gd name="T3" fmla="*/ 255 h 256"/>
                <a:gd name="T4" fmla="*/ 0 w 89"/>
                <a:gd name="T5" fmla="*/ 235 h 256"/>
                <a:gd name="T6" fmla="*/ 18 w 89"/>
                <a:gd name="T7" fmla="*/ 110 h 256"/>
                <a:gd name="T8" fmla="*/ 21 w 89"/>
                <a:gd name="T9" fmla="*/ 47 h 256"/>
                <a:gd name="T10" fmla="*/ 52 w 89"/>
                <a:gd name="T11" fmla="*/ 11 h 256"/>
                <a:gd name="T12" fmla="*/ 66 w 89"/>
                <a:gd name="T13" fmla="*/ 9 h 256"/>
                <a:gd name="T14" fmla="*/ 61 w 89"/>
                <a:gd name="T15" fmla="*/ 37 h 256"/>
                <a:gd name="T16" fmla="*/ 56 w 89"/>
                <a:gd name="T17" fmla="*/ 15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256">
                  <a:moveTo>
                    <a:pt x="56" y="150"/>
                  </a:moveTo>
                  <a:cubicBezTo>
                    <a:pt x="61" y="176"/>
                    <a:pt x="81" y="230"/>
                    <a:pt x="89" y="255"/>
                  </a:cubicBezTo>
                  <a:cubicBezTo>
                    <a:pt x="51" y="256"/>
                    <a:pt x="0" y="239"/>
                    <a:pt x="0" y="235"/>
                  </a:cubicBezTo>
                  <a:cubicBezTo>
                    <a:pt x="0" y="193"/>
                    <a:pt x="18" y="152"/>
                    <a:pt x="18" y="110"/>
                  </a:cubicBezTo>
                  <a:cubicBezTo>
                    <a:pt x="18" y="89"/>
                    <a:pt x="14" y="67"/>
                    <a:pt x="21" y="47"/>
                  </a:cubicBezTo>
                  <a:cubicBezTo>
                    <a:pt x="27" y="32"/>
                    <a:pt x="39" y="20"/>
                    <a:pt x="52" y="11"/>
                  </a:cubicBezTo>
                  <a:cubicBezTo>
                    <a:pt x="57" y="7"/>
                    <a:pt x="63" y="0"/>
                    <a:pt x="66" y="9"/>
                  </a:cubicBezTo>
                  <a:cubicBezTo>
                    <a:pt x="68" y="16"/>
                    <a:pt x="62" y="30"/>
                    <a:pt x="61" y="37"/>
                  </a:cubicBezTo>
                  <a:cubicBezTo>
                    <a:pt x="54" y="74"/>
                    <a:pt x="48" y="112"/>
                    <a:pt x="56" y="150"/>
                  </a:cubicBezTo>
                  <a:close/>
                </a:path>
              </a:pathLst>
            </a:custGeom>
            <a:solidFill>
              <a:srgbClr val="746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5" name="任意多边形 42"/>
            <p:cNvSpPr/>
            <p:nvPr/>
          </p:nvSpPr>
          <p:spPr bwMode="auto">
            <a:xfrm>
              <a:off x="5721350" y="1973263"/>
              <a:ext cx="236538" cy="692150"/>
            </a:xfrm>
            <a:custGeom>
              <a:avLst/>
              <a:gdLst>
                <a:gd name="T0" fmla="*/ 9 w 52"/>
                <a:gd name="T1" fmla="*/ 65 h 153"/>
                <a:gd name="T2" fmla="*/ 1 w 52"/>
                <a:gd name="T3" fmla="*/ 47 h 153"/>
                <a:gd name="T4" fmla="*/ 8 w 52"/>
                <a:gd name="T5" fmla="*/ 29 h 153"/>
                <a:gd name="T6" fmla="*/ 14 w 52"/>
                <a:gd name="T7" fmla="*/ 26 h 153"/>
                <a:gd name="T8" fmla="*/ 28 w 52"/>
                <a:gd name="T9" fmla="*/ 5 h 153"/>
                <a:gd name="T10" fmla="*/ 36 w 52"/>
                <a:gd name="T11" fmla="*/ 2 h 153"/>
                <a:gd name="T12" fmla="*/ 47 w 52"/>
                <a:gd name="T13" fmla="*/ 0 h 153"/>
                <a:gd name="T14" fmla="*/ 50 w 52"/>
                <a:gd name="T15" fmla="*/ 0 h 153"/>
                <a:gd name="T16" fmla="*/ 51 w 52"/>
                <a:gd name="T17" fmla="*/ 5 h 153"/>
                <a:gd name="T18" fmla="*/ 44 w 52"/>
                <a:gd name="T19" fmla="*/ 29 h 153"/>
                <a:gd name="T20" fmla="*/ 35 w 52"/>
                <a:gd name="T21" fmla="*/ 96 h 153"/>
                <a:gd name="T22" fmla="*/ 25 w 52"/>
                <a:gd name="T23" fmla="*/ 153 h 153"/>
                <a:gd name="T24" fmla="*/ 21 w 52"/>
                <a:gd name="T25" fmla="*/ 102 h 153"/>
                <a:gd name="T26" fmla="*/ 9 w 52"/>
                <a:gd name="T27" fmla="*/ 65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153">
                  <a:moveTo>
                    <a:pt x="9" y="65"/>
                  </a:moveTo>
                  <a:cubicBezTo>
                    <a:pt x="6" y="59"/>
                    <a:pt x="2" y="53"/>
                    <a:pt x="1" y="47"/>
                  </a:cubicBezTo>
                  <a:cubicBezTo>
                    <a:pt x="0" y="40"/>
                    <a:pt x="2" y="33"/>
                    <a:pt x="8" y="29"/>
                  </a:cubicBezTo>
                  <a:cubicBezTo>
                    <a:pt x="10" y="28"/>
                    <a:pt x="12" y="27"/>
                    <a:pt x="14" y="26"/>
                  </a:cubicBezTo>
                  <a:cubicBezTo>
                    <a:pt x="21" y="21"/>
                    <a:pt x="21" y="10"/>
                    <a:pt x="28" y="5"/>
                  </a:cubicBezTo>
                  <a:cubicBezTo>
                    <a:pt x="30" y="3"/>
                    <a:pt x="33" y="3"/>
                    <a:pt x="36" y="2"/>
                  </a:cubicBezTo>
                  <a:cubicBezTo>
                    <a:pt x="40" y="2"/>
                    <a:pt x="44" y="1"/>
                    <a:pt x="47" y="0"/>
                  </a:cubicBezTo>
                  <a:cubicBezTo>
                    <a:pt x="48" y="0"/>
                    <a:pt x="49" y="0"/>
                    <a:pt x="50" y="0"/>
                  </a:cubicBezTo>
                  <a:cubicBezTo>
                    <a:pt x="51" y="1"/>
                    <a:pt x="52" y="3"/>
                    <a:pt x="51" y="5"/>
                  </a:cubicBezTo>
                  <a:cubicBezTo>
                    <a:pt x="50" y="13"/>
                    <a:pt x="47" y="21"/>
                    <a:pt x="44" y="29"/>
                  </a:cubicBezTo>
                  <a:cubicBezTo>
                    <a:pt x="38" y="50"/>
                    <a:pt x="38" y="73"/>
                    <a:pt x="35" y="96"/>
                  </a:cubicBezTo>
                  <a:cubicBezTo>
                    <a:pt x="34" y="107"/>
                    <a:pt x="31" y="144"/>
                    <a:pt x="25" y="153"/>
                  </a:cubicBezTo>
                  <a:cubicBezTo>
                    <a:pt x="19" y="146"/>
                    <a:pt x="23" y="111"/>
                    <a:pt x="21" y="102"/>
                  </a:cubicBezTo>
                  <a:cubicBezTo>
                    <a:pt x="19" y="90"/>
                    <a:pt x="14" y="77"/>
                    <a:pt x="9" y="65"/>
                  </a:cubicBezTo>
                  <a:close/>
                </a:path>
              </a:pathLst>
            </a:custGeom>
            <a:solidFill>
              <a:srgbClr val="BFA3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6" name="任意多边形 43"/>
            <p:cNvSpPr/>
            <p:nvPr/>
          </p:nvSpPr>
          <p:spPr bwMode="auto">
            <a:xfrm>
              <a:off x="5518150" y="1487488"/>
              <a:ext cx="503238" cy="703263"/>
            </a:xfrm>
            <a:custGeom>
              <a:avLst/>
              <a:gdLst>
                <a:gd name="T0" fmla="*/ 17 w 111"/>
                <a:gd name="T1" fmla="*/ 23 h 155"/>
                <a:gd name="T2" fmla="*/ 1 w 111"/>
                <a:gd name="T3" fmla="*/ 54 h 155"/>
                <a:gd name="T4" fmla="*/ 5 w 111"/>
                <a:gd name="T5" fmla="*/ 71 h 155"/>
                <a:gd name="T6" fmla="*/ 10 w 111"/>
                <a:gd name="T7" fmla="*/ 88 h 155"/>
                <a:gd name="T8" fmla="*/ 20 w 111"/>
                <a:gd name="T9" fmla="*/ 98 h 155"/>
                <a:gd name="T10" fmla="*/ 22 w 111"/>
                <a:gd name="T11" fmla="*/ 99 h 155"/>
                <a:gd name="T12" fmla="*/ 24 w 111"/>
                <a:gd name="T13" fmla="*/ 101 h 155"/>
                <a:gd name="T14" fmla="*/ 28 w 111"/>
                <a:gd name="T15" fmla="*/ 123 h 155"/>
                <a:gd name="T16" fmla="*/ 30 w 111"/>
                <a:gd name="T17" fmla="*/ 127 h 155"/>
                <a:gd name="T18" fmla="*/ 31 w 111"/>
                <a:gd name="T19" fmla="*/ 126 h 155"/>
                <a:gd name="T20" fmla="*/ 41 w 111"/>
                <a:gd name="T21" fmla="*/ 128 h 155"/>
                <a:gd name="T22" fmla="*/ 62 w 111"/>
                <a:gd name="T23" fmla="*/ 151 h 155"/>
                <a:gd name="T24" fmla="*/ 67 w 111"/>
                <a:gd name="T25" fmla="*/ 155 h 155"/>
                <a:gd name="T26" fmla="*/ 72 w 111"/>
                <a:gd name="T27" fmla="*/ 153 h 155"/>
                <a:gd name="T28" fmla="*/ 109 w 111"/>
                <a:gd name="T29" fmla="*/ 101 h 155"/>
                <a:gd name="T30" fmla="*/ 100 w 111"/>
                <a:gd name="T31" fmla="*/ 56 h 155"/>
                <a:gd name="T32" fmla="*/ 73 w 111"/>
                <a:gd name="T33" fmla="*/ 18 h 155"/>
                <a:gd name="T34" fmla="*/ 47 w 111"/>
                <a:gd name="T35" fmla="*/ 7 h 155"/>
                <a:gd name="T36" fmla="*/ 17 w 111"/>
                <a:gd name="T37" fmla="*/ 23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1" h="155">
                  <a:moveTo>
                    <a:pt x="17" y="23"/>
                  </a:moveTo>
                  <a:cubicBezTo>
                    <a:pt x="8" y="31"/>
                    <a:pt x="0" y="42"/>
                    <a:pt x="1" y="54"/>
                  </a:cubicBezTo>
                  <a:cubicBezTo>
                    <a:pt x="1" y="60"/>
                    <a:pt x="3" y="66"/>
                    <a:pt x="5" y="71"/>
                  </a:cubicBezTo>
                  <a:cubicBezTo>
                    <a:pt x="7" y="77"/>
                    <a:pt x="9" y="83"/>
                    <a:pt x="10" y="88"/>
                  </a:cubicBezTo>
                  <a:cubicBezTo>
                    <a:pt x="12" y="93"/>
                    <a:pt x="15" y="98"/>
                    <a:pt x="20" y="98"/>
                  </a:cubicBezTo>
                  <a:cubicBezTo>
                    <a:pt x="21" y="98"/>
                    <a:pt x="22" y="98"/>
                    <a:pt x="22" y="99"/>
                  </a:cubicBezTo>
                  <a:cubicBezTo>
                    <a:pt x="23" y="99"/>
                    <a:pt x="24" y="100"/>
                    <a:pt x="24" y="101"/>
                  </a:cubicBezTo>
                  <a:cubicBezTo>
                    <a:pt x="26" y="108"/>
                    <a:pt x="27" y="116"/>
                    <a:pt x="28" y="123"/>
                  </a:cubicBezTo>
                  <a:cubicBezTo>
                    <a:pt x="28" y="125"/>
                    <a:pt x="28" y="127"/>
                    <a:pt x="30" y="127"/>
                  </a:cubicBezTo>
                  <a:cubicBezTo>
                    <a:pt x="30" y="127"/>
                    <a:pt x="31" y="126"/>
                    <a:pt x="31" y="126"/>
                  </a:cubicBezTo>
                  <a:cubicBezTo>
                    <a:pt x="35" y="125"/>
                    <a:pt x="39" y="125"/>
                    <a:pt x="41" y="128"/>
                  </a:cubicBezTo>
                  <a:cubicBezTo>
                    <a:pt x="46" y="136"/>
                    <a:pt x="55" y="145"/>
                    <a:pt x="62" y="151"/>
                  </a:cubicBezTo>
                  <a:cubicBezTo>
                    <a:pt x="63" y="153"/>
                    <a:pt x="65" y="155"/>
                    <a:pt x="67" y="155"/>
                  </a:cubicBezTo>
                  <a:cubicBezTo>
                    <a:pt x="69" y="155"/>
                    <a:pt x="70" y="154"/>
                    <a:pt x="72" y="153"/>
                  </a:cubicBezTo>
                  <a:cubicBezTo>
                    <a:pt x="92" y="142"/>
                    <a:pt x="106" y="125"/>
                    <a:pt x="109" y="101"/>
                  </a:cubicBezTo>
                  <a:cubicBezTo>
                    <a:pt x="111" y="86"/>
                    <a:pt x="107" y="70"/>
                    <a:pt x="100" y="56"/>
                  </a:cubicBezTo>
                  <a:cubicBezTo>
                    <a:pt x="93" y="42"/>
                    <a:pt x="83" y="30"/>
                    <a:pt x="73" y="18"/>
                  </a:cubicBezTo>
                  <a:cubicBezTo>
                    <a:pt x="67" y="10"/>
                    <a:pt x="57" y="0"/>
                    <a:pt x="47" y="7"/>
                  </a:cubicBezTo>
                  <a:cubicBezTo>
                    <a:pt x="37" y="13"/>
                    <a:pt x="26" y="16"/>
                    <a:pt x="17" y="23"/>
                  </a:cubicBezTo>
                  <a:close/>
                </a:path>
              </a:pathLst>
            </a:custGeom>
            <a:solidFill>
              <a:srgbClr val="FFA9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7" name="任意多边形 44"/>
            <p:cNvSpPr/>
            <p:nvPr/>
          </p:nvSpPr>
          <p:spPr bwMode="auto">
            <a:xfrm>
              <a:off x="5684838" y="2044700"/>
              <a:ext cx="31750" cy="4763"/>
            </a:xfrm>
            <a:custGeom>
              <a:avLst/>
              <a:gdLst>
                <a:gd name="T0" fmla="*/ 1 w 7"/>
                <a:gd name="T1" fmla="*/ 1 h 1"/>
                <a:gd name="T2" fmla="*/ 0 w 7"/>
                <a:gd name="T3" fmla="*/ 1 h 1"/>
                <a:gd name="T4" fmla="*/ 7 w 7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">
                  <a:moveTo>
                    <a:pt x="1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8" name="任意多边形 45"/>
            <p:cNvSpPr/>
            <p:nvPr/>
          </p:nvSpPr>
          <p:spPr bwMode="auto">
            <a:xfrm>
              <a:off x="5703888" y="1682750"/>
              <a:ext cx="312738" cy="508000"/>
            </a:xfrm>
            <a:custGeom>
              <a:avLst/>
              <a:gdLst>
                <a:gd name="T0" fmla="*/ 68 w 69"/>
                <a:gd name="T1" fmla="*/ 59 h 112"/>
                <a:gd name="T2" fmla="*/ 69 w 69"/>
                <a:gd name="T3" fmla="*/ 58 h 112"/>
                <a:gd name="T4" fmla="*/ 64 w 69"/>
                <a:gd name="T5" fmla="*/ 54 h 112"/>
                <a:gd name="T6" fmla="*/ 56 w 69"/>
                <a:gd name="T7" fmla="*/ 44 h 112"/>
                <a:gd name="T8" fmla="*/ 48 w 69"/>
                <a:gd name="T9" fmla="*/ 33 h 112"/>
                <a:gd name="T10" fmla="*/ 46 w 69"/>
                <a:gd name="T11" fmla="*/ 28 h 112"/>
                <a:gd name="T12" fmla="*/ 48 w 69"/>
                <a:gd name="T13" fmla="*/ 18 h 112"/>
                <a:gd name="T14" fmla="*/ 55 w 69"/>
                <a:gd name="T15" fmla="*/ 9 h 112"/>
                <a:gd name="T16" fmla="*/ 56 w 69"/>
                <a:gd name="T17" fmla="*/ 7 h 112"/>
                <a:gd name="T18" fmla="*/ 52 w 69"/>
                <a:gd name="T19" fmla="*/ 0 h 112"/>
                <a:gd name="T20" fmla="*/ 48 w 69"/>
                <a:gd name="T21" fmla="*/ 2 h 112"/>
                <a:gd name="T22" fmla="*/ 35 w 69"/>
                <a:gd name="T23" fmla="*/ 15 h 112"/>
                <a:gd name="T24" fmla="*/ 33 w 69"/>
                <a:gd name="T25" fmla="*/ 17 h 112"/>
                <a:gd name="T26" fmla="*/ 34 w 69"/>
                <a:gd name="T27" fmla="*/ 21 h 112"/>
                <a:gd name="T28" fmla="*/ 26 w 69"/>
                <a:gd name="T29" fmla="*/ 75 h 112"/>
                <a:gd name="T30" fmla="*/ 20 w 69"/>
                <a:gd name="T31" fmla="*/ 80 h 112"/>
                <a:gd name="T32" fmla="*/ 13 w 69"/>
                <a:gd name="T33" fmla="*/ 81 h 112"/>
                <a:gd name="T34" fmla="*/ 0 w 69"/>
                <a:gd name="T35" fmla="*/ 86 h 112"/>
                <a:gd name="T36" fmla="*/ 21 w 69"/>
                <a:gd name="T37" fmla="*/ 109 h 112"/>
                <a:gd name="T38" fmla="*/ 26 w 69"/>
                <a:gd name="T39" fmla="*/ 112 h 112"/>
                <a:gd name="T40" fmla="*/ 31 w 69"/>
                <a:gd name="T41" fmla="*/ 111 h 112"/>
                <a:gd name="T42" fmla="*/ 68 w 69"/>
                <a:gd name="T43" fmla="*/ 5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112">
                  <a:moveTo>
                    <a:pt x="68" y="59"/>
                  </a:moveTo>
                  <a:cubicBezTo>
                    <a:pt x="69" y="59"/>
                    <a:pt x="69" y="59"/>
                    <a:pt x="69" y="58"/>
                  </a:cubicBezTo>
                  <a:cubicBezTo>
                    <a:pt x="67" y="57"/>
                    <a:pt x="66" y="56"/>
                    <a:pt x="64" y="54"/>
                  </a:cubicBezTo>
                  <a:cubicBezTo>
                    <a:pt x="61" y="51"/>
                    <a:pt x="59" y="47"/>
                    <a:pt x="56" y="44"/>
                  </a:cubicBezTo>
                  <a:cubicBezTo>
                    <a:pt x="54" y="40"/>
                    <a:pt x="51" y="36"/>
                    <a:pt x="48" y="33"/>
                  </a:cubicBezTo>
                  <a:cubicBezTo>
                    <a:pt x="47" y="31"/>
                    <a:pt x="46" y="29"/>
                    <a:pt x="46" y="28"/>
                  </a:cubicBezTo>
                  <a:cubicBezTo>
                    <a:pt x="45" y="24"/>
                    <a:pt x="46" y="21"/>
                    <a:pt x="48" y="18"/>
                  </a:cubicBezTo>
                  <a:cubicBezTo>
                    <a:pt x="50" y="15"/>
                    <a:pt x="53" y="12"/>
                    <a:pt x="55" y="9"/>
                  </a:cubicBezTo>
                  <a:cubicBezTo>
                    <a:pt x="55" y="9"/>
                    <a:pt x="56" y="8"/>
                    <a:pt x="56" y="7"/>
                  </a:cubicBezTo>
                  <a:cubicBezTo>
                    <a:pt x="55" y="5"/>
                    <a:pt x="53" y="2"/>
                    <a:pt x="52" y="0"/>
                  </a:cubicBezTo>
                  <a:cubicBezTo>
                    <a:pt x="50" y="1"/>
                    <a:pt x="49" y="1"/>
                    <a:pt x="48" y="2"/>
                  </a:cubicBezTo>
                  <a:cubicBezTo>
                    <a:pt x="43" y="6"/>
                    <a:pt x="39" y="11"/>
                    <a:pt x="35" y="15"/>
                  </a:cubicBezTo>
                  <a:cubicBezTo>
                    <a:pt x="34" y="16"/>
                    <a:pt x="33" y="16"/>
                    <a:pt x="33" y="17"/>
                  </a:cubicBezTo>
                  <a:cubicBezTo>
                    <a:pt x="33" y="19"/>
                    <a:pt x="33" y="20"/>
                    <a:pt x="34" y="21"/>
                  </a:cubicBezTo>
                  <a:cubicBezTo>
                    <a:pt x="42" y="39"/>
                    <a:pt x="39" y="61"/>
                    <a:pt x="26" y="75"/>
                  </a:cubicBezTo>
                  <a:cubicBezTo>
                    <a:pt x="24" y="77"/>
                    <a:pt x="23" y="79"/>
                    <a:pt x="20" y="80"/>
                  </a:cubicBezTo>
                  <a:cubicBezTo>
                    <a:pt x="18" y="81"/>
                    <a:pt x="15" y="81"/>
                    <a:pt x="13" y="81"/>
                  </a:cubicBezTo>
                  <a:cubicBezTo>
                    <a:pt x="8" y="81"/>
                    <a:pt x="4" y="83"/>
                    <a:pt x="0" y="86"/>
                  </a:cubicBezTo>
                  <a:cubicBezTo>
                    <a:pt x="6" y="93"/>
                    <a:pt x="14" y="102"/>
                    <a:pt x="21" y="109"/>
                  </a:cubicBezTo>
                  <a:cubicBezTo>
                    <a:pt x="22" y="111"/>
                    <a:pt x="24" y="112"/>
                    <a:pt x="26" y="112"/>
                  </a:cubicBezTo>
                  <a:cubicBezTo>
                    <a:pt x="28" y="112"/>
                    <a:pt x="30" y="112"/>
                    <a:pt x="31" y="111"/>
                  </a:cubicBezTo>
                  <a:cubicBezTo>
                    <a:pt x="52" y="99"/>
                    <a:pt x="65" y="82"/>
                    <a:pt x="68" y="59"/>
                  </a:cubicBezTo>
                  <a:close/>
                </a:path>
              </a:pathLst>
            </a:custGeom>
            <a:solidFill>
              <a:srgbClr val="F6E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9" name="任意多边形 46"/>
            <p:cNvSpPr/>
            <p:nvPr/>
          </p:nvSpPr>
          <p:spPr bwMode="auto">
            <a:xfrm>
              <a:off x="5743575" y="2076450"/>
              <a:ext cx="46038" cy="31750"/>
            </a:xfrm>
            <a:custGeom>
              <a:avLst/>
              <a:gdLst>
                <a:gd name="T0" fmla="*/ 0 w 10"/>
                <a:gd name="T1" fmla="*/ 7 h 7"/>
                <a:gd name="T2" fmla="*/ 3 w 10"/>
                <a:gd name="T3" fmla="*/ 6 h 7"/>
                <a:gd name="T4" fmla="*/ 10 w 10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cubicBezTo>
                    <a:pt x="1" y="7"/>
                    <a:pt x="3" y="6"/>
                    <a:pt x="3" y="6"/>
                  </a:cubicBezTo>
                  <a:cubicBezTo>
                    <a:pt x="6" y="3"/>
                    <a:pt x="8" y="1"/>
                    <a:pt x="10" y="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0" name="任意多边形 47"/>
            <p:cNvSpPr/>
            <p:nvPr/>
          </p:nvSpPr>
          <p:spPr bwMode="auto">
            <a:xfrm>
              <a:off x="5640388" y="1854200"/>
              <a:ext cx="90488" cy="41275"/>
            </a:xfrm>
            <a:custGeom>
              <a:avLst/>
              <a:gdLst>
                <a:gd name="T0" fmla="*/ 0 w 20"/>
                <a:gd name="T1" fmla="*/ 9 h 9"/>
                <a:gd name="T2" fmla="*/ 14 w 20"/>
                <a:gd name="T3" fmla="*/ 4 h 9"/>
                <a:gd name="T4" fmla="*/ 20 w 20"/>
                <a:gd name="T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9">
                  <a:moveTo>
                    <a:pt x="0" y="9"/>
                  </a:moveTo>
                  <a:cubicBezTo>
                    <a:pt x="5" y="7"/>
                    <a:pt x="9" y="5"/>
                    <a:pt x="14" y="4"/>
                  </a:cubicBezTo>
                  <a:cubicBezTo>
                    <a:pt x="16" y="3"/>
                    <a:pt x="19" y="2"/>
                    <a:pt x="20" y="0"/>
                  </a:cubicBezTo>
                </a:path>
              </a:pathLst>
            </a:custGeom>
            <a:noFill/>
            <a:ln w="9525" cap="flat">
              <a:solidFill>
                <a:srgbClr val="998664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1" name="任意多边形 48"/>
            <p:cNvSpPr/>
            <p:nvPr/>
          </p:nvSpPr>
          <p:spPr bwMode="auto">
            <a:xfrm>
              <a:off x="5667375" y="1878013"/>
              <a:ext cx="80963" cy="44450"/>
            </a:xfrm>
            <a:custGeom>
              <a:avLst/>
              <a:gdLst>
                <a:gd name="T0" fmla="*/ 0 w 18"/>
                <a:gd name="T1" fmla="*/ 10 h 10"/>
                <a:gd name="T2" fmla="*/ 5 w 18"/>
                <a:gd name="T3" fmla="*/ 7 h 10"/>
                <a:gd name="T4" fmla="*/ 18 w 18"/>
                <a:gd name="T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0">
                  <a:moveTo>
                    <a:pt x="0" y="10"/>
                  </a:moveTo>
                  <a:cubicBezTo>
                    <a:pt x="2" y="9"/>
                    <a:pt x="3" y="8"/>
                    <a:pt x="5" y="7"/>
                  </a:cubicBezTo>
                  <a:cubicBezTo>
                    <a:pt x="9" y="4"/>
                    <a:pt x="15" y="4"/>
                    <a:pt x="18" y="0"/>
                  </a:cubicBezTo>
                </a:path>
              </a:pathLst>
            </a:custGeom>
            <a:noFill/>
            <a:ln w="9525" cap="flat">
              <a:solidFill>
                <a:srgbClr val="998664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2" name="任意多边形 49"/>
            <p:cNvSpPr/>
            <p:nvPr/>
          </p:nvSpPr>
          <p:spPr bwMode="auto">
            <a:xfrm>
              <a:off x="5676900" y="1900238"/>
              <a:ext cx="49213" cy="36513"/>
            </a:xfrm>
            <a:custGeom>
              <a:avLst/>
              <a:gdLst>
                <a:gd name="T0" fmla="*/ 10 w 11"/>
                <a:gd name="T1" fmla="*/ 3 h 8"/>
                <a:gd name="T2" fmla="*/ 7 w 11"/>
                <a:gd name="T3" fmla="*/ 7 h 8"/>
                <a:gd name="T4" fmla="*/ 1 w 11"/>
                <a:gd name="T5" fmla="*/ 6 h 8"/>
                <a:gd name="T6" fmla="*/ 4 w 11"/>
                <a:gd name="T7" fmla="*/ 1 h 8"/>
                <a:gd name="T8" fmla="*/ 10 w 11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8">
                  <a:moveTo>
                    <a:pt x="10" y="3"/>
                  </a:moveTo>
                  <a:cubicBezTo>
                    <a:pt x="11" y="4"/>
                    <a:pt x="9" y="6"/>
                    <a:pt x="7" y="7"/>
                  </a:cubicBezTo>
                  <a:cubicBezTo>
                    <a:pt x="4" y="8"/>
                    <a:pt x="2" y="8"/>
                    <a:pt x="1" y="6"/>
                  </a:cubicBezTo>
                  <a:cubicBezTo>
                    <a:pt x="0" y="5"/>
                    <a:pt x="2" y="3"/>
                    <a:pt x="4" y="1"/>
                  </a:cubicBezTo>
                  <a:cubicBezTo>
                    <a:pt x="7" y="0"/>
                    <a:pt x="9" y="1"/>
                    <a:pt x="10" y="3"/>
                  </a:cubicBezTo>
                  <a:close/>
                </a:path>
              </a:pathLst>
            </a:custGeom>
            <a:solidFill>
              <a:srgbClr val="998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3" name="任意多边形 50"/>
            <p:cNvSpPr/>
            <p:nvPr/>
          </p:nvSpPr>
          <p:spPr bwMode="auto">
            <a:xfrm>
              <a:off x="5403850" y="1433513"/>
              <a:ext cx="658813" cy="385763"/>
            </a:xfrm>
            <a:custGeom>
              <a:avLst/>
              <a:gdLst>
                <a:gd name="T0" fmla="*/ 87 w 145"/>
                <a:gd name="T1" fmla="*/ 73 h 85"/>
                <a:gd name="T2" fmla="*/ 80 w 145"/>
                <a:gd name="T3" fmla="*/ 66 h 85"/>
                <a:gd name="T4" fmla="*/ 74 w 145"/>
                <a:gd name="T5" fmla="*/ 65 h 85"/>
                <a:gd name="T6" fmla="*/ 66 w 145"/>
                <a:gd name="T7" fmla="*/ 57 h 85"/>
                <a:gd name="T8" fmla="*/ 53 w 145"/>
                <a:gd name="T9" fmla="*/ 71 h 85"/>
                <a:gd name="T10" fmla="*/ 48 w 145"/>
                <a:gd name="T11" fmla="*/ 71 h 85"/>
                <a:gd name="T12" fmla="*/ 48 w 145"/>
                <a:gd name="T13" fmla="*/ 69 h 85"/>
                <a:gd name="T14" fmla="*/ 48 w 145"/>
                <a:gd name="T15" fmla="*/ 61 h 85"/>
                <a:gd name="T16" fmla="*/ 31 w 145"/>
                <a:gd name="T17" fmla="*/ 81 h 85"/>
                <a:gd name="T18" fmla="*/ 25 w 145"/>
                <a:gd name="T19" fmla="*/ 84 h 85"/>
                <a:gd name="T20" fmla="*/ 21 w 145"/>
                <a:gd name="T21" fmla="*/ 79 h 85"/>
                <a:gd name="T22" fmla="*/ 10 w 145"/>
                <a:gd name="T23" fmla="*/ 83 h 85"/>
                <a:gd name="T24" fmla="*/ 1 w 145"/>
                <a:gd name="T25" fmla="*/ 74 h 85"/>
                <a:gd name="T26" fmla="*/ 3 w 145"/>
                <a:gd name="T27" fmla="*/ 62 h 85"/>
                <a:gd name="T28" fmla="*/ 11 w 145"/>
                <a:gd name="T29" fmla="*/ 51 h 85"/>
                <a:gd name="T30" fmla="*/ 11 w 145"/>
                <a:gd name="T31" fmla="*/ 46 h 85"/>
                <a:gd name="T32" fmla="*/ 21 w 145"/>
                <a:gd name="T33" fmla="*/ 30 h 85"/>
                <a:gd name="T34" fmla="*/ 31 w 145"/>
                <a:gd name="T35" fmla="*/ 27 h 85"/>
                <a:gd name="T36" fmla="*/ 32 w 145"/>
                <a:gd name="T37" fmla="*/ 21 h 85"/>
                <a:gd name="T38" fmla="*/ 38 w 145"/>
                <a:gd name="T39" fmla="*/ 10 h 85"/>
                <a:gd name="T40" fmla="*/ 60 w 145"/>
                <a:gd name="T41" fmla="*/ 7 h 85"/>
                <a:gd name="T42" fmla="*/ 81 w 145"/>
                <a:gd name="T43" fmla="*/ 4 h 85"/>
                <a:gd name="T44" fmla="*/ 90 w 145"/>
                <a:gd name="T45" fmla="*/ 0 h 85"/>
                <a:gd name="T46" fmla="*/ 102 w 145"/>
                <a:gd name="T47" fmla="*/ 9 h 85"/>
                <a:gd name="T48" fmla="*/ 115 w 145"/>
                <a:gd name="T49" fmla="*/ 6 h 85"/>
                <a:gd name="T50" fmla="*/ 126 w 145"/>
                <a:gd name="T51" fmla="*/ 7 h 85"/>
                <a:gd name="T52" fmla="*/ 132 w 145"/>
                <a:gd name="T53" fmla="*/ 19 h 85"/>
                <a:gd name="T54" fmla="*/ 136 w 145"/>
                <a:gd name="T55" fmla="*/ 35 h 85"/>
                <a:gd name="T56" fmla="*/ 139 w 145"/>
                <a:gd name="T57" fmla="*/ 42 h 85"/>
                <a:gd name="T58" fmla="*/ 143 w 145"/>
                <a:gd name="T59" fmla="*/ 48 h 85"/>
                <a:gd name="T60" fmla="*/ 145 w 145"/>
                <a:gd name="T61" fmla="*/ 57 h 85"/>
                <a:gd name="T62" fmla="*/ 141 w 145"/>
                <a:gd name="T63" fmla="*/ 75 h 85"/>
                <a:gd name="T64" fmla="*/ 125 w 145"/>
                <a:gd name="T65" fmla="*/ 81 h 85"/>
                <a:gd name="T66" fmla="*/ 118 w 145"/>
                <a:gd name="T67" fmla="*/ 77 h 85"/>
                <a:gd name="T68" fmla="*/ 110 w 145"/>
                <a:gd name="T69" fmla="*/ 78 h 85"/>
                <a:gd name="T70" fmla="*/ 103 w 145"/>
                <a:gd name="T71" fmla="*/ 80 h 85"/>
                <a:gd name="T72" fmla="*/ 87 w 145"/>
                <a:gd name="T73" fmla="*/ 7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5" h="85">
                  <a:moveTo>
                    <a:pt x="87" y="73"/>
                  </a:moveTo>
                  <a:cubicBezTo>
                    <a:pt x="85" y="70"/>
                    <a:pt x="83" y="67"/>
                    <a:pt x="80" y="66"/>
                  </a:cubicBezTo>
                  <a:cubicBezTo>
                    <a:pt x="78" y="65"/>
                    <a:pt x="76" y="65"/>
                    <a:pt x="74" y="65"/>
                  </a:cubicBezTo>
                  <a:cubicBezTo>
                    <a:pt x="70" y="64"/>
                    <a:pt x="67" y="61"/>
                    <a:pt x="66" y="57"/>
                  </a:cubicBezTo>
                  <a:cubicBezTo>
                    <a:pt x="63" y="63"/>
                    <a:pt x="58" y="67"/>
                    <a:pt x="53" y="71"/>
                  </a:cubicBezTo>
                  <a:cubicBezTo>
                    <a:pt x="51" y="72"/>
                    <a:pt x="49" y="73"/>
                    <a:pt x="48" y="71"/>
                  </a:cubicBezTo>
                  <a:cubicBezTo>
                    <a:pt x="48" y="71"/>
                    <a:pt x="48" y="70"/>
                    <a:pt x="48" y="69"/>
                  </a:cubicBezTo>
                  <a:cubicBezTo>
                    <a:pt x="48" y="66"/>
                    <a:pt x="48" y="63"/>
                    <a:pt x="48" y="61"/>
                  </a:cubicBezTo>
                  <a:cubicBezTo>
                    <a:pt x="41" y="66"/>
                    <a:pt x="37" y="74"/>
                    <a:pt x="31" y="81"/>
                  </a:cubicBezTo>
                  <a:cubicBezTo>
                    <a:pt x="29" y="82"/>
                    <a:pt x="27" y="84"/>
                    <a:pt x="25" y="84"/>
                  </a:cubicBezTo>
                  <a:cubicBezTo>
                    <a:pt x="22" y="84"/>
                    <a:pt x="20" y="81"/>
                    <a:pt x="21" y="79"/>
                  </a:cubicBezTo>
                  <a:cubicBezTo>
                    <a:pt x="20" y="83"/>
                    <a:pt x="14" y="85"/>
                    <a:pt x="10" y="83"/>
                  </a:cubicBezTo>
                  <a:cubicBezTo>
                    <a:pt x="6" y="82"/>
                    <a:pt x="3" y="78"/>
                    <a:pt x="1" y="74"/>
                  </a:cubicBezTo>
                  <a:cubicBezTo>
                    <a:pt x="0" y="70"/>
                    <a:pt x="0" y="65"/>
                    <a:pt x="3" y="62"/>
                  </a:cubicBezTo>
                  <a:cubicBezTo>
                    <a:pt x="5" y="58"/>
                    <a:pt x="10" y="56"/>
                    <a:pt x="11" y="51"/>
                  </a:cubicBezTo>
                  <a:cubicBezTo>
                    <a:pt x="12" y="49"/>
                    <a:pt x="11" y="48"/>
                    <a:pt x="11" y="46"/>
                  </a:cubicBezTo>
                  <a:cubicBezTo>
                    <a:pt x="11" y="39"/>
                    <a:pt x="14" y="32"/>
                    <a:pt x="21" y="30"/>
                  </a:cubicBezTo>
                  <a:cubicBezTo>
                    <a:pt x="24" y="29"/>
                    <a:pt x="29" y="30"/>
                    <a:pt x="31" y="27"/>
                  </a:cubicBezTo>
                  <a:cubicBezTo>
                    <a:pt x="32" y="25"/>
                    <a:pt x="32" y="23"/>
                    <a:pt x="32" y="21"/>
                  </a:cubicBezTo>
                  <a:cubicBezTo>
                    <a:pt x="32" y="17"/>
                    <a:pt x="35" y="13"/>
                    <a:pt x="38" y="10"/>
                  </a:cubicBezTo>
                  <a:cubicBezTo>
                    <a:pt x="44" y="6"/>
                    <a:pt x="52" y="6"/>
                    <a:pt x="60" y="7"/>
                  </a:cubicBezTo>
                  <a:cubicBezTo>
                    <a:pt x="67" y="8"/>
                    <a:pt x="75" y="9"/>
                    <a:pt x="81" y="4"/>
                  </a:cubicBezTo>
                  <a:cubicBezTo>
                    <a:pt x="84" y="3"/>
                    <a:pt x="86" y="0"/>
                    <a:pt x="90" y="0"/>
                  </a:cubicBezTo>
                  <a:cubicBezTo>
                    <a:pt x="95" y="0"/>
                    <a:pt x="97" y="8"/>
                    <a:pt x="102" y="9"/>
                  </a:cubicBezTo>
                  <a:cubicBezTo>
                    <a:pt x="106" y="11"/>
                    <a:pt x="110" y="7"/>
                    <a:pt x="115" y="6"/>
                  </a:cubicBezTo>
                  <a:cubicBezTo>
                    <a:pt x="118" y="4"/>
                    <a:pt x="123" y="4"/>
                    <a:pt x="126" y="7"/>
                  </a:cubicBezTo>
                  <a:cubicBezTo>
                    <a:pt x="130" y="10"/>
                    <a:pt x="131" y="15"/>
                    <a:pt x="132" y="19"/>
                  </a:cubicBezTo>
                  <a:cubicBezTo>
                    <a:pt x="133" y="25"/>
                    <a:pt x="134" y="30"/>
                    <a:pt x="136" y="35"/>
                  </a:cubicBezTo>
                  <a:cubicBezTo>
                    <a:pt x="137" y="37"/>
                    <a:pt x="138" y="40"/>
                    <a:pt x="139" y="42"/>
                  </a:cubicBezTo>
                  <a:cubicBezTo>
                    <a:pt x="140" y="44"/>
                    <a:pt x="142" y="46"/>
                    <a:pt x="143" y="48"/>
                  </a:cubicBezTo>
                  <a:cubicBezTo>
                    <a:pt x="145" y="51"/>
                    <a:pt x="145" y="54"/>
                    <a:pt x="145" y="57"/>
                  </a:cubicBezTo>
                  <a:cubicBezTo>
                    <a:pt x="145" y="63"/>
                    <a:pt x="145" y="70"/>
                    <a:pt x="141" y="75"/>
                  </a:cubicBezTo>
                  <a:cubicBezTo>
                    <a:pt x="137" y="81"/>
                    <a:pt x="130" y="84"/>
                    <a:pt x="125" y="81"/>
                  </a:cubicBezTo>
                  <a:cubicBezTo>
                    <a:pt x="122" y="80"/>
                    <a:pt x="120" y="79"/>
                    <a:pt x="118" y="77"/>
                  </a:cubicBezTo>
                  <a:cubicBezTo>
                    <a:pt x="115" y="76"/>
                    <a:pt x="112" y="76"/>
                    <a:pt x="110" y="78"/>
                  </a:cubicBezTo>
                  <a:cubicBezTo>
                    <a:pt x="108" y="79"/>
                    <a:pt x="106" y="80"/>
                    <a:pt x="103" y="80"/>
                  </a:cubicBezTo>
                  <a:cubicBezTo>
                    <a:pt x="97" y="80"/>
                    <a:pt x="91" y="77"/>
                    <a:pt x="87" y="73"/>
                  </a:cubicBezTo>
                  <a:close/>
                </a:path>
              </a:pathLst>
            </a:custGeom>
            <a:solidFill>
              <a:srgbClr val="F6E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4" name="任意多边形 51"/>
            <p:cNvSpPr/>
            <p:nvPr/>
          </p:nvSpPr>
          <p:spPr bwMode="auto">
            <a:xfrm>
              <a:off x="5916613" y="1677988"/>
              <a:ext cx="127000" cy="195263"/>
            </a:xfrm>
            <a:custGeom>
              <a:avLst/>
              <a:gdLst>
                <a:gd name="T0" fmla="*/ 9 w 28"/>
                <a:gd name="T1" fmla="*/ 2 h 43"/>
                <a:gd name="T2" fmla="*/ 16 w 28"/>
                <a:gd name="T3" fmla="*/ 0 h 43"/>
                <a:gd name="T4" fmla="*/ 21 w 28"/>
                <a:gd name="T5" fmla="*/ 3 h 43"/>
                <a:gd name="T6" fmla="*/ 27 w 28"/>
                <a:gd name="T7" fmla="*/ 15 h 43"/>
                <a:gd name="T8" fmla="*/ 27 w 28"/>
                <a:gd name="T9" fmla="*/ 35 h 43"/>
                <a:gd name="T10" fmla="*/ 24 w 28"/>
                <a:gd name="T11" fmla="*/ 41 h 43"/>
                <a:gd name="T12" fmla="*/ 21 w 28"/>
                <a:gd name="T13" fmla="*/ 42 h 43"/>
                <a:gd name="T14" fmla="*/ 4 w 28"/>
                <a:gd name="T15" fmla="*/ 25 h 43"/>
                <a:gd name="T16" fmla="*/ 9 w 28"/>
                <a:gd name="T17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43">
                  <a:moveTo>
                    <a:pt x="9" y="2"/>
                  </a:moveTo>
                  <a:cubicBezTo>
                    <a:pt x="11" y="1"/>
                    <a:pt x="14" y="0"/>
                    <a:pt x="16" y="0"/>
                  </a:cubicBezTo>
                  <a:cubicBezTo>
                    <a:pt x="18" y="0"/>
                    <a:pt x="20" y="2"/>
                    <a:pt x="21" y="3"/>
                  </a:cubicBezTo>
                  <a:cubicBezTo>
                    <a:pt x="24" y="6"/>
                    <a:pt x="26" y="11"/>
                    <a:pt x="27" y="15"/>
                  </a:cubicBezTo>
                  <a:cubicBezTo>
                    <a:pt x="28" y="22"/>
                    <a:pt x="28" y="29"/>
                    <a:pt x="27" y="35"/>
                  </a:cubicBezTo>
                  <a:cubicBezTo>
                    <a:pt x="26" y="37"/>
                    <a:pt x="26" y="39"/>
                    <a:pt x="24" y="41"/>
                  </a:cubicBezTo>
                  <a:cubicBezTo>
                    <a:pt x="23" y="41"/>
                    <a:pt x="22" y="42"/>
                    <a:pt x="21" y="42"/>
                  </a:cubicBezTo>
                  <a:cubicBezTo>
                    <a:pt x="11" y="43"/>
                    <a:pt x="7" y="32"/>
                    <a:pt x="4" y="25"/>
                  </a:cubicBezTo>
                  <a:cubicBezTo>
                    <a:pt x="0" y="18"/>
                    <a:pt x="3" y="7"/>
                    <a:pt x="9" y="2"/>
                  </a:cubicBezTo>
                  <a:close/>
                </a:path>
              </a:pathLst>
            </a:custGeom>
            <a:solidFill>
              <a:srgbClr val="FFA9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5" name="任意多边形 52"/>
            <p:cNvSpPr/>
            <p:nvPr/>
          </p:nvSpPr>
          <p:spPr bwMode="auto">
            <a:xfrm>
              <a:off x="5953125" y="1714500"/>
              <a:ext cx="36513" cy="100013"/>
            </a:xfrm>
            <a:custGeom>
              <a:avLst/>
              <a:gdLst>
                <a:gd name="T0" fmla="*/ 8 w 8"/>
                <a:gd name="T1" fmla="*/ 0 h 22"/>
                <a:gd name="T2" fmla="*/ 5 w 8"/>
                <a:gd name="T3" fmla="*/ 2 h 22"/>
                <a:gd name="T4" fmla="*/ 1 w 8"/>
                <a:gd name="T5" fmla="*/ 12 h 22"/>
                <a:gd name="T6" fmla="*/ 3 w 8"/>
                <a:gd name="T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3" y="5"/>
                    <a:pt x="2" y="8"/>
                    <a:pt x="1" y="12"/>
                  </a:cubicBezTo>
                  <a:cubicBezTo>
                    <a:pt x="0" y="15"/>
                    <a:pt x="1" y="19"/>
                    <a:pt x="3" y="22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6" name="任意多边形 53"/>
            <p:cNvSpPr/>
            <p:nvPr/>
          </p:nvSpPr>
          <p:spPr bwMode="auto">
            <a:xfrm>
              <a:off x="5957888" y="1746250"/>
              <a:ext cx="36513" cy="44450"/>
            </a:xfrm>
            <a:custGeom>
              <a:avLst/>
              <a:gdLst>
                <a:gd name="T0" fmla="*/ 8 w 8"/>
                <a:gd name="T1" fmla="*/ 0 h 10"/>
                <a:gd name="T2" fmla="*/ 2 w 8"/>
                <a:gd name="T3" fmla="*/ 3 h 10"/>
                <a:gd name="T4" fmla="*/ 0 w 8"/>
                <a:gd name="T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0">
                  <a:moveTo>
                    <a:pt x="8" y="0"/>
                  </a:moveTo>
                  <a:cubicBezTo>
                    <a:pt x="6" y="0"/>
                    <a:pt x="4" y="1"/>
                    <a:pt x="2" y="3"/>
                  </a:cubicBezTo>
                  <a:cubicBezTo>
                    <a:pt x="0" y="5"/>
                    <a:pt x="0" y="8"/>
                    <a:pt x="0" y="1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9" name="任意多边形 56"/>
            <p:cNvSpPr/>
            <p:nvPr/>
          </p:nvSpPr>
          <p:spPr bwMode="auto">
            <a:xfrm>
              <a:off x="5494338" y="2914650"/>
              <a:ext cx="527050" cy="280988"/>
            </a:xfrm>
            <a:custGeom>
              <a:avLst/>
              <a:gdLst>
                <a:gd name="T0" fmla="*/ 77 w 116"/>
                <a:gd name="T1" fmla="*/ 22 h 62"/>
                <a:gd name="T2" fmla="*/ 51 w 116"/>
                <a:gd name="T3" fmla="*/ 2 h 62"/>
                <a:gd name="T4" fmla="*/ 22 w 116"/>
                <a:gd name="T5" fmla="*/ 10 h 62"/>
                <a:gd name="T6" fmla="*/ 4 w 116"/>
                <a:gd name="T7" fmla="*/ 21 h 62"/>
                <a:gd name="T8" fmla="*/ 1 w 116"/>
                <a:gd name="T9" fmla="*/ 23 h 62"/>
                <a:gd name="T10" fmla="*/ 3 w 116"/>
                <a:gd name="T11" fmla="*/ 29 h 62"/>
                <a:gd name="T12" fmla="*/ 19 w 116"/>
                <a:gd name="T13" fmla="*/ 49 h 62"/>
                <a:gd name="T14" fmla="*/ 54 w 116"/>
                <a:gd name="T15" fmla="*/ 50 h 62"/>
                <a:gd name="T16" fmla="*/ 63 w 116"/>
                <a:gd name="T17" fmla="*/ 54 h 62"/>
                <a:gd name="T18" fmla="*/ 96 w 116"/>
                <a:gd name="T19" fmla="*/ 61 h 62"/>
                <a:gd name="T20" fmla="*/ 107 w 116"/>
                <a:gd name="T21" fmla="*/ 58 h 62"/>
                <a:gd name="T22" fmla="*/ 114 w 116"/>
                <a:gd name="T23" fmla="*/ 48 h 62"/>
                <a:gd name="T24" fmla="*/ 77 w 116"/>
                <a:gd name="T25" fmla="*/ 2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62">
                  <a:moveTo>
                    <a:pt x="77" y="22"/>
                  </a:moveTo>
                  <a:cubicBezTo>
                    <a:pt x="68" y="16"/>
                    <a:pt x="62" y="5"/>
                    <a:pt x="51" y="2"/>
                  </a:cubicBezTo>
                  <a:cubicBezTo>
                    <a:pt x="41" y="0"/>
                    <a:pt x="31" y="5"/>
                    <a:pt x="22" y="10"/>
                  </a:cubicBezTo>
                  <a:cubicBezTo>
                    <a:pt x="16" y="14"/>
                    <a:pt x="10" y="17"/>
                    <a:pt x="4" y="21"/>
                  </a:cubicBezTo>
                  <a:cubicBezTo>
                    <a:pt x="3" y="21"/>
                    <a:pt x="2" y="22"/>
                    <a:pt x="1" y="23"/>
                  </a:cubicBezTo>
                  <a:cubicBezTo>
                    <a:pt x="0" y="25"/>
                    <a:pt x="2" y="27"/>
                    <a:pt x="3" y="29"/>
                  </a:cubicBezTo>
                  <a:cubicBezTo>
                    <a:pt x="8" y="36"/>
                    <a:pt x="13" y="43"/>
                    <a:pt x="19" y="49"/>
                  </a:cubicBezTo>
                  <a:cubicBezTo>
                    <a:pt x="20" y="51"/>
                    <a:pt x="44" y="48"/>
                    <a:pt x="54" y="50"/>
                  </a:cubicBezTo>
                  <a:cubicBezTo>
                    <a:pt x="57" y="50"/>
                    <a:pt x="60" y="52"/>
                    <a:pt x="63" y="54"/>
                  </a:cubicBezTo>
                  <a:cubicBezTo>
                    <a:pt x="73" y="59"/>
                    <a:pt x="85" y="62"/>
                    <a:pt x="96" y="61"/>
                  </a:cubicBezTo>
                  <a:cubicBezTo>
                    <a:pt x="100" y="61"/>
                    <a:pt x="104" y="60"/>
                    <a:pt x="107" y="58"/>
                  </a:cubicBezTo>
                  <a:cubicBezTo>
                    <a:pt x="111" y="56"/>
                    <a:pt x="114" y="52"/>
                    <a:pt x="114" y="48"/>
                  </a:cubicBezTo>
                  <a:cubicBezTo>
                    <a:pt x="116" y="29"/>
                    <a:pt x="88" y="29"/>
                    <a:pt x="77" y="22"/>
                  </a:cubicBezTo>
                  <a:close/>
                </a:path>
              </a:pathLst>
            </a:custGeom>
            <a:solidFill>
              <a:srgbClr val="FFA9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0" name="任意多边形 57"/>
            <p:cNvSpPr/>
            <p:nvPr/>
          </p:nvSpPr>
          <p:spPr bwMode="auto">
            <a:xfrm>
              <a:off x="5930900" y="2122488"/>
              <a:ext cx="911225" cy="1244600"/>
            </a:xfrm>
            <a:custGeom>
              <a:avLst/>
              <a:gdLst>
                <a:gd name="T0" fmla="*/ 102 w 201"/>
                <a:gd name="T1" fmla="*/ 25 h 275"/>
                <a:gd name="T2" fmla="*/ 94 w 201"/>
                <a:gd name="T3" fmla="*/ 70 h 275"/>
                <a:gd name="T4" fmla="*/ 104 w 201"/>
                <a:gd name="T5" fmla="*/ 189 h 275"/>
                <a:gd name="T6" fmla="*/ 83 w 201"/>
                <a:gd name="T7" fmla="*/ 193 h 275"/>
                <a:gd name="T8" fmla="*/ 53 w 201"/>
                <a:gd name="T9" fmla="*/ 193 h 275"/>
                <a:gd name="T10" fmla="*/ 42 w 201"/>
                <a:gd name="T11" fmla="*/ 192 h 275"/>
                <a:gd name="T12" fmla="*/ 37 w 201"/>
                <a:gd name="T13" fmla="*/ 194 h 275"/>
                <a:gd name="T14" fmla="*/ 2 w 201"/>
                <a:gd name="T15" fmla="*/ 198 h 275"/>
                <a:gd name="T16" fmla="*/ 0 w 201"/>
                <a:gd name="T17" fmla="*/ 242 h 275"/>
                <a:gd name="T18" fmla="*/ 1 w 201"/>
                <a:gd name="T19" fmla="*/ 247 h 275"/>
                <a:gd name="T20" fmla="*/ 4 w 201"/>
                <a:gd name="T21" fmla="*/ 248 h 275"/>
                <a:gd name="T22" fmla="*/ 26 w 201"/>
                <a:gd name="T23" fmla="*/ 246 h 275"/>
                <a:gd name="T24" fmla="*/ 33 w 201"/>
                <a:gd name="T25" fmla="*/ 248 h 275"/>
                <a:gd name="T26" fmla="*/ 35 w 201"/>
                <a:gd name="T27" fmla="*/ 252 h 275"/>
                <a:gd name="T28" fmla="*/ 51 w 201"/>
                <a:gd name="T29" fmla="*/ 268 h 275"/>
                <a:gd name="T30" fmla="*/ 72 w 201"/>
                <a:gd name="T31" fmla="*/ 264 h 275"/>
                <a:gd name="T32" fmla="*/ 98 w 201"/>
                <a:gd name="T33" fmla="*/ 273 h 275"/>
                <a:gd name="T34" fmla="*/ 127 w 201"/>
                <a:gd name="T35" fmla="*/ 268 h 275"/>
                <a:gd name="T36" fmla="*/ 192 w 201"/>
                <a:gd name="T37" fmla="*/ 221 h 275"/>
                <a:gd name="T38" fmla="*/ 200 w 201"/>
                <a:gd name="T39" fmla="*/ 178 h 275"/>
                <a:gd name="T40" fmla="*/ 186 w 201"/>
                <a:gd name="T41" fmla="*/ 62 h 275"/>
                <a:gd name="T42" fmla="*/ 170 w 201"/>
                <a:gd name="T43" fmla="*/ 25 h 275"/>
                <a:gd name="T44" fmla="*/ 102 w 201"/>
                <a:gd name="T45" fmla="*/ 2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1" h="275">
                  <a:moveTo>
                    <a:pt x="102" y="25"/>
                  </a:moveTo>
                  <a:cubicBezTo>
                    <a:pt x="92" y="37"/>
                    <a:pt x="92" y="54"/>
                    <a:pt x="94" y="70"/>
                  </a:cubicBezTo>
                  <a:cubicBezTo>
                    <a:pt x="98" y="110"/>
                    <a:pt x="108" y="150"/>
                    <a:pt x="104" y="189"/>
                  </a:cubicBezTo>
                  <a:cubicBezTo>
                    <a:pt x="97" y="187"/>
                    <a:pt x="90" y="191"/>
                    <a:pt x="83" y="193"/>
                  </a:cubicBezTo>
                  <a:cubicBezTo>
                    <a:pt x="73" y="196"/>
                    <a:pt x="63" y="196"/>
                    <a:pt x="53" y="193"/>
                  </a:cubicBezTo>
                  <a:cubicBezTo>
                    <a:pt x="49" y="192"/>
                    <a:pt x="46" y="191"/>
                    <a:pt x="42" y="192"/>
                  </a:cubicBezTo>
                  <a:cubicBezTo>
                    <a:pt x="40" y="192"/>
                    <a:pt x="39" y="193"/>
                    <a:pt x="37" y="194"/>
                  </a:cubicBezTo>
                  <a:cubicBezTo>
                    <a:pt x="26" y="200"/>
                    <a:pt x="14" y="201"/>
                    <a:pt x="2" y="198"/>
                  </a:cubicBezTo>
                  <a:cubicBezTo>
                    <a:pt x="1" y="213"/>
                    <a:pt x="1" y="228"/>
                    <a:pt x="0" y="242"/>
                  </a:cubicBezTo>
                  <a:cubicBezTo>
                    <a:pt x="0" y="244"/>
                    <a:pt x="0" y="246"/>
                    <a:pt x="1" y="247"/>
                  </a:cubicBezTo>
                  <a:cubicBezTo>
                    <a:pt x="2" y="248"/>
                    <a:pt x="3" y="248"/>
                    <a:pt x="4" y="248"/>
                  </a:cubicBezTo>
                  <a:cubicBezTo>
                    <a:pt x="12" y="247"/>
                    <a:pt x="19" y="247"/>
                    <a:pt x="26" y="246"/>
                  </a:cubicBezTo>
                  <a:cubicBezTo>
                    <a:pt x="29" y="246"/>
                    <a:pt x="32" y="246"/>
                    <a:pt x="33" y="248"/>
                  </a:cubicBezTo>
                  <a:cubicBezTo>
                    <a:pt x="34" y="249"/>
                    <a:pt x="35" y="251"/>
                    <a:pt x="35" y="252"/>
                  </a:cubicBezTo>
                  <a:cubicBezTo>
                    <a:pt x="37" y="260"/>
                    <a:pt x="43" y="267"/>
                    <a:pt x="51" y="268"/>
                  </a:cubicBezTo>
                  <a:cubicBezTo>
                    <a:pt x="58" y="268"/>
                    <a:pt x="65" y="264"/>
                    <a:pt x="72" y="264"/>
                  </a:cubicBezTo>
                  <a:cubicBezTo>
                    <a:pt x="81" y="264"/>
                    <a:pt x="89" y="271"/>
                    <a:pt x="98" y="273"/>
                  </a:cubicBezTo>
                  <a:cubicBezTo>
                    <a:pt x="108" y="275"/>
                    <a:pt x="118" y="272"/>
                    <a:pt x="127" y="268"/>
                  </a:cubicBezTo>
                  <a:cubicBezTo>
                    <a:pt x="153" y="258"/>
                    <a:pt x="180" y="246"/>
                    <a:pt x="192" y="221"/>
                  </a:cubicBezTo>
                  <a:cubicBezTo>
                    <a:pt x="198" y="208"/>
                    <a:pt x="200" y="193"/>
                    <a:pt x="200" y="178"/>
                  </a:cubicBezTo>
                  <a:cubicBezTo>
                    <a:pt x="201" y="139"/>
                    <a:pt x="196" y="100"/>
                    <a:pt x="186" y="62"/>
                  </a:cubicBezTo>
                  <a:cubicBezTo>
                    <a:pt x="182" y="49"/>
                    <a:pt x="178" y="36"/>
                    <a:pt x="170" y="25"/>
                  </a:cubicBezTo>
                  <a:cubicBezTo>
                    <a:pt x="153" y="1"/>
                    <a:pt x="120" y="0"/>
                    <a:pt x="102" y="25"/>
                  </a:cubicBezTo>
                  <a:close/>
                </a:path>
              </a:pathLst>
            </a:custGeom>
            <a:solidFill>
              <a:srgbClr val="746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1" name="任意多边形 58"/>
            <p:cNvSpPr/>
            <p:nvPr/>
          </p:nvSpPr>
          <p:spPr bwMode="auto">
            <a:xfrm>
              <a:off x="6411913" y="2978150"/>
              <a:ext cx="122238" cy="107950"/>
            </a:xfrm>
            <a:custGeom>
              <a:avLst/>
              <a:gdLst>
                <a:gd name="T0" fmla="*/ 27 w 27"/>
                <a:gd name="T1" fmla="*/ 6 h 24"/>
                <a:gd name="T2" fmla="*/ 0 w 27"/>
                <a:gd name="T3" fmla="*/ 2 h 24"/>
                <a:gd name="T4" fmla="*/ 10 w 27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24">
                  <a:moveTo>
                    <a:pt x="27" y="6"/>
                  </a:moveTo>
                  <a:cubicBezTo>
                    <a:pt x="19" y="1"/>
                    <a:pt x="9" y="0"/>
                    <a:pt x="0" y="2"/>
                  </a:cubicBezTo>
                  <a:cubicBezTo>
                    <a:pt x="5" y="8"/>
                    <a:pt x="9" y="15"/>
                    <a:pt x="10" y="24"/>
                  </a:cubicBezTo>
                </a:path>
              </a:pathLst>
            </a:custGeom>
            <a:noFill/>
            <a:ln w="9525" cap="flat">
              <a:solidFill>
                <a:srgbClr val="B29AAD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2" name="任意多边形 59"/>
            <p:cNvSpPr/>
            <p:nvPr/>
          </p:nvSpPr>
          <p:spPr bwMode="auto">
            <a:xfrm>
              <a:off x="6438900" y="2936875"/>
              <a:ext cx="85725" cy="23813"/>
            </a:xfrm>
            <a:custGeom>
              <a:avLst/>
              <a:gdLst>
                <a:gd name="T0" fmla="*/ 19 w 19"/>
                <a:gd name="T1" fmla="*/ 1 h 5"/>
                <a:gd name="T2" fmla="*/ 0 w 19"/>
                <a:gd name="T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" h="5">
                  <a:moveTo>
                    <a:pt x="19" y="1"/>
                  </a:moveTo>
                  <a:cubicBezTo>
                    <a:pt x="12" y="0"/>
                    <a:pt x="6" y="2"/>
                    <a:pt x="0" y="5"/>
                  </a:cubicBezTo>
                </a:path>
              </a:pathLst>
            </a:custGeom>
            <a:noFill/>
            <a:ln w="9525" cap="flat">
              <a:solidFill>
                <a:srgbClr val="B29AAD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3" name="任意多边形 60"/>
            <p:cNvSpPr/>
            <p:nvPr/>
          </p:nvSpPr>
          <p:spPr bwMode="auto">
            <a:xfrm>
              <a:off x="6057900" y="3009900"/>
              <a:ext cx="49213" cy="230188"/>
            </a:xfrm>
            <a:custGeom>
              <a:avLst/>
              <a:gdLst>
                <a:gd name="T0" fmla="*/ 9 w 11"/>
                <a:gd name="T1" fmla="*/ 0 h 51"/>
                <a:gd name="T2" fmla="*/ 10 w 11"/>
                <a:gd name="T3" fmla="*/ 7 h 51"/>
                <a:gd name="T4" fmla="*/ 4 w 11"/>
                <a:gd name="T5" fmla="*/ 29 h 51"/>
                <a:gd name="T6" fmla="*/ 3 w 11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51">
                  <a:moveTo>
                    <a:pt x="9" y="0"/>
                  </a:moveTo>
                  <a:cubicBezTo>
                    <a:pt x="11" y="2"/>
                    <a:pt x="11" y="4"/>
                    <a:pt x="10" y="7"/>
                  </a:cubicBezTo>
                  <a:cubicBezTo>
                    <a:pt x="9" y="14"/>
                    <a:pt x="6" y="21"/>
                    <a:pt x="4" y="29"/>
                  </a:cubicBezTo>
                  <a:cubicBezTo>
                    <a:pt x="2" y="36"/>
                    <a:pt x="0" y="44"/>
                    <a:pt x="3" y="51"/>
                  </a:cubicBezTo>
                </a:path>
              </a:pathLst>
            </a:custGeom>
            <a:noFill/>
            <a:ln w="9525" cap="flat">
              <a:solidFill>
                <a:srgbClr val="B29AAD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4" name="任意多边形 61"/>
            <p:cNvSpPr/>
            <p:nvPr/>
          </p:nvSpPr>
          <p:spPr bwMode="auto">
            <a:xfrm>
              <a:off x="6202363" y="3024188"/>
              <a:ext cx="19050" cy="76200"/>
            </a:xfrm>
            <a:custGeom>
              <a:avLst/>
              <a:gdLst>
                <a:gd name="T0" fmla="*/ 1 w 4"/>
                <a:gd name="T1" fmla="*/ 1 h 17"/>
                <a:gd name="T2" fmla="*/ 2 w 4"/>
                <a:gd name="T3" fmla="*/ 1 h 17"/>
                <a:gd name="T4" fmla="*/ 3 w 4"/>
                <a:gd name="T5" fmla="*/ 2 h 17"/>
                <a:gd name="T6" fmla="*/ 4 w 4"/>
                <a:gd name="T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7">
                  <a:moveTo>
                    <a:pt x="1" y="1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2" y="1"/>
                    <a:pt x="2" y="2"/>
                    <a:pt x="3" y="2"/>
                  </a:cubicBezTo>
                  <a:cubicBezTo>
                    <a:pt x="3" y="7"/>
                    <a:pt x="4" y="12"/>
                    <a:pt x="4" y="17"/>
                  </a:cubicBezTo>
                </a:path>
              </a:pathLst>
            </a:custGeom>
            <a:noFill/>
            <a:ln w="9525" cap="flat">
              <a:solidFill>
                <a:srgbClr val="B29AAD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5" name="任意多边形 62"/>
            <p:cNvSpPr/>
            <p:nvPr/>
          </p:nvSpPr>
          <p:spPr bwMode="auto">
            <a:xfrm>
              <a:off x="6261100" y="3046413"/>
              <a:ext cx="23813" cy="39688"/>
            </a:xfrm>
            <a:custGeom>
              <a:avLst/>
              <a:gdLst>
                <a:gd name="T0" fmla="*/ 0 w 5"/>
                <a:gd name="T1" fmla="*/ 0 h 9"/>
                <a:gd name="T2" fmla="*/ 5 w 5"/>
                <a:gd name="T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9">
                  <a:moveTo>
                    <a:pt x="0" y="0"/>
                  </a:moveTo>
                  <a:cubicBezTo>
                    <a:pt x="2" y="3"/>
                    <a:pt x="4" y="6"/>
                    <a:pt x="5" y="9"/>
                  </a:cubicBezTo>
                </a:path>
              </a:pathLst>
            </a:custGeom>
            <a:noFill/>
            <a:ln w="9525" cap="flat">
              <a:solidFill>
                <a:srgbClr val="B29AAD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6" name="任意多边形 63"/>
            <p:cNvSpPr/>
            <p:nvPr/>
          </p:nvSpPr>
          <p:spPr bwMode="auto">
            <a:xfrm>
              <a:off x="5513388" y="2992438"/>
              <a:ext cx="139700" cy="53975"/>
            </a:xfrm>
            <a:custGeom>
              <a:avLst/>
              <a:gdLst>
                <a:gd name="T0" fmla="*/ 1 w 31"/>
                <a:gd name="T1" fmla="*/ 12 h 12"/>
                <a:gd name="T2" fmla="*/ 0 w 31"/>
                <a:gd name="T3" fmla="*/ 10 h 12"/>
                <a:gd name="T4" fmla="*/ 31 w 31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12">
                  <a:moveTo>
                    <a:pt x="1" y="12"/>
                  </a:moveTo>
                  <a:cubicBezTo>
                    <a:pt x="0" y="12"/>
                    <a:pt x="0" y="11"/>
                    <a:pt x="0" y="10"/>
                  </a:cubicBezTo>
                  <a:cubicBezTo>
                    <a:pt x="10" y="6"/>
                    <a:pt x="20" y="2"/>
                    <a:pt x="31" y="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7" name="任意多边形 64"/>
            <p:cNvSpPr/>
            <p:nvPr/>
          </p:nvSpPr>
          <p:spPr bwMode="auto">
            <a:xfrm>
              <a:off x="5535613" y="3054350"/>
              <a:ext cx="153988" cy="31750"/>
            </a:xfrm>
            <a:custGeom>
              <a:avLst/>
              <a:gdLst>
                <a:gd name="T0" fmla="*/ 0 w 34"/>
                <a:gd name="T1" fmla="*/ 5 h 7"/>
                <a:gd name="T2" fmla="*/ 4 w 34"/>
                <a:gd name="T3" fmla="*/ 6 h 7"/>
                <a:gd name="T4" fmla="*/ 34 w 34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7">
                  <a:moveTo>
                    <a:pt x="0" y="5"/>
                  </a:moveTo>
                  <a:cubicBezTo>
                    <a:pt x="0" y="7"/>
                    <a:pt x="2" y="7"/>
                    <a:pt x="4" y="6"/>
                  </a:cubicBezTo>
                  <a:cubicBezTo>
                    <a:pt x="14" y="4"/>
                    <a:pt x="24" y="2"/>
                    <a:pt x="34" y="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8" name="任意多边形 65"/>
            <p:cNvSpPr/>
            <p:nvPr/>
          </p:nvSpPr>
          <p:spPr bwMode="auto">
            <a:xfrm>
              <a:off x="5562600" y="3095625"/>
              <a:ext cx="122238" cy="22225"/>
            </a:xfrm>
            <a:custGeom>
              <a:avLst/>
              <a:gdLst>
                <a:gd name="T0" fmla="*/ 0 w 27"/>
                <a:gd name="T1" fmla="*/ 5 h 5"/>
                <a:gd name="T2" fmla="*/ 20 w 27"/>
                <a:gd name="T3" fmla="*/ 2 h 5"/>
                <a:gd name="T4" fmla="*/ 27 w 27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5">
                  <a:moveTo>
                    <a:pt x="0" y="5"/>
                  </a:moveTo>
                  <a:cubicBezTo>
                    <a:pt x="6" y="4"/>
                    <a:pt x="15" y="4"/>
                    <a:pt x="20" y="2"/>
                  </a:cubicBezTo>
                  <a:cubicBezTo>
                    <a:pt x="22" y="1"/>
                    <a:pt x="25" y="0"/>
                    <a:pt x="27" y="0"/>
                  </a:cubicBezTo>
                </a:path>
              </a:pathLst>
            </a:custGeom>
            <a:noFill/>
            <a:ln w="9525" cap="flat">
              <a:solidFill>
                <a:srgbClr val="D6797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2" name="矩形 11"/>
          <p:cNvSpPr/>
          <p:nvPr/>
        </p:nvSpPr>
        <p:spPr>
          <a:xfrm>
            <a:off x="718904" y="1314149"/>
            <a:ext cx="73244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井盖隐患问题给我们带来了很多危害</a:t>
            </a:r>
            <a:r>
              <a:rPr lang="en-US" altLang="zh-CN" sz="32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……</a:t>
            </a:r>
            <a:endParaRPr lang="zh-CN" altLang="en-US" sz="32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5302" y="2102517"/>
            <a:ext cx="2485036" cy="1279484"/>
            <a:chOff x="425302" y="2102517"/>
            <a:chExt cx="2485036" cy="1279484"/>
          </a:xfrm>
        </p:grpSpPr>
        <p:sp>
          <p:nvSpPr>
            <p:cNvPr id="13" name="对话气泡: 圆角矩形 12"/>
            <p:cNvSpPr/>
            <p:nvPr/>
          </p:nvSpPr>
          <p:spPr>
            <a:xfrm>
              <a:off x="425302" y="2102517"/>
              <a:ext cx="2485036" cy="1279484"/>
            </a:xfrm>
            <a:prstGeom prst="wedgeRoundRectCallou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2836" y="2265358"/>
              <a:ext cx="213130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唉，上次踩空跌入未封闭井盖，受的伤现在还没好</a:t>
              </a: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45" name="组合 4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3423192" y="3667446"/>
            <a:ext cx="2689809" cy="2671028"/>
            <a:chOff x="3487738" y="892175"/>
            <a:chExt cx="5229225" cy="5192713"/>
          </a:xfrm>
        </p:grpSpPr>
        <p:sp>
          <p:nvSpPr>
            <p:cNvPr id="46" name="ïṩļîdé"/>
            <p:cNvSpPr/>
            <p:nvPr/>
          </p:nvSpPr>
          <p:spPr bwMode="auto">
            <a:xfrm>
              <a:off x="6932613" y="4291013"/>
              <a:ext cx="1517650" cy="1547813"/>
            </a:xfrm>
            <a:custGeom>
              <a:avLst/>
              <a:gdLst>
                <a:gd name="T0" fmla="*/ 482 w 956"/>
                <a:gd name="T1" fmla="*/ 509 h 975"/>
                <a:gd name="T2" fmla="*/ 451 w 956"/>
                <a:gd name="T3" fmla="*/ 518 h 975"/>
                <a:gd name="T4" fmla="*/ 91 w 956"/>
                <a:gd name="T5" fmla="*/ 765 h 975"/>
                <a:gd name="T6" fmla="*/ 444 w 956"/>
                <a:gd name="T7" fmla="*/ 511 h 975"/>
                <a:gd name="T8" fmla="*/ 468 w 956"/>
                <a:gd name="T9" fmla="*/ 493 h 975"/>
                <a:gd name="T10" fmla="*/ 10 w 956"/>
                <a:gd name="T11" fmla="*/ 386 h 975"/>
                <a:gd name="T12" fmla="*/ 447 w 956"/>
                <a:gd name="T13" fmla="*/ 486 h 975"/>
                <a:gd name="T14" fmla="*/ 16 w 956"/>
                <a:gd name="T15" fmla="*/ 488 h 975"/>
                <a:gd name="T16" fmla="*/ 123 w 956"/>
                <a:gd name="T17" fmla="*/ 248 h 975"/>
                <a:gd name="T18" fmla="*/ 310 w 956"/>
                <a:gd name="T19" fmla="*/ 43 h 975"/>
                <a:gd name="T20" fmla="*/ 495 w 956"/>
                <a:gd name="T21" fmla="*/ 25 h 975"/>
                <a:gd name="T22" fmla="*/ 505 w 956"/>
                <a:gd name="T23" fmla="*/ 20 h 975"/>
                <a:gd name="T24" fmla="*/ 721 w 956"/>
                <a:gd name="T25" fmla="*/ 65 h 975"/>
                <a:gd name="T26" fmla="*/ 490 w 956"/>
                <a:gd name="T27" fmla="*/ 490 h 975"/>
                <a:gd name="T28" fmla="*/ 490 w 956"/>
                <a:gd name="T29" fmla="*/ 494 h 975"/>
                <a:gd name="T30" fmla="*/ 901 w 956"/>
                <a:gd name="T31" fmla="*/ 767 h 975"/>
                <a:gd name="T32" fmla="*/ 491 w 956"/>
                <a:gd name="T33" fmla="*/ 507 h 975"/>
                <a:gd name="T34" fmla="*/ 512 w 956"/>
                <a:gd name="T35" fmla="*/ 975 h 975"/>
                <a:gd name="T36" fmla="*/ 520 w 956"/>
                <a:gd name="T37" fmla="*/ 960 h 975"/>
                <a:gd name="T38" fmla="*/ 493 w 956"/>
                <a:gd name="T39" fmla="*/ 525 h 975"/>
                <a:gd name="T40" fmla="*/ 308 w 956"/>
                <a:gd name="T41" fmla="*/ 907 h 975"/>
                <a:gd name="T42" fmla="*/ 108 w 956"/>
                <a:gd name="T43" fmla="*/ 765 h 975"/>
                <a:gd name="T44" fmla="*/ 511 w 956"/>
                <a:gd name="T45" fmla="*/ 506 h 975"/>
                <a:gd name="T46" fmla="*/ 945 w 956"/>
                <a:gd name="T47" fmla="*/ 346 h 975"/>
                <a:gd name="T48" fmla="*/ 466 w 956"/>
                <a:gd name="T49" fmla="*/ 467 h 975"/>
                <a:gd name="T50" fmla="*/ 481 w 956"/>
                <a:gd name="T51" fmla="*/ 485 h 975"/>
                <a:gd name="T52" fmla="*/ 353 w 956"/>
                <a:gd name="T53" fmla="*/ 9 h 975"/>
                <a:gd name="T54" fmla="*/ 466 w 956"/>
                <a:gd name="T55" fmla="*/ 467 h 975"/>
                <a:gd name="T56" fmla="*/ 464 w 956"/>
                <a:gd name="T57" fmla="*/ 480 h 975"/>
                <a:gd name="T58" fmla="*/ 308 w 956"/>
                <a:gd name="T59" fmla="*/ 60 h 975"/>
                <a:gd name="T60" fmla="*/ 108 w 956"/>
                <a:gd name="T61" fmla="*/ 280 h 975"/>
                <a:gd name="T62" fmla="*/ 490 w 956"/>
                <a:gd name="T63" fmla="*/ 478 h 975"/>
                <a:gd name="T64" fmla="*/ 707 w 956"/>
                <a:gd name="T65" fmla="*/ 72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6" h="975">
                  <a:moveTo>
                    <a:pt x="512" y="975"/>
                  </a:moveTo>
                  <a:lnTo>
                    <a:pt x="482" y="509"/>
                  </a:lnTo>
                  <a:lnTo>
                    <a:pt x="481" y="507"/>
                  </a:lnTo>
                  <a:lnTo>
                    <a:pt x="451" y="518"/>
                  </a:lnTo>
                  <a:lnTo>
                    <a:pt x="312" y="921"/>
                  </a:lnTo>
                  <a:lnTo>
                    <a:pt x="91" y="765"/>
                  </a:lnTo>
                  <a:lnTo>
                    <a:pt x="443" y="511"/>
                  </a:lnTo>
                  <a:lnTo>
                    <a:pt x="444" y="511"/>
                  </a:lnTo>
                  <a:lnTo>
                    <a:pt x="445" y="510"/>
                  </a:lnTo>
                  <a:lnTo>
                    <a:pt x="468" y="493"/>
                  </a:lnTo>
                  <a:lnTo>
                    <a:pt x="100" y="287"/>
                  </a:lnTo>
                  <a:lnTo>
                    <a:pt x="10" y="386"/>
                  </a:lnTo>
                  <a:lnTo>
                    <a:pt x="25" y="479"/>
                  </a:lnTo>
                  <a:lnTo>
                    <a:pt x="447" y="486"/>
                  </a:lnTo>
                  <a:lnTo>
                    <a:pt x="447" y="495"/>
                  </a:lnTo>
                  <a:lnTo>
                    <a:pt x="16" y="488"/>
                  </a:lnTo>
                  <a:lnTo>
                    <a:pt x="0" y="384"/>
                  </a:lnTo>
                  <a:lnTo>
                    <a:pt x="123" y="248"/>
                  </a:lnTo>
                  <a:lnTo>
                    <a:pt x="308" y="33"/>
                  </a:lnTo>
                  <a:lnTo>
                    <a:pt x="310" y="43"/>
                  </a:lnTo>
                  <a:lnTo>
                    <a:pt x="350" y="0"/>
                  </a:lnTo>
                  <a:lnTo>
                    <a:pt x="495" y="25"/>
                  </a:lnTo>
                  <a:lnTo>
                    <a:pt x="495" y="20"/>
                  </a:lnTo>
                  <a:lnTo>
                    <a:pt x="505" y="20"/>
                  </a:lnTo>
                  <a:lnTo>
                    <a:pt x="505" y="27"/>
                  </a:lnTo>
                  <a:lnTo>
                    <a:pt x="721" y="65"/>
                  </a:lnTo>
                  <a:lnTo>
                    <a:pt x="519" y="468"/>
                  </a:lnTo>
                  <a:lnTo>
                    <a:pt x="490" y="490"/>
                  </a:lnTo>
                  <a:lnTo>
                    <a:pt x="490" y="492"/>
                  </a:lnTo>
                  <a:lnTo>
                    <a:pt x="490" y="494"/>
                  </a:lnTo>
                  <a:lnTo>
                    <a:pt x="956" y="333"/>
                  </a:lnTo>
                  <a:lnTo>
                    <a:pt x="901" y="767"/>
                  </a:lnTo>
                  <a:lnTo>
                    <a:pt x="506" y="515"/>
                  </a:lnTo>
                  <a:lnTo>
                    <a:pt x="491" y="507"/>
                  </a:lnTo>
                  <a:lnTo>
                    <a:pt x="725" y="882"/>
                  </a:lnTo>
                  <a:lnTo>
                    <a:pt x="512" y="975"/>
                  </a:lnTo>
                  <a:close/>
                  <a:moveTo>
                    <a:pt x="493" y="525"/>
                  </a:moveTo>
                  <a:lnTo>
                    <a:pt x="520" y="960"/>
                  </a:lnTo>
                  <a:lnTo>
                    <a:pt x="711" y="877"/>
                  </a:lnTo>
                  <a:lnTo>
                    <a:pt x="493" y="525"/>
                  </a:lnTo>
                  <a:close/>
                  <a:moveTo>
                    <a:pt x="108" y="765"/>
                  </a:moveTo>
                  <a:lnTo>
                    <a:pt x="308" y="907"/>
                  </a:lnTo>
                  <a:lnTo>
                    <a:pt x="438" y="528"/>
                  </a:lnTo>
                  <a:lnTo>
                    <a:pt x="108" y="765"/>
                  </a:lnTo>
                  <a:close/>
                  <a:moveTo>
                    <a:pt x="501" y="500"/>
                  </a:moveTo>
                  <a:lnTo>
                    <a:pt x="511" y="506"/>
                  </a:lnTo>
                  <a:lnTo>
                    <a:pt x="893" y="750"/>
                  </a:lnTo>
                  <a:lnTo>
                    <a:pt x="945" y="346"/>
                  </a:lnTo>
                  <a:lnTo>
                    <a:pt x="501" y="500"/>
                  </a:lnTo>
                  <a:close/>
                  <a:moveTo>
                    <a:pt x="466" y="467"/>
                  </a:moveTo>
                  <a:lnTo>
                    <a:pt x="478" y="486"/>
                  </a:lnTo>
                  <a:lnTo>
                    <a:pt x="481" y="485"/>
                  </a:lnTo>
                  <a:lnTo>
                    <a:pt x="495" y="34"/>
                  </a:lnTo>
                  <a:lnTo>
                    <a:pt x="353" y="9"/>
                  </a:lnTo>
                  <a:lnTo>
                    <a:pt x="314" y="52"/>
                  </a:lnTo>
                  <a:lnTo>
                    <a:pt x="466" y="467"/>
                  </a:lnTo>
                  <a:close/>
                  <a:moveTo>
                    <a:pt x="108" y="280"/>
                  </a:moveTo>
                  <a:lnTo>
                    <a:pt x="464" y="480"/>
                  </a:lnTo>
                  <a:lnTo>
                    <a:pt x="458" y="471"/>
                  </a:lnTo>
                  <a:lnTo>
                    <a:pt x="308" y="60"/>
                  </a:lnTo>
                  <a:lnTo>
                    <a:pt x="131" y="254"/>
                  </a:lnTo>
                  <a:lnTo>
                    <a:pt x="108" y="280"/>
                  </a:lnTo>
                  <a:close/>
                  <a:moveTo>
                    <a:pt x="505" y="37"/>
                  </a:moveTo>
                  <a:lnTo>
                    <a:pt x="490" y="478"/>
                  </a:lnTo>
                  <a:lnTo>
                    <a:pt x="512" y="461"/>
                  </a:lnTo>
                  <a:lnTo>
                    <a:pt x="707" y="72"/>
                  </a:lnTo>
                  <a:lnTo>
                    <a:pt x="505" y="37"/>
                  </a:lnTo>
                  <a:close/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ïṡľîďê"/>
            <p:cNvSpPr/>
            <p:nvPr/>
          </p:nvSpPr>
          <p:spPr bwMode="auto">
            <a:xfrm>
              <a:off x="6932613" y="4291013"/>
              <a:ext cx="1517650" cy="1547813"/>
            </a:xfrm>
            <a:custGeom>
              <a:avLst/>
              <a:gdLst>
                <a:gd name="T0" fmla="*/ 482 w 956"/>
                <a:gd name="T1" fmla="*/ 509 h 975"/>
                <a:gd name="T2" fmla="*/ 451 w 956"/>
                <a:gd name="T3" fmla="*/ 518 h 975"/>
                <a:gd name="T4" fmla="*/ 91 w 956"/>
                <a:gd name="T5" fmla="*/ 765 h 975"/>
                <a:gd name="T6" fmla="*/ 444 w 956"/>
                <a:gd name="T7" fmla="*/ 511 h 975"/>
                <a:gd name="T8" fmla="*/ 468 w 956"/>
                <a:gd name="T9" fmla="*/ 493 h 975"/>
                <a:gd name="T10" fmla="*/ 10 w 956"/>
                <a:gd name="T11" fmla="*/ 386 h 975"/>
                <a:gd name="T12" fmla="*/ 447 w 956"/>
                <a:gd name="T13" fmla="*/ 486 h 975"/>
                <a:gd name="T14" fmla="*/ 16 w 956"/>
                <a:gd name="T15" fmla="*/ 488 h 975"/>
                <a:gd name="T16" fmla="*/ 123 w 956"/>
                <a:gd name="T17" fmla="*/ 248 h 975"/>
                <a:gd name="T18" fmla="*/ 310 w 956"/>
                <a:gd name="T19" fmla="*/ 43 h 975"/>
                <a:gd name="T20" fmla="*/ 495 w 956"/>
                <a:gd name="T21" fmla="*/ 25 h 975"/>
                <a:gd name="T22" fmla="*/ 505 w 956"/>
                <a:gd name="T23" fmla="*/ 20 h 975"/>
                <a:gd name="T24" fmla="*/ 721 w 956"/>
                <a:gd name="T25" fmla="*/ 65 h 975"/>
                <a:gd name="T26" fmla="*/ 490 w 956"/>
                <a:gd name="T27" fmla="*/ 490 h 975"/>
                <a:gd name="T28" fmla="*/ 490 w 956"/>
                <a:gd name="T29" fmla="*/ 494 h 975"/>
                <a:gd name="T30" fmla="*/ 901 w 956"/>
                <a:gd name="T31" fmla="*/ 767 h 975"/>
                <a:gd name="T32" fmla="*/ 491 w 956"/>
                <a:gd name="T33" fmla="*/ 507 h 975"/>
                <a:gd name="T34" fmla="*/ 512 w 956"/>
                <a:gd name="T35" fmla="*/ 975 h 975"/>
                <a:gd name="T36" fmla="*/ 520 w 956"/>
                <a:gd name="T37" fmla="*/ 960 h 975"/>
                <a:gd name="T38" fmla="*/ 493 w 956"/>
                <a:gd name="T39" fmla="*/ 525 h 975"/>
                <a:gd name="T40" fmla="*/ 308 w 956"/>
                <a:gd name="T41" fmla="*/ 907 h 975"/>
                <a:gd name="T42" fmla="*/ 108 w 956"/>
                <a:gd name="T43" fmla="*/ 765 h 975"/>
                <a:gd name="T44" fmla="*/ 511 w 956"/>
                <a:gd name="T45" fmla="*/ 506 h 975"/>
                <a:gd name="T46" fmla="*/ 945 w 956"/>
                <a:gd name="T47" fmla="*/ 346 h 975"/>
                <a:gd name="T48" fmla="*/ 466 w 956"/>
                <a:gd name="T49" fmla="*/ 467 h 975"/>
                <a:gd name="T50" fmla="*/ 481 w 956"/>
                <a:gd name="T51" fmla="*/ 485 h 975"/>
                <a:gd name="T52" fmla="*/ 353 w 956"/>
                <a:gd name="T53" fmla="*/ 9 h 975"/>
                <a:gd name="T54" fmla="*/ 466 w 956"/>
                <a:gd name="T55" fmla="*/ 467 h 975"/>
                <a:gd name="T56" fmla="*/ 464 w 956"/>
                <a:gd name="T57" fmla="*/ 480 h 975"/>
                <a:gd name="T58" fmla="*/ 308 w 956"/>
                <a:gd name="T59" fmla="*/ 60 h 975"/>
                <a:gd name="T60" fmla="*/ 108 w 956"/>
                <a:gd name="T61" fmla="*/ 280 h 975"/>
                <a:gd name="T62" fmla="*/ 490 w 956"/>
                <a:gd name="T63" fmla="*/ 478 h 975"/>
                <a:gd name="T64" fmla="*/ 707 w 956"/>
                <a:gd name="T65" fmla="*/ 72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6" h="975">
                  <a:moveTo>
                    <a:pt x="512" y="975"/>
                  </a:moveTo>
                  <a:lnTo>
                    <a:pt x="482" y="509"/>
                  </a:lnTo>
                  <a:lnTo>
                    <a:pt x="481" y="507"/>
                  </a:lnTo>
                  <a:lnTo>
                    <a:pt x="451" y="518"/>
                  </a:lnTo>
                  <a:lnTo>
                    <a:pt x="312" y="921"/>
                  </a:lnTo>
                  <a:lnTo>
                    <a:pt x="91" y="765"/>
                  </a:lnTo>
                  <a:lnTo>
                    <a:pt x="443" y="511"/>
                  </a:lnTo>
                  <a:lnTo>
                    <a:pt x="444" y="511"/>
                  </a:lnTo>
                  <a:lnTo>
                    <a:pt x="445" y="510"/>
                  </a:lnTo>
                  <a:lnTo>
                    <a:pt x="468" y="493"/>
                  </a:lnTo>
                  <a:lnTo>
                    <a:pt x="100" y="287"/>
                  </a:lnTo>
                  <a:lnTo>
                    <a:pt x="10" y="386"/>
                  </a:lnTo>
                  <a:lnTo>
                    <a:pt x="25" y="479"/>
                  </a:lnTo>
                  <a:lnTo>
                    <a:pt x="447" y="486"/>
                  </a:lnTo>
                  <a:lnTo>
                    <a:pt x="447" y="495"/>
                  </a:lnTo>
                  <a:lnTo>
                    <a:pt x="16" y="488"/>
                  </a:lnTo>
                  <a:lnTo>
                    <a:pt x="0" y="384"/>
                  </a:lnTo>
                  <a:lnTo>
                    <a:pt x="123" y="248"/>
                  </a:lnTo>
                  <a:lnTo>
                    <a:pt x="308" y="33"/>
                  </a:lnTo>
                  <a:lnTo>
                    <a:pt x="310" y="43"/>
                  </a:lnTo>
                  <a:lnTo>
                    <a:pt x="350" y="0"/>
                  </a:lnTo>
                  <a:lnTo>
                    <a:pt x="495" y="25"/>
                  </a:lnTo>
                  <a:lnTo>
                    <a:pt x="495" y="20"/>
                  </a:lnTo>
                  <a:lnTo>
                    <a:pt x="505" y="20"/>
                  </a:lnTo>
                  <a:lnTo>
                    <a:pt x="505" y="27"/>
                  </a:lnTo>
                  <a:lnTo>
                    <a:pt x="721" y="65"/>
                  </a:lnTo>
                  <a:lnTo>
                    <a:pt x="519" y="468"/>
                  </a:lnTo>
                  <a:lnTo>
                    <a:pt x="490" y="490"/>
                  </a:lnTo>
                  <a:lnTo>
                    <a:pt x="490" y="492"/>
                  </a:lnTo>
                  <a:lnTo>
                    <a:pt x="490" y="494"/>
                  </a:lnTo>
                  <a:lnTo>
                    <a:pt x="956" y="333"/>
                  </a:lnTo>
                  <a:lnTo>
                    <a:pt x="901" y="767"/>
                  </a:lnTo>
                  <a:lnTo>
                    <a:pt x="506" y="515"/>
                  </a:lnTo>
                  <a:lnTo>
                    <a:pt x="491" y="507"/>
                  </a:lnTo>
                  <a:lnTo>
                    <a:pt x="725" y="882"/>
                  </a:lnTo>
                  <a:lnTo>
                    <a:pt x="512" y="975"/>
                  </a:lnTo>
                  <a:moveTo>
                    <a:pt x="493" y="525"/>
                  </a:moveTo>
                  <a:lnTo>
                    <a:pt x="520" y="960"/>
                  </a:lnTo>
                  <a:lnTo>
                    <a:pt x="711" y="877"/>
                  </a:lnTo>
                  <a:lnTo>
                    <a:pt x="493" y="525"/>
                  </a:lnTo>
                  <a:moveTo>
                    <a:pt x="108" y="765"/>
                  </a:moveTo>
                  <a:lnTo>
                    <a:pt x="308" y="907"/>
                  </a:lnTo>
                  <a:lnTo>
                    <a:pt x="438" y="528"/>
                  </a:lnTo>
                  <a:lnTo>
                    <a:pt x="108" y="765"/>
                  </a:lnTo>
                  <a:moveTo>
                    <a:pt x="501" y="500"/>
                  </a:moveTo>
                  <a:lnTo>
                    <a:pt x="511" y="506"/>
                  </a:lnTo>
                  <a:lnTo>
                    <a:pt x="893" y="750"/>
                  </a:lnTo>
                  <a:lnTo>
                    <a:pt x="945" y="346"/>
                  </a:lnTo>
                  <a:lnTo>
                    <a:pt x="501" y="500"/>
                  </a:lnTo>
                  <a:moveTo>
                    <a:pt x="466" y="467"/>
                  </a:moveTo>
                  <a:lnTo>
                    <a:pt x="478" y="486"/>
                  </a:lnTo>
                  <a:lnTo>
                    <a:pt x="481" y="485"/>
                  </a:lnTo>
                  <a:lnTo>
                    <a:pt x="495" y="34"/>
                  </a:lnTo>
                  <a:lnTo>
                    <a:pt x="353" y="9"/>
                  </a:lnTo>
                  <a:lnTo>
                    <a:pt x="314" y="52"/>
                  </a:lnTo>
                  <a:lnTo>
                    <a:pt x="466" y="467"/>
                  </a:lnTo>
                  <a:moveTo>
                    <a:pt x="108" y="280"/>
                  </a:moveTo>
                  <a:lnTo>
                    <a:pt x="464" y="480"/>
                  </a:lnTo>
                  <a:lnTo>
                    <a:pt x="458" y="471"/>
                  </a:lnTo>
                  <a:lnTo>
                    <a:pt x="308" y="60"/>
                  </a:lnTo>
                  <a:lnTo>
                    <a:pt x="131" y="254"/>
                  </a:lnTo>
                  <a:lnTo>
                    <a:pt x="108" y="280"/>
                  </a:lnTo>
                  <a:moveTo>
                    <a:pt x="505" y="37"/>
                  </a:moveTo>
                  <a:lnTo>
                    <a:pt x="490" y="478"/>
                  </a:lnTo>
                  <a:lnTo>
                    <a:pt x="512" y="461"/>
                  </a:lnTo>
                  <a:lnTo>
                    <a:pt x="707" y="72"/>
                  </a:lnTo>
                  <a:lnTo>
                    <a:pt x="505" y="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íšḻíḍè"/>
            <p:cNvSpPr/>
            <p:nvPr/>
          </p:nvSpPr>
          <p:spPr bwMode="auto">
            <a:xfrm>
              <a:off x="3708400" y="4286250"/>
              <a:ext cx="1517650" cy="1547813"/>
            </a:xfrm>
            <a:custGeom>
              <a:avLst/>
              <a:gdLst>
                <a:gd name="T0" fmla="*/ 482 w 956"/>
                <a:gd name="T1" fmla="*/ 509 h 975"/>
                <a:gd name="T2" fmla="*/ 451 w 956"/>
                <a:gd name="T3" fmla="*/ 519 h 975"/>
                <a:gd name="T4" fmla="*/ 92 w 956"/>
                <a:gd name="T5" fmla="*/ 766 h 975"/>
                <a:gd name="T6" fmla="*/ 444 w 956"/>
                <a:gd name="T7" fmla="*/ 512 h 975"/>
                <a:gd name="T8" fmla="*/ 468 w 956"/>
                <a:gd name="T9" fmla="*/ 495 h 975"/>
                <a:gd name="T10" fmla="*/ 10 w 956"/>
                <a:gd name="T11" fmla="*/ 388 h 975"/>
                <a:gd name="T12" fmla="*/ 447 w 956"/>
                <a:gd name="T13" fmla="*/ 488 h 975"/>
                <a:gd name="T14" fmla="*/ 16 w 956"/>
                <a:gd name="T15" fmla="*/ 490 h 975"/>
                <a:gd name="T16" fmla="*/ 123 w 956"/>
                <a:gd name="T17" fmla="*/ 249 h 975"/>
                <a:gd name="T18" fmla="*/ 312 w 956"/>
                <a:gd name="T19" fmla="*/ 43 h 975"/>
                <a:gd name="T20" fmla="*/ 495 w 956"/>
                <a:gd name="T21" fmla="*/ 27 h 975"/>
                <a:gd name="T22" fmla="*/ 505 w 956"/>
                <a:gd name="T23" fmla="*/ 21 h 975"/>
                <a:gd name="T24" fmla="*/ 721 w 956"/>
                <a:gd name="T25" fmla="*/ 67 h 975"/>
                <a:gd name="T26" fmla="*/ 490 w 956"/>
                <a:gd name="T27" fmla="*/ 490 h 975"/>
                <a:gd name="T28" fmla="*/ 490 w 956"/>
                <a:gd name="T29" fmla="*/ 495 h 975"/>
                <a:gd name="T30" fmla="*/ 901 w 956"/>
                <a:gd name="T31" fmla="*/ 767 h 975"/>
                <a:gd name="T32" fmla="*/ 491 w 956"/>
                <a:gd name="T33" fmla="*/ 508 h 975"/>
                <a:gd name="T34" fmla="*/ 512 w 956"/>
                <a:gd name="T35" fmla="*/ 975 h 975"/>
                <a:gd name="T36" fmla="*/ 520 w 956"/>
                <a:gd name="T37" fmla="*/ 961 h 975"/>
                <a:gd name="T38" fmla="*/ 493 w 956"/>
                <a:gd name="T39" fmla="*/ 527 h 975"/>
                <a:gd name="T40" fmla="*/ 308 w 956"/>
                <a:gd name="T41" fmla="*/ 907 h 975"/>
                <a:gd name="T42" fmla="*/ 109 w 956"/>
                <a:gd name="T43" fmla="*/ 766 h 975"/>
                <a:gd name="T44" fmla="*/ 511 w 956"/>
                <a:gd name="T45" fmla="*/ 507 h 975"/>
                <a:gd name="T46" fmla="*/ 945 w 956"/>
                <a:gd name="T47" fmla="*/ 348 h 975"/>
                <a:gd name="T48" fmla="*/ 466 w 956"/>
                <a:gd name="T49" fmla="*/ 468 h 975"/>
                <a:gd name="T50" fmla="*/ 481 w 956"/>
                <a:gd name="T51" fmla="*/ 485 h 975"/>
                <a:gd name="T52" fmla="*/ 353 w 956"/>
                <a:gd name="T53" fmla="*/ 10 h 975"/>
                <a:gd name="T54" fmla="*/ 466 w 956"/>
                <a:gd name="T55" fmla="*/ 468 h 975"/>
                <a:gd name="T56" fmla="*/ 464 w 956"/>
                <a:gd name="T57" fmla="*/ 482 h 975"/>
                <a:gd name="T58" fmla="*/ 308 w 956"/>
                <a:gd name="T59" fmla="*/ 61 h 975"/>
                <a:gd name="T60" fmla="*/ 108 w 956"/>
                <a:gd name="T61" fmla="*/ 282 h 975"/>
                <a:gd name="T62" fmla="*/ 490 w 956"/>
                <a:gd name="T63" fmla="*/ 478 h 975"/>
                <a:gd name="T64" fmla="*/ 707 w 956"/>
                <a:gd name="T65" fmla="*/ 74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6" h="975">
                  <a:moveTo>
                    <a:pt x="512" y="975"/>
                  </a:moveTo>
                  <a:lnTo>
                    <a:pt x="482" y="509"/>
                  </a:lnTo>
                  <a:lnTo>
                    <a:pt x="481" y="508"/>
                  </a:lnTo>
                  <a:lnTo>
                    <a:pt x="451" y="519"/>
                  </a:lnTo>
                  <a:lnTo>
                    <a:pt x="313" y="923"/>
                  </a:lnTo>
                  <a:lnTo>
                    <a:pt x="92" y="766"/>
                  </a:lnTo>
                  <a:lnTo>
                    <a:pt x="443" y="513"/>
                  </a:lnTo>
                  <a:lnTo>
                    <a:pt x="444" y="512"/>
                  </a:lnTo>
                  <a:lnTo>
                    <a:pt x="445" y="510"/>
                  </a:lnTo>
                  <a:lnTo>
                    <a:pt x="468" y="495"/>
                  </a:lnTo>
                  <a:lnTo>
                    <a:pt x="100" y="288"/>
                  </a:lnTo>
                  <a:lnTo>
                    <a:pt x="10" y="388"/>
                  </a:lnTo>
                  <a:lnTo>
                    <a:pt x="25" y="481"/>
                  </a:lnTo>
                  <a:lnTo>
                    <a:pt x="447" y="488"/>
                  </a:lnTo>
                  <a:lnTo>
                    <a:pt x="447" y="497"/>
                  </a:lnTo>
                  <a:lnTo>
                    <a:pt x="16" y="490"/>
                  </a:lnTo>
                  <a:lnTo>
                    <a:pt x="0" y="384"/>
                  </a:lnTo>
                  <a:lnTo>
                    <a:pt x="123" y="249"/>
                  </a:lnTo>
                  <a:lnTo>
                    <a:pt x="308" y="34"/>
                  </a:lnTo>
                  <a:lnTo>
                    <a:pt x="312" y="43"/>
                  </a:lnTo>
                  <a:lnTo>
                    <a:pt x="351" y="0"/>
                  </a:lnTo>
                  <a:lnTo>
                    <a:pt x="495" y="27"/>
                  </a:lnTo>
                  <a:lnTo>
                    <a:pt x="495" y="21"/>
                  </a:lnTo>
                  <a:lnTo>
                    <a:pt x="505" y="21"/>
                  </a:lnTo>
                  <a:lnTo>
                    <a:pt x="505" y="28"/>
                  </a:lnTo>
                  <a:lnTo>
                    <a:pt x="721" y="67"/>
                  </a:lnTo>
                  <a:lnTo>
                    <a:pt x="520" y="469"/>
                  </a:lnTo>
                  <a:lnTo>
                    <a:pt x="490" y="490"/>
                  </a:lnTo>
                  <a:lnTo>
                    <a:pt x="490" y="493"/>
                  </a:lnTo>
                  <a:lnTo>
                    <a:pt x="490" y="495"/>
                  </a:lnTo>
                  <a:lnTo>
                    <a:pt x="956" y="333"/>
                  </a:lnTo>
                  <a:lnTo>
                    <a:pt x="901" y="767"/>
                  </a:lnTo>
                  <a:lnTo>
                    <a:pt x="506" y="515"/>
                  </a:lnTo>
                  <a:lnTo>
                    <a:pt x="491" y="508"/>
                  </a:lnTo>
                  <a:lnTo>
                    <a:pt x="725" y="882"/>
                  </a:lnTo>
                  <a:lnTo>
                    <a:pt x="512" y="975"/>
                  </a:lnTo>
                  <a:close/>
                  <a:moveTo>
                    <a:pt x="493" y="527"/>
                  </a:moveTo>
                  <a:lnTo>
                    <a:pt x="520" y="961"/>
                  </a:lnTo>
                  <a:lnTo>
                    <a:pt x="712" y="879"/>
                  </a:lnTo>
                  <a:lnTo>
                    <a:pt x="493" y="527"/>
                  </a:lnTo>
                  <a:close/>
                  <a:moveTo>
                    <a:pt x="109" y="766"/>
                  </a:moveTo>
                  <a:lnTo>
                    <a:pt x="308" y="907"/>
                  </a:lnTo>
                  <a:lnTo>
                    <a:pt x="438" y="528"/>
                  </a:lnTo>
                  <a:lnTo>
                    <a:pt x="109" y="766"/>
                  </a:lnTo>
                  <a:close/>
                  <a:moveTo>
                    <a:pt x="501" y="502"/>
                  </a:moveTo>
                  <a:lnTo>
                    <a:pt x="511" y="507"/>
                  </a:lnTo>
                  <a:lnTo>
                    <a:pt x="894" y="751"/>
                  </a:lnTo>
                  <a:lnTo>
                    <a:pt x="945" y="348"/>
                  </a:lnTo>
                  <a:lnTo>
                    <a:pt x="501" y="502"/>
                  </a:lnTo>
                  <a:close/>
                  <a:moveTo>
                    <a:pt x="466" y="468"/>
                  </a:moveTo>
                  <a:lnTo>
                    <a:pt x="480" y="487"/>
                  </a:lnTo>
                  <a:lnTo>
                    <a:pt x="481" y="485"/>
                  </a:lnTo>
                  <a:lnTo>
                    <a:pt x="495" y="36"/>
                  </a:lnTo>
                  <a:lnTo>
                    <a:pt x="353" y="10"/>
                  </a:lnTo>
                  <a:lnTo>
                    <a:pt x="315" y="53"/>
                  </a:lnTo>
                  <a:lnTo>
                    <a:pt x="466" y="468"/>
                  </a:lnTo>
                  <a:close/>
                  <a:moveTo>
                    <a:pt x="108" y="282"/>
                  </a:moveTo>
                  <a:lnTo>
                    <a:pt x="464" y="482"/>
                  </a:lnTo>
                  <a:lnTo>
                    <a:pt x="458" y="471"/>
                  </a:lnTo>
                  <a:lnTo>
                    <a:pt x="308" y="61"/>
                  </a:lnTo>
                  <a:lnTo>
                    <a:pt x="131" y="256"/>
                  </a:lnTo>
                  <a:lnTo>
                    <a:pt x="108" y="282"/>
                  </a:lnTo>
                  <a:close/>
                  <a:moveTo>
                    <a:pt x="505" y="37"/>
                  </a:moveTo>
                  <a:lnTo>
                    <a:pt x="490" y="478"/>
                  </a:lnTo>
                  <a:lnTo>
                    <a:pt x="512" y="463"/>
                  </a:lnTo>
                  <a:lnTo>
                    <a:pt x="707" y="74"/>
                  </a:lnTo>
                  <a:lnTo>
                    <a:pt x="505" y="37"/>
                  </a:lnTo>
                  <a:close/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îS1íďé"/>
            <p:cNvSpPr/>
            <p:nvPr/>
          </p:nvSpPr>
          <p:spPr bwMode="auto">
            <a:xfrm>
              <a:off x="3708400" y="4286250"/>
              <a:ext cx="1517650" cy="1547813"/>
            </a:xfrm>
            <a:custGeom>
              <a:avLst/>
              <a:gdLst>
                <a:gd name="T0" fmla="*/ 482 w 956"/>
                <a:gd name="T1" fmla="*/ 509 h 975"/>
                <a:gd name="T2" fmla="*/ 451 w 956"/>
                <a:gd name="T3" fmla="*/ 519 h 975"/>
                <a:gd name="T4" fmla="*/ 92 w 956"/>
                <a:gd name="T5" fmla="*/ 766 h 975"/>
                <a:gd name="T6" fmla="*/ 444 w 956"/>
                <a:gd name="T7" fmla="*/ 512 h 975"/>
                <a:gd name="T8" fmla="*/ 468 w 956"/>
                <a:gd name="T9" fmla="*/ 495 h 975"/>
                <a:gd name="T10" fmla="*/ 10 w 956"/>
                <a:gd name="T11" fmla="*/ 388 h 975"/>
                <a:gd name="T12" fmla="*/ 447 w 956"/>
                <a:gd name="T13" fmla="*/ 488 h 975"/>
                <a:gd name="T14" fmla="*/ 16 w 956"/>
                <a:gd name="T15" fmla="*/ 490 h 975"/>
                <a:gd name="T16" fmla="*/ 123 w 956"/>
                <a:gd name="T17" fmla="*/ 249 h 975"/>
                <a:gd name="T18" fmla="*/ 312 w 956"/>
                <a:gd name="T19" fmla="*/ 43 h 975"/>
                <a:gd name="T20" fmla="*/ 495 w 956"/>
                <a:gd name="T21" fmla="*/ 27 h 975"/>
                <a:gd name="T22" fmla="*/ 505 w 956"/>
                <a:gd name="T23" fmla="*/ 21 h 975"/>
                <a:gd name="T24" fmla="*/ 721 w 956"/>
                <a:gd name="T25" fmla="*/ 67 h 975"/>
                <a:gd name="T26" fmla="*/ 490 w 956"/>
                <a:gd name="T27" fmla="*/ 490 h 975"/>
                <a:gd name="T28" fmla="*/ 490 w 956"/>
                <a:gd name="T29" fmla="*/ 495 h 975"/>
                <a:gd name="T30" fmla="*/ 901 w 956"/>
                <a:gd name="T31" fmla="*/ 767 h 975"/>
                <a:gd name="T32" fmla="*/ 491 w 956"/>
                <a:gd name="T33" fmla="*/ 508 h 975"/>
                <a:gd name="T34" fmla="*/ 512 w 956"/>
                <a:gd name="T35" fmla="*/ 975 h 975"/>
                <a:gd name="T36" fmla="*/ 520 w 956"/>
                <a:gd name="T37" fmla="*/ 961 h 975"/>
                <a:gd name="T38" fmla="*/ 493 w 956"/>
                <a:gd name="T39" fmla="*/ 527 h 975"/>
                <a:gd name="T40" fmla="*/ 308 w 956"/>
                <a:gd name="T41" fmla="*/ 907 h 975"/>
                <a:gd name="T42" fmla="*/ 109 w 956"/>
                <a:gd name="T43" fmla="*/ 766 h 975"/>
                <a:gd name="T44" fmla="*/ 511 w 956"/>
                <a:gd name="T45" fmla="*/ 507 h 975"/>
                <a:gd name="T46" fmla="*/ 945 w 956"/>
                <a:gd name="T47" fmla="*/ 348 h 975"/>
                <a:gd name="T48" fmla="*/ 466 w 956"/>
                <a:gd name="T49" fmla="*/ 468 h 975"/>
                <a:gd name="T50" fmla="*/ 481 w 956"/>
                <a:gd name="T51" fmla="*/ 485 h 975"/>
                <a:gd name="T52" fmla="*/ 353 w 956"/>
                <a:gd name="T53" fmla="*/ 10 h 975"/>
                <a:gd name="T54" fmla="*/ 466 w 956"/>
                <a:gd name="T55" fmla="*/ 468 h 975"/>
                <a:gd name="T56" fmla="*/ 464 w 956"/>
                <a:gd name="T57" fmla="*/ 482 h 975"/>
                <a:gd name="T58" fmla="*/ 308 w 956"/>
                <a:gd name="T59" fmla="*/ 61 h 975"/>
                <a:gd name="T60" fmla="*/ 108 w 956"/>
                <a:gd name="T61" fmla="*/ 282 h 975"/>
                <a:gd name="T62" fmla="*/ 490 w 956"/>
                <a:gd name="T63" fmla="*/ 478 h 975"/>
                <a:gd name="T64" fmla="*/ 707 w 956"/>
                <a:gd name="T65" fmla="*/ 74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6" h="975">
                  <a:moveTo>
                    <a:pt x="512" y="975"/>
                  </a:moveTo>
                  <a:lnTo>
                    <a:pt x="482" y="509"/>
                  </a:lnTo>
                  <a:lnTo>
                    <a:pt x="481" y="508"/>
                  </a:lnTo>
                  <a:lnTo>
                    <a:pt x="451" y="519"/>
                  </a:lnTo>
                  <a:lnTo>
                    <a:pt x="313" y="923"/>
                  </a:lnTo>
                  <a:lnTo>
                    <a:pt x="92" y="766"/>
                  </a:lnTo>
                  <a:lnTo>
                    <a:pt x="443" y="513"/>
                  </a:lnTo>
                  <a:lnTo>
                    <a:pt x="444" y="512"/>
                  </a:lnTo>
                  <a:lnTo>
                    <a:pt x="445" y="510"/>
                  </a:lnTo>
                  <a:lnTo>
                    <a:pt x="468" y="495"/>
                  </a:lnTo>
                  <a:lnTo>
                    <a:pt x="100" y="288"/>
                  </a:lnTo>
                  <a:lnTo>
                    <a:pt x="10" y="388"/>
                  </a:lnTo>
                  <a:lnTo>
                    <a:pt x="25" y="481"/>
                  </a:lnTo>
                  <a:lnTo>
                    <a:pt x="447" y="488"/>
                  </a:lnTo>
                  <a:lnTo>
                    <a:pt x="447" y="497"/>
                  </a:lnTo>
                  <a:lnTo>
                    <a:pt x="16" y="490"/>
                  </a:lnTo>
                  <a:lnTo>
                    <a:pt x="0" y="384"/>
                  </a:lnTo>
                  <a:lnTo>
                    <a:pt x="123" y="249"/>
                  </a:lnTo>
                  <a:lnTo>
                    <a:pt x="308" y="34"/>
                  </a:lnTo>
                  <a:lnTo>
                    <a:pt x="312" y="43"/>
                  </a:lnTo>
                  <a:lnTo>
                    <a:pt x="351" y="0"/>
                  </a:lnTo>
                  <a:lnTo>
                    <a:pt x="495" y="27"/>
                  </a:lnTo>
                  <a:lnTo>
                    <a:pt x="495" y="21"/>
                  </a:lnTo>
                  <a:lnTo>
                    <a:pt x="505" y="21"/>
                  </a:lnTo>
                  <a:lnTo>
                    <a:pt x="505" y="28"/>
                  </a:lnTo>
                  <a:lnTo>
                    <a:pt x="721" y="67"/>
                  </a:lnTo>
                  <a:lnTo>
                    <a:pt x="520" y="469"/>
                  </a:lnTo>
                  <a:lnTo>
                    <a:pt x="490" y="490"/>
                  </a:lnTo>
                  <a:lnTo>
                    <a:pt x="490" y="493"/>
                  </a:lnTo>
                  <a:lnTo>
                    <a:pt x="490" y="495"/>
                  </a:lnTo>
                  <a:lnTo>
                    <a:pt x="956" y="333"/>
                  </a:lnTo>
                  <a:lnTo>
                    <a:pt x="901" y="767"/>
                  </a:lnTo>
                  <a:lnTo>
                    <a:pt x="506" y="515"/>
                  </a:lnTo>
                  <a:lnTo>
                    <a:pt x="491" y="508"/>
                  </a:lnTo>
                  <a:lnTo>
                    <a:pt x="725" y="882"/>
                  </a:lnTo>
                  <a:lnTo>
                    <a:pt x="512" y="975"/>
                  </a:lnTo>
                  <a:moveTo>
                    <a:pt x="493" y="527"/>
                  </a:moveTo>
                  <a:lnTo>
                    <a:pt x="520" y="961"/>
                  </a:lnTo>
                  <a:lnTo>
                    <a:pt x="712" y="879"/>
                  </a:lnTo>
                  <a:lnTo>
                    <a:pt x="493" y="527"/>
                  </a:lnTo>
                  <a:moveTo>
                    <a:pt x="109" y="766"/>
                  </a:moveTo>
                  <a:lnTo>
                    <a:pt x="308" y="907"/>
                  </a:lnTo>
                  <a:lnTo>
                    <a:pt x="438" y="528"/>
                  </a:lnTo>
                  <a:lnTo>
                    <a:pt x="109" y="766"/>
                  </a:lnTo>
                  <a:moveTo>
                    <a:pt x="501" y="502"/>
                  </a:moveTo>
                  <a:lnTo>
                    <a:pt x="511" y="507"/>
                  </a:lnTo>
                  <a:lnTo>
                    <a:pt x="894" y="751"/>
                  </a:lnTo>
                  <a:lnTo>
                    <a:pt x="945" y="348"/>
                  </a:lnTo>
                  <a:lnTo>
                    <a:pt x="501" y="502"/>
                  </a:lnTo>
                  <a:moveTo>
                    <a:pt x="466" y="468"/>
                  </a:moveTo>
                  <a:lnTo>
                    <a:pt x="480" y="487"/>
                  </a:lnTo>
                  <a:lnTo>
                    <a:pt x="481" y="485"/>
                  </a:lnTo>
                  <a:lnTo>
                    <a:pt x="495" y="36"/>
                  </a:lnTo>
                  <a:lnTo>
                    <a:pt x="353" y="10"/>
                  </a:lnTo>
                  <a:lnTo>
                    <a:pt x="315" y="53"/>
                  </a:lnTo>
                  <a:lnTo>
                    <a:pt x="466" y="468"/>
                  </a:lnTo>
                  <a:moveTo>
                    <a:pt x="108" y="282"/>
                  </a:moveTo>
                  <a:lnTo>
                    <a:pt x="464" y="482"/>
                  </a:lnTo>
                  <a:lnTo>
                    <a:pt x="458" y="471"/>
                  </a:lnTo>
                  <a:lnTo>
                    <a:pt x="308" y="61"/>
                  </a:lnTo>
                  <a:lnTo>
                    <a:pt x="131" y="256"/>
                  </a:lnTo>
                  <a:lnTo>
                    <a:pt x="108" y="282"/>
                  </a:lnTo>
                  <a:moveTo>
                    <a:pt x="505" y="37"/>
                  </a:moveTo>
                  <a:lnTo>
                    <a:pt x="490" y="478"/>
                  </a:lnTo>
                  <a:lnTo>
                    <a:pt x="512" y="463"/>
                  </a:lnTo>
                  <a:lnTo>
                    <a:pt x="707" y="74"/>
                  </a:lnTo>
                  <a:lnTo>
                    <a:pt x="505" y="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ïşḷiḓe"/>
            <p:cNvSpPr/>
            <p:nvPr/>
          </p:nvSpPr>
          <p:spPr bwMode="auto">
            <a:xfrm>
              <a:off x="5094288" y="4289425"/>
              <a:ext cx="422275" cy="417513"/>
            </a:xfrm>
            <a:custGeom>
              <a:avLst/>
              <a:gdLst>
                <a:gd name="T0" fmla="*/ 63 w 266"/>
                <a:gd name="T1" fmla="*/ 0 h 263"/>
                <a:gd name="T2" fmla="*/ 266 w 266"/>
                <a:gd name="T3" fmla="*/ 199 h 263"/>
                <a:gd name="T4" fmla="*/ 203 w 266"/>
                <a:gd name="T5" fmla="*/ 263 h 263"/>
                <a:gd name="T6" fmla="*/ 0 w 266"/>
                <a:gd name="T7" fmla="*/ 64 h 263"/>
                <a:gd name="T8" fmla="*/ 63 w 266"/>
                <a:gd name="T9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263">
                  <a:moveTo>
                    <a:pt x="63" y="0"/>
                  </a:moveTo>
                  <a:lnTo>
                    <a:pt x="266" y="199"/>
                  </a:lnTo>
                  <a:lnTo>
                    <a:pt x="203" y="263"/>
                  </a:lnTo>
                  <a:lnTo>
                    <a:pt x="0" y="64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î$ļiḑê"/>
            <p:cNvSpPr/>
            <p:nvPr/>
          </p:nvSpPr>
          <p:spPr bwMode="auto">
            <a:xfrm>
              <a:off x="5094288" y="4289425"/>
              <a:ext cx="422275" cy="417513"/>
            </a:xfrm>
            <a:custGeom>
              <a:avLst/>
              <a:gdLst>
                <a:gd name="T0" fmla="*/ 63 w 266"/>
                <a:gd name="T1" fmla="*/ 0 h 263"/>
                <a:gd name="T2" fmla="*/ 266 w 266"/>
                <a:gd name="T3" fmla="*/ 199 h 263"/>
                <a:gd name="T4" fmla="*/ 203 w 266"/>
                <a:gd name="T5" fmla="*/ 263 h 263"/>
                <a:gd name="T6" fmla="*/ 0 w 266"/>
                <a:gd name="T7" fmla="*/ 64 h 263"/>
                <a:gd name="T8" fmla="*/ 63 w 266"/>
                <a:gd name="T9" fmla="*/ 0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263">
                  <a:moveTo>
                    <a:pt x="63" y="0"/>
                  </a:moveTo>
                  <a:lnTo>
                    <a:pt x="266" y="199"/>
                  </a:lnTo>
                  <a:lnTo>
                    <a:pt x="203" y="263"/>
                  </a:lnTo>
                  <a:lnTo>
                    <a:pt x="0" y="64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iṡliḋè"/>
            <p:cNvSpPr/>
            <p:nvPr/>
          </p:nvSpPr>
          <p:spPr bwMode="auto">
            <a:xfrm>
              <a:off x="5202238" y="4400550"/>
              <a:ext cx="203200" cy="298450"/>
            </a:xfrm>
            <a:custGeom>
              <a:avLst/>
              <a:gdLst>
                <a:gd name="T0" fmla="*/ 67 w 128"/>
                <a:gd name="T1" fmla="*/ 0 h 188"/>
                <a:gd name="T2" fmla="*/ 0 w 128"/>
                <a:gd name="T3" fmla="*/ 62 h 188"/>
                <a:gd name="T4" fmla="*/ 128 w 128"/>
                <a:gd name="T5" fmla="*/ 188 h 188"/>
                <a:gd name="T6" fmla="*/ 128 w 128"/>
                <a:gd name="T7" fmla="*/ 60 h 188"/>
                <a:gd name="T8" fmla="*/ 67 w 128"/>
                <a:gd name="T9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88">
                  <a:moveTo>
                    <a:pt x="67" y="0"/>
                  </a:moveTo>
                  <a:lnTo>
                    <a:pt x="0" y="62"/>
                  </a:lnTo>
                  <a:lnTo>
                    <a:pt x="128" y="188"/>
                  </a:lnTo>
                  <a:lnTo>
                    <a:pt x="128" y="6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ïSļîḋé"/>
            <p:cNvSpPr/>
            <p:nvPr/>
          </p:nvSpPr>
          <p:spPr bwMode="auto">
            <a:xfrm>
              <a:off x="5202238" y="4400550"/>
              <a:ext cx="203200" cy="298450"/>
            </a:xfrm>
            <a:custGeom>
              <a:avLst/>
              <a:gdLst>
                <a:gd name="T0" fmla="*/ 67 w 128"/>
                <a:gd name="T1" fmla="*/ 0 h 188"/>
                <a:gd name="T2" fmla="*/ 0 w 128"/>
                <a:gd name="T3" fmla="*/ 62 h 188"/>
                <a:gd name="T4" fmla="*/ 128 w 128"/>
                <a:gd name="T5" fmla="*/ 188 h 188"/>
                <a:gd name="T6" fmla="*/ 128 w 128"/>
                <a:gd name="T7" fmla="*/ 60 h 188"/>
                <a:gd name="T8" fmla="*/ 67 w 128"/>
                <a:gd name="T9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88">
                  <a:moveTo>
                    <a:pt x="67" y="0"/>
                  </a:moveTo>
                  <a:lnTo>
                    <a:pt x="0" y="62"/>
                  </a:lnTo>
                  <a:lnTo>
                    <a:pt x="128" y="188"/>
                  </a:lnTo>
                  <a:lnTo>
                    <a:pt x="128" y="60"/>
                  </a:lnTo>
                  <a:lnTo>
                    <a:pt x="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išḷîďè"/>
            <p:cNvSpPr/>
            <p:nvPr/>
          </p:nvSpPr>
          <p:spPr bwMode="auto">
            <a:xfrm>
              <a:off x="5272088" y="3690938"/>
              <a:ext cx="1187450" cy="663575"/>
            </a:xfrm>
            <a:custGeom>
              <a:avLst/>
              <a:gdLst>
                <a:gd name="T0" fmla="*/ 0 w 628"/>
                <a:gd name="T1" fmla="*/ 236 h 352"/>
                <a:gd name="T2" fmla="*/ 137 w 628"/>
                <a:gd name="T3" fmla="*/ 150 h 352"/>
                <a:gd name="T4" fmla="*/ 212 w 628"/>
                <a:gd name="T5" fmla="*/ 96 h 352"/>
                <a:gd name="T6" fmla="*/ 336 w 628"/>
                <a:gd name="T7" fmla="*/ 20 h 352"/>
                <a:gd name="T8" fmla="*/ 596 w 628"/>
                <a:gd name="T9" fmla="*/ 0 h 352"/>
                <a:gd name="T10" fmla="*/ 608 w 628"/>
                <a:gd name="T11" fmla="*/ 44 h 352"/>
                <a:gd name="T12" fmla="*/ 428 w 628"/>
                <a:gd name="T13" fmla="*/ 164 h 352"/>
                <a:gd name="T14" fmla="*/ 128 w 628"/>
                <a:gd name="T15" fmla="*/ 308 h 352"/>
                <a:gd name="T16" fmla="*/ 0 w 628"/>
                <a:gd name="T17" fmla="*/ 236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8" h="352">
                  <a:moveTo>
                    <a:pt x="0" y="236"/>
                  </a:moveTo>
                  <a:cubicBezTo>
                    <a:pt x="0" y="236"/>
                    <a:pt x="99" y="184"/>
                    <a:pt x="137" y="150"/>
                  </a:cubicBezTo>
                  <a:cubicBezTo>
                    <a:pt x="160" y="130"/>
                    <a:pt x="185" y="112"/>
                    <a:pt x="212" y="96"/>
                  </a:cubicBezTo>
                  <a:cubicBezTo>
                    <a:pt x="336" y="20"/>
                    <a:pt x="336" y="20"/>
                    <a:pt x="336" y="20"/>
                  </a:cubicBezTo>
                  <a:cubicBezTo>
                    <a:pt x="596" y="0"/>
                    <a:pt x="596" y="0"/>
                    <a:pt x="596" y="0"/>
                  </a:cubicBezTo>
                  <a:cubicBezTo>
                    <a:pt x="608" y="44"/>
                    <a:pt x="608" y="44"/>
                    <a:pt x="608" y="44"/>
                  </a:cubicBezTo>
                  <a:cubicBezTo>
                    <a:pt x="608" y="44"/>
                    <a:pt x="628" y="108"/>
                    <a:pt x="428" y="164"/>
                  </a:cubicBezTo>
                  <a:cubicBezTo>
                    <a:pt x="228" y="220"/>
                    <a:pt x="128" y="308"/>
                    <a:pt x="128" y="308"/>
                  </a:cubicBezTo>
                  <a:cubicBezTo>
                    <a:pt x="128" y="308"/>
                    <a:pt x="0" y="352"/>
                    <a:pt x="0" y="236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ïṩļïḑe"/>
            <p:cNvSpPr/>
            <p:nvPr/>
          </p:nvSpPr>
          <p:spPr bwMode="auto">
            <a:xfrm>
              <a:off x="5562600" y="3886200"/>
              <a:ext cx="85725" cy="60325"/>
            </a:xfrm>
            <a:custGeom>
              <a:avLst/>
              <a:gdLst>
                <a:gd name="T0" fmla="*/ 45 w 45"/>
                <a:gd name="T1" fmla="*/ 0 h 32"/>
                <a:gd name="T2" fmla="*/ 44 w 45"/>
                <a:gd name="T3" fmla="*/ 0 h 32"/>
                <a:gd name="T4" fmla="*/ 0 w 45"/>
                <a:gd name="T5" fmla="*/ 32 h 32"/>
                <a:gd name="T6" fmla="*/ 0 w 45"/>
                <a:gd name="T7" fmla="*/ 32 h 32"/>
                <a:gd name="T8" fmla="*/ 45 w 45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32">
                  <a:moveTo>
                    <a:pt x="45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29" y="10"/>
                    <a:pt x="14" y="20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4" y="21"/>
                    <a:pt x="29" y="10"/>
                    <a:pt x="45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ïşḷíďé"/>
            <p:cNvSpPr/>
            <p:nvPr/>
          </p:nvSpPr>
          <p:spPr bwMode="auto">
            <a:xfrm>
              <a:off x="5562600" y="3756025"/>
              <a:ext cx="850900" cy="477838"/>
            </a:xfrm>
            <a:custGeom>
              <a:avLst/>
              <a:gdLst>
                <a:gd name="T0" fmla="*/ 61 w 450"/>
                <a:gd name="T1" fmla="*/ 68 h 253"/>
                <a:gd name="T2" fmla="*/ 45 w 450"/>
                <a:gd name="T3" fmla="*/ 69 h 253"/>
                <a:gd name="T4" fmla="*/ 0 w 450"/>
                <a:gd name="T5" fmla="*/ 101 h 253"/>
                <a:gd name="T6" fmla="*/ 0 w 450"/>
                <a:gd name="T7" fmla="*/ 253 h 253"/>
                <a:gd name="T8" fmla="*/ 37 w 450"/>
                <a:gd name="T9" fmla="*/ 229 h 253"/>
                <a:gd name="T10" fmla="*/ 50 w 450"/>
                <a:gd name="T11" fmla="*/ 109 h 253"/>
                <a:gd name="T12" fmla="*/ 59 w 450"/>
                <a:gd name="T13" fmla="*/ 76 h 253"/>
                <a:gd name="T14" fmla="*/ 59 w 450"/>
                <a:gd name="T15" fmla="*/ 76 h 253"/>
                <a:gd name="T16" fmla="*/ 59 w 450"/>
                <a:gd name="T17" fmla="*/ 76 h 253"/>
                <a:gd name="T18" fmla="*/ 61 w 450"/>
                <a:gd name="T19" fmla="*/ 68 h 253"/>
                <a:gd name="T20" fmla="*/ 283 w 450"/>
                <a:gd name="T21" fmla="*/ 0 h 253"/>
                <a:gd name="T22" fmla="*/ 266 w 450"/>
                <a:gd name="T23" fmla="*/ 13 h 253"/>
                <a:gd name="T24" fmla="*/ 250 w 450"/>
                <a:gd name="T25" fmla="*/ 24 h 253"/>
                <a:gd name="T26" fmla="*/ 251 w 450"/>
                <a:gd name="T27" fmla="*/ 31 h 253"/>
                <a:gd name="T28" fmla="*/ 251 w 450"/>
                <a:gd name="T29" fmla="*/ 31 h 253"/>
                <a:gd name="T30" fmla="*/ 251 w 450"/>
                <a:gd name="T31" fmla="*/ 32 h 253"/>
                <a:gd name="T32" fmla="*/ 234 w 450"/>
                <a:gd name="T33" fmla="*/ 141 h 253"/>
                <a:gd name="T34" fmla="*/ 274 w 450"/>
                <a:gd name="T35" fmla="*/ 129 h 253"/>
                <a:gd name="T36" fmla="*/ 450 w 450"/>
                <a:gd name="T37" fmla="*/ 31 h 253"/>
                <a:gd name="T38" fmla="*/ 450 w 450"/>
                <a:gd name="T39" fmla="*/ 31 h 253"/>
                <a:gd name="T40" fmla="*/ 450 w 450"/>
                <a:gd name="T41" fmla="*/ 31 h 253"/>
                <a:gd name="T42" fmla="*/ 283 w 450"/>
                <a:gd name="T4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0" h="253">
                  <a:moveTo>
                    <a:pt x="61" y="68"/>
                  </a:moveTo>
                  <a:cubicBezTo>
                    <a:pt x="53" y="69"/>
                    <a:pt x="48" y="69"/>
                    <a:pt x="45" y="69"/>
                  </a:cubicBezTo>
                  <a:cubicBezTo>
                    <a:pt x="29" y="79"/>
                    <a:pt x="14" y="90"/>
                    <a:pt x="0" y="10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10" y="246"/>
                    <a:pt x="22" y="238"/>
                    <a:pt x="37" y="229"/>
                  </a:cubicBezTo>
                  <a:cubicBezTo>
                    <a:pt x="31" y="182"/>
                    <a:pt x="38" y="132"/>
                    <a:pt x="50" y="109"/>
                  </a:cubicBezTo>
                  <a:cubicBezTo>
                    <a:pt x="54" y="99"/>
                    <a:pt x="58" y="88"/>
                    <a:pt x="59" y="76"/>
                  </a:cubicBezTo>
                  <a:cubicBezTo>
                    <a:pt x="59" y="76"/>
                    <a:pt x="59" y="76"/>
                    <a:pt x="59" y="76"/>
                  </a:cubicBezTo>
                  <a:cubicBezTo>
                    <a:pt x="59" y="76"/>
                    <a:pt x="59" y="76"/>
                    <a:pt x="59" y="76"/>
                  </a:cubicBezTo>
                  <a:cubicBezTo>
                    <a:pt x="60" y="74"/>
                    <a:pt x="60" y="71"/>
                    <a:pt x="61" y="68"/>
                  </a:cubicBezTo>
                  <a:moveTo>
                    <a:pt x="283" y="0"/>
                  </a:moveTo>
                  <a:cubicBezTo>
                    <a:pt x="277" y="4"/>
                    <a:pt x="271" y="9"/>
                    <a:pt x="266" y="13"/>
                  </a:cubicBezTo>
                  <a:cubicBezTo>
                    <a:pt x="261" y="17"/>
                    <a:pt x="256" y="21"/>
                    <a:pt x="250" y="24"/>
                  </a:cubicBezTo>
                  <a:cubicBezTo>
                    <a:pt x="250" y="26"/>
                    <a:pt x="251" y="29"/>
                    <a:pt x="251" y="31"/>
                  </a:cubicBezTo>
                  <a:cubicBezTo>
                    <a:pt x="251" y="31"/>
                    <a:pt x="251" y="31"/>
                    <a:pt x="251" y="31"/>
                  </a:cubicBezTo>
                  <a:cubicBezTo>
                    <a:pt x="251" y="31"/>
                    <a:pt x="251" y="32"/>
                    <a:pt x="251" y="32"/>
                  </a:cubicBezTo>
                  <a:cubicBezTo>
                    <a:pt x="255" y="88"/>
                    <a:pt x="234" y="140"/>
                    <a:pt x="234" y="141"/>
                  </a:cubicBezTo>
                  <a:cubicBezTo>
                    <a:pt x="247" y="137"/>
                    <a:pt x="260" y="133"/>
                    <a:pt x="274" y="129"/>
                  </a:cubicBezTo>
                  <a:cubicBezTo>
                    <a:pt x="401" y="94"/>
                    <a:pt x="439" y="55"/>
                    <a:pt x="450" y="31"/>
                  </a:cubicBezTo>
                  <a:cubicBezTo>
                    <a:pt x="450" y="31"/>
                    <a:pt x="450" y="31"/>
                    <a:pt x="450" y="31"/>
                  </a:cubicBezTo>
                  <a:cubicBezTo>
                    <a:pt x="450" y="31"/>
                    <a:pt x="450" y="31"/>
                    <a:pt x="450" y="31"/>
                  </a:cubicBezTo>
                  <a:cubicBezTo>
                    <a:pt x="410" y="12"/>
                    <a:pt x="334" y="3"/>
                    <a:pt x="283" y="0"/>
                  </a:cubicBezTo>
                </a:path>
              </a:pathLst>
            </a:custGeom>
            <a:solidFill>
              <a:srgbClr val="D0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iSliḋe"/>
            <p:cNvSpPr/>
            <p:nvPr/>
          </p:nvSpPr>
          <p:spPr bwMode="auto">
            <a:xfrm>
              <a:off x="5272088" y="4060825"/>
              <a:ext cx="133350" cy="74613"/>
            </a:xfrm>
            <a:custGeom>
              <a:avLst/>
              <a:gdLst>
                <a:gd name="T0" fmla="*/ 71 w 71"/>
                <a:gd name="T1" fmla="*/ 0 h 40"/>
                <a:gd name="T2" fmla="*/ 16 w 71"/>
                <a:gd name="T3" fmla="*/ 31 h 40"/>
                <a:gd name="T4" fmla="*/ 0 w 71"/>
                <a:gd name="T5" fmla="*/ 40 h 40"/>
                <a:gd name="T6" fmla="*/ 0 w 71"/>
                <a:gd name="T7" fmla="*/ 40 h 40"/>
                <a:gd name="T8" fmla="*/ 16 w 71"/>
                <a:gd name="T9" fmla="*/ 31 h 40"/>
                <a:gd name="T10" fmla="*/ 16 w 71"/>
                <a:gd name="T11" fmla="*/ 31 h 40"/>
                <a:gd name="T12" fmla="*/ 71 w 71"/>
                <a:gd name="T13" fmla="*/ 0 h 40"/>
                <a:gd name="T14" fmla="*/ 71 w 71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40">
                  <a:moveTo>
                    <a:pt x="71" y="0"/>
                  </a:moveTo>
                  <a:cubicBezTo>
                    <a:pt x="50" y="12"/>
                    <a:pt x="29" y="24"/>
                    <a:pt x="16" y="31"/>
                  </a:cubicBezTo>
                  <a:cubicBezTo>
                    <a:pt x="6" y="37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6" y="37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29" y="24"/>
                    <a:pt x="50" y="13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íṥḷïḑê"/>
            <p:cNvSpPr/>
            <p:nvPr/>
          </p:nvSpPr>
          <p:spPr bwMode="auto">
            <a:xfrm>
              <a:off x="5302250" y="4060825"/>
              <a:ext cx="103188" cy="85725"/>
            </a:xfrm>
            <a:custGeom>
              <a:avLst/>
              <a:gdLst>
                <a:gd name="T0" fmla="*/ 55 w 55"/>
                <a:gd name="T1" fmla="*/ 0 h 46"/>
                <a:gd name="T2" fmla="*/ 0 w 55"/>
                <a:gd name="T3" fmla="*/ 31 h 46"/>
                <a:gd name="T4" fmla="*/ 11 w 55"/>
                <a:gd name="T5" fmla="*/ 46 h 46"/>
                <a:gd name="T6" fmla="*/ 55 w 55"/>
                <a:gd name="T7" fmla="*/ 0 h 46"/>
                <a:gd name="T8" fmla="*/ 55 w 55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6">
                  <a:moveTo>
                    <a:pt x="55" y="0"/>
                  </a:moveTo>
                  <a:cubicBezTo>
                    <a:pt x="34" y="13"/>
                    <a:pt x="13" y="24"/>
                    <a:pt x="0" y="31"/>
                  </a:cubicBezTo>
                  <a:cubicBezTo>
                    <a:pt x="3" y="37"/>
                    <a:pt x="7" y="42"/>
                    <a:pt x="11" y="46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solidFill>
              <a:srgbClr val="D0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iṩļiḓê"/>
            <p:cNvSpPr/>
            <p:nvPr/>
          </p:nvSpPr>
          <p:spPr bwMode="auto">
            <a:xfrm>
              <a:off x="5272088" y="4119563"/>
              <a:ext cx="30163" cy="23813"/>
            </a:xfrm>
            <a:custGeom>
              <a:avLst/>
              <a:gdLst>
                <a:gd name="T0" fmla="*/ 0 w 16"/>
                <a:gd name="T1" fmla="*/ 13 h 13"/>
                <a:gd name="T2" fmla="*/ 0 w 16"/>
                <a:gd name="T3" fmla="*/ 13 h 13"/>
                <a:gd name="T4" fmla="*/ 0 w 16"/>
                <a:gd name="T5" fmla="*/ 13 h 13"/>
                <a:gd name="T6" fmla="*/ 0 w 16"/>
                <a:gd name="T7" fmla="*/ 13 h 13"/>
                <a:gd name="T8" fmla="*/ 0 w 16"/>
                <a:gd name="T9" fmla="*/ 13 h 13"/>
                <a:gd name="T10" fmla="*/ 0 w 16"/>
                <a:gd name="T11" fmla="*/ 13 h 13"/>
                <a:gd name="T12" fmla="*/ 0 w 16"/>
                <a:gd name="T13" fmla="*/ 12 h 13"/>
                <a:gd name="T14" fmla="*/ 0 w 16"/>
                <a:gd name="T15" fmla="*/ 12 h 13"/>
                <a:gd name="T16" fmla="*/ 0 w 16"/>
                <a:gd name="T17" fmla="*/ 12 h 13"/>
                <a:gd name="T18" fmla="*/ 0 w 16"/>
                <a:gd name="T19" fmla="*/ 12 h 13"/>
                <a:gd name="T20" fmla="*/ 0 w 16"/>
                <a:gd name="T21" fmla="*/ 12 h 13"/>
                <a:gd name="T22" fmla="*/ 0 w 16"/>
                <a:gd name="T23" fmla="*/ 12 h 13"/>
                <a:gd name="T24" fmla="*/ 0 w 16"/>
                <a:gd name="T25" fmla="*/ 12 h 13"/>
                <a:gd name="T26" fmla="*/ 0 w 16"/>
                <a:gd name="T27" fmla="*/ 12 h 13"/>
                <a:gd name="T28" fmla="*/ 0 w 16"/>
                <a:gd name="T29" fmla="*/ 12 h 13"/>
                <a:gd name="T30" fmla="*/ 0 w 16"/>
                <a:gd name="T31" fmla="*/ 11 h 13"/>
                <a:gd name="T32" fmla="*/ 0 w 16"/>
                <a:gd name="T33" fmla="*/ 12 h 13"/>
                <a:gd name="T34" fmla="*/ 0 w 16"/>
                <a:gd name="T35" fmla="*/ 11 h 13"/>
                <a:gd name="T36" fmla="*/ 0 w 16"/>
                <a:gd name="T37" fmla="*/ 11 h 13"/>
                <a:gd name="T38" fmla="*/ 0 w 16"/>
                <a:gd name="T39" fmla="*/ 11 h 13"/>
                <a:gd name="T40" fmla="*/ 0 w 16"/>
                <a:gd name="T41" fmla="*/ 11 h 13"/>
                <a:gd name="T42" fmla="*/ 0 w 16"/>
                <a:gd name="T43" fmla="*/ 11 h 13"/>
                <a:gd name="T44" fmla="*/ 0 w 16"/>
                <a:gd name="T45" fmla="*/ 11 h 13"/>
                <a:gd name="T46" fmla="*/ 0 w 16"/>
                <a:gd name="T47" fmla="*/ 11 h 13"/>
                <a:gd name="T48" fmla="*/ 0 w 16"/>
                <a:gd name="T49" fmla="*/ 11 h 13"/>
                <a:gd name="T50" fmla="*/ 0 w 16"/>
                <a:gd name="T51" fmla="*/ 11 h 13"/>
                <a:gd name="T52" fmla="*/ 0 w 16"/>
                <a:gd name="T53" fmla="*/ 11 h 13"/>
                <a:gd name="T54" fmla="*/ 0 w 16"/>
                <a:gd name="T55" fmla="*/ 10 h 13"/>
                <a:gd name="T56" fmla="*/ 0 w 16"/>
                <a:gd name="T57" fmla="*/ 10 h 13"/>
                <a:gd name="T58" fmla="*/ 0 w 16"/>
                <a:gd name="T59" fmla="*/ 10 h 13"/>
                <a:gd name="T60" fmla="*/ 0 w 16"/>
                <a:gd name="T61" fmla="*/ 10 h 13"/>
                <a:gd name="T62" fmla="*/ 0 w 16"/>
                <a:gd name="T63" fmla="*/ 10 h 13"/>
                <a:gd name="T64" fmla="*/ 0 w 16"/>
                <a:gd name="T65" fmla="*/ 10 h 13"/>
                <a:gd name="T66" fmla="*/ 0 w 16"/>
                <a:gd name="T67" fmla="*/ 10 h 13"/>
                <a:gd name="T68" fmla="*/ 0 w 16"/>
                <a:gd name="T69" fmla="*/ 10 h 13"/>
                <a:gd name="T70" fmla="*/ 0 w 16"/>
                <a:gd name="T71" fmla="*/ 10 h 13"/>
                <a:gd name="T72" fmla="*/ 16 w 16"/>
                <a:gd name="T73" fmla="*/ 0 h 13"/>
                <a:gd name="T74" fmla="*/ 0 w 16"/>
                <a:gd name="T75" fmla="*/ 9 h 13"/>
                <a:gd name="T76" fmla="*/ 0 w 16"/>
                <a:gd name="T77" fmla="*/ 9 h 13"/>
                <a:gd name="T78" fmla="*/ 16 w 16"/>
                <a:gd name="T79" fmla="*/ 0 h 13"/>
                <a:gd name="T80" fmla="*/ 16 w 16"/>
                <a:gd name="T8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" h="13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moveTo>
                    <a:pt x="0" y="11"/>
                  </a:moveTo>
                  <a:cubicBezTo>
                    <a:pt x="0" y="11"/>
                    <a:pt x="0" y="12"/>
                    <a:pt x="0" y="12"/>
                  </a:cubicBezTo>
                  <a:cubicBezTo>
                    <a:pt x="0" y="12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16" y="0"/>
                  </a:moveTo>
                  <a:cubicBezTo>
                    <a:pt x="6" y="6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6" y="6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íSlíḋe"/>
            <p:cNvSpPr/>
            <p:nvPr/>
          </p:nvSpPr>
          <p:spPr bwMode="auto">
            <a:xfrm>
              <a:off x="5272088" y="4119563"/>
              <a:ext cx="50800" cy="74613"/>
            </a:xfrm>
            <a:custGeom>
              <a:avLst/>
              <a:gdLst>
                <a:gd name="T0" fmla="*/ 16 w 27"/>
                <a:gd name="T1" fmla="*/ 0 h 40"/>
                <a:gd name="T2" fmla="*/ 0 w 27"/>
                <a:gd name="T3" fmla="*/ 9 h 40"/>
                <a:gd name="T4" fmla="*/ 0 w 27"/>
                <a:gd name="T5" fmla="*/ 10 h 40"/>
                <a:gd name="T6" fmla="*/ 0 w 27"/>
                <a:gd name="T7" fmla="*/ 10 h 40"/>
                <a:gd name="T8" fmla="*/ 0 w 27"/>
                <a:gd name="T9" fmla="*/ 10 h 40"/>
                <a:gd name="T10" fmla="*/ 0 w 27"/>
                <a:gd name="T11" fmla="*/ 10 h 40"/>
                <a:gd name="T12" fmla="*/ 0 w 27"/>
                <a:gd name="T13" fmla="*/ 10 h 40"/>
                <a:gd name="T14" fmla="*/ 0 w 27"/>
                <a:gd name="T15" fmla="*/ 10 h 40"/>
                <a:gd name="T16" fmla="*/ 0 w 27"/>
                <a:gd name="T17" fmla="*/ 11 h 40"/>
                <a:gd name="T18" fmla="*/ 0 w 27"/>
                <a:gd name="T19" fmla="*/ 11 h 40"/>
                <a:gd name="T20" fmla="*/ 0 w 27"/>
                <a:gd name="T21" fmla="*/ 11 h 40"/>
                <a:gd name="T22" fmla="*/ 0 w 27"/>
                <a:gd name="T23" fmla="*/ 11 h 40"/>
                <a:gd name="T24" fmla="*/ 0 w 27"/>
                <a:gd name="T25" fmla="*/ 11 h 40"/>
                <a:gd name="T26" fmla="*/ 0 w 27"/>
                <a:gd name="T27" fmla="*/ 11 h 40"/>
                <a:gd name="T28" fmla="*/ 0 w 27"/>
                <a:gd name="T29" fmla="*/ 11 h 40"/>
                <a:gd name="T30" fmla="*/ 0 w 27"/>
                <a:gd name="T31" fmla="*/ 12 h 40"/>
                <a:gd name="T32" fmla="*/ 0 w 27"/>
                <a:gd name="T33" fmla="*/ 12 h 40"/>
                <a:gd name="T34" fmla="*/ 0 w 27"/>
                <a:gd name="T35" fmla="*/ 12 h 40"/>
                <a:gd name="T36" fmla="*/ 0 w 27"/>
                <a:gd name="T37" fmla="*/ 12 h 40"/>
                <a:gd name="T38" fmla="*/ 0 w 27"/>
                <a:gd name="T39" fmla="*/ 12 h 40"/>
                <a:gd name="T40" fmla="*/ 0 w 27"/>
                <a:gd name="T41" fmla="*/ 12 h 40"/>
                <a:gd name="T42" fmla="*/ 0 w 27"/>
                <a:gd name="T43" fmla="*/ 12 h 40"/>
                <a:gd name="T44" fmla="*/ 0 w 27"/>
                <a:gd name="T45" fmla="*/ 13 h 40"/>
                <a:gd name="T46" fmla="*/ 0 w 27"/>
                <a:gd name="T47" fmla="*/ 13 h 40"/>
                <a:gd name="T48" fmla="*/ 0 w 27"/>
                <a:gd name="T49" fmla="*/ 13 h 40"/>
                <a:gd name="T50" fmla="*/ 0 w 27"/>
                <a:gd name="T51" fmla="*/ 13 h 40"/>
                <a:gd name="T52" fmla="*/ 4 w 27"/>
                <a:gd name="T53" fmla="*/ 40 h 40"/>
                <a:gd name="T54" fmla="*/ 27 w 27"/>
                <a:gd name="T55" fmla="*/ 15 h 40"/>
                <a:gd name="T56" fmla="*/ 16 w 27"/>
                <a:gd name="T5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40">
                  <a:moveTo>
                    <a:pt x="16" y="0"/>
                  </a:moveTo>
                  <a:cubicBezTo>
                    <a:pt x="6" y="6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23"/>
                    <a:pt x="1" y="32"/>
                    <a:pt x="4" y="40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3" y="11"/>
                    <a:pt x="19" y="6"/>
                    <a:pt x="16" y="0"/>
                  </a:cubicBezTo>
                </a:path>
              </a:pathLst>
            </a:custGeom>
            <a:solidFill>
              <a:srgbClr val="BB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iṡḷidè"/>
            <p:cNvSpPr/>
            <p:nvPr/>
          </p:nvSpPr>
          <p:spPr bwMode="auto">
            <a:xfrm>
              <a:off x="5075238" y="4086225"/>
              <a:ext cx="673100" cy="623888"/>
            </a:xfrm>
            <a:custGeom>
              <a:avLst/>
              <a:gdLst>
                <a:gd name="T0" fmla="*/ 106 w 356"/>
                <a:gd name="T1" fmla="*/ 0 h 330"/>
                <a:gd name="T2" fmla="*/ 0 w 356"/>
                <a:gd name="T3" fmla="*/ 70 h 330"/>
                <a:gd name="T4" fmla="*/ 310 w 356"/>
                <a:gd name="T5" fmla="*/ 330 h 330"/>
                <a:gd name="T6" fmla="*/ 332 w 356"/>
                <a:gd name="T7" fmla="*/ 270 h 330"/>
                <a:gd name="T8" fmla="*/ 248 w 356"/>
                <a:gd name="T9" fmla="*/ 106 h 330"/>
                <a:gd name="T10" fmla="*/ 224 w 356"/>
                <a:gd name="T11" fmla="*/ 74 h 330"/>
                <a:gd name="T12" fmla="*/ 210 w 356"/>
                <a:gd name="T13" fmla="*/ 74 h 330"/>
                <a:gd name="T14" fmla="*/ 106 w 356"/>
                <a:gd name="T15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6" h="330">
                  <a:moveTo>
                    <a:pt x="106" y="0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310" y="330"/>
                    <a:pt x="310" y="330"/>
                    <a:pt x="310" y="330"/>
                  </a:cubicBezTo>
                  <a:cubicBezTo>
                    <a:pt x="310" y="330"/>
                    <a:pt x="356" y="302"/>
                    <a:pt x="332" y="270"/>
                  </a:cubicBezTo>
                  <a:cubicBezTo>
                    <a:pt x="332" y="270"/>
                    <a:pt x="252" y="202"/>
                    <a:pt x="248" y="106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10" y="74"/>
                    <a:pt x="210" y="74"/>
                    <a:pt x="210" y="74"/>
                  </a:cubicBezTo>
                  <a:cubicBezTo>
                    <a:pt x="163" y="74"/>
                    <a:pt x="121" y="44"/>
                    <a:pt x="106" y="0"/>
                  </a:cubicBezTo>
                  <a:close/>
                </a:path>
              </a:pathLst>
            </a:custGeom>
            <a:solidFill>
              <a:srgbClr val="ABB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îṥ1ïḍe"/>
            <p:cNvSpPr/>
            <p:nvPr/>
          </p:nvSpPr>
          <p:spPr bwMode="auto">
            <a:xfrm>
              <a:off x="6413500" y="3803650"/>
              <a:ext cx="6350" cy="11113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6 h 6"/>
                <a:gd name="T4" fmla="*/ 3 w 3"/>
                <a:gd name="T5" fmla="*/ 0 h 6"/>
                <a:gd name="T6" fmla="*/ 3 w 3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2" y="2"/>
                    <a:pt x="1" y="4"/>
                    <a:pt x="0" y="6"/>
                  </a:cubicBezTo>
                  <a:cubicBezTo>
                    <a:pt x="1" y="4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iSļîḍè"/>
            <p:cNvSpPr/>
            <p:nvPr/>
          </p:nvSpPr>
          <p:spPr bwMode="auto">
            <a:xfrm>
              <a:off x="6097588" y="3741738"/>
              <a:ext cx="322263" cy="73025"/>
            </a:xfrm>
            <a:custGeom>
              <a:avLst/>
              <a:gdLst>
                <a:gd name="T0" fmla="*/ 9 w 170"/>
                <a:gd name="T1" fmla="*/ 0 h 39"/>
                <a:gd name="T2" fmla="*/ 0 w 170"/>
                <a:gd name="T3" fmla="*/ 8 h 39"/>
                <a:gd name="T4" fmla="*/ 167 w 170"/>
                <a:gd name="T5" fmla="*/ 39 h 39"/>
                <a:gd name="T6" fmla="*/ 167 w 170"/>
                <a:gd name="T7" fmla="*/ 39 h 39"/>
                <a:gd name="T8" fmla="*/ 170 w 170"/>
                <a:gd name="T9" fmla="*/ 33 h 39"/>
                <a:gd name="T10" fmla="*/ 9 w 170"/>
                <a:gd name="T1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" h="39">
                  <a:moveTo>
                    <a:pt x="9" y="0"/>
                  </a:moveTo>
                  <a:cubicBezTo>
                    <a:pt x="6" y="3"/>
                    <a:pt x="3" y="5"/>
                    <a:pt x="0" y="8"/>
                  </a:cubicBezTo>
                  <a:cubicBezTo>
                    <a:pt x="51" y="11"/>
                    <a:pt x="127" y="20"/>
                    <a:pt x="167" y="3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8" y="37"/>
                    <a:pt x="169" y="35"/>
                    <a:pt x="170" y="33"/>
                  </a:cubicBezTo>
                  <a:cubicBezTo>
                    <a:pt x="133" y="14"/>
                    <a:pt x="61" y="5"/>
                    <a:pt x="9" y="0"/>
                  </a:cubicBezTo>
                </a:path>
              </a:pathLst>
            </a:custGeom>
            <a:solidFill>
              <a:srgbClr val="BB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2" name="îsḻîḓe"/>
            <p:cNvSpPr/>
            <p:nvPr/>
          </p:nvSpPr>
          <p:spPr bwMode="auto">
            <a:xfrm>
              <a:off x="5907088" y="2905125"/>
              <a:ext cx="536575" cy="914400"/>
            </a:xfrm>
            <a:custGeom>
              <a:avLst/>
              <a:gdLst>
                <a:gd name="T0" fmla="*/ 48 w 284"/>
                <a:gd name="T1" fmla="*/ 440 h 484"/>
                <a:gd name="T2" fmla="*/ 284 w 284"/>
                <a:gd name="T3" fmla="*/ 484 h 484"/>
                <a:gd name="T4" fmla="*/ 260 w 284"/>
                <a:gd name="T5" fmla="*/ 0 h 484"/>
                <a:gd name="T6" fmla="*/ 0 w 284"/>
                <a:gd name="T7" fmla="*/ 0 h 484"/>
                <a:gd name="T8" fmla="*/ 48 w 284"/>
                <a:gd name="T9" fmla="*/ 44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484">
                  <a:moveTo>
                    <a:pt x="48" y="440"/>
                  </a:moveTo>
                  <a:cubicBezTo>
                    <a:pt x="48" y="440"/>
                    <a:pt x="236" y="444"/>
                    <a:pt x="284" y="484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440"/>
                    <a:pt x="48" y="440"/>
                    <a:pt x="48" y="440"/>
                  </a:cubicBezTo>
                </a:path>
              </a:pathLst>
            </a:custGeom>
            <a:solidFill>
              <a:srgbClr val="ABB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3" name="íṧ1ïďê"/>
            <p:cNvSpPr/>
            <p:nvPr/>
          </p:nvSpPr>
          <p:spPr bwMode="auto">
            <a:xfrm>
              <a:off x="6405563" y="3067050"/>
              <a:ext cx="38100" cy="747713"/>
            </a:xfrm>
            <a:custGeom>
              <a:avLst/>
              <a:gdLst>
                <a:gd name="T0" fmla="*/ 7 w 20"/>
                <a:gd name="T1" fmla="*/ 141 h 396"/>
                <a:gd name="T2" fmla="*/ 20 w 20"/>
                <a:gd name="T3" fmla="*/ 396 h 396"/>
                <a:gd name="T4" fmla="*/ 20 w 20"/>
                <a:gd name="T5" fmla="*/ 396 h 396"/>
                <a:gd name="T6" fmla="*/ 7 w 20"/>
                <a:gd name="T7" fmla="*/ 141 h 396"/>
                <a:gd name="T8" fmla="*/ 7 w 20"/>
                <a:gd name="T9" fmla="*/ 141 h 396"/>
                <a:gd name="T10" fmla="*/ 0 w 20"/>
                <a:gd name="T11" fmla="*/ 0 h 396"/>
                <a:gd name="T12" fmla="*/ 3 w 20"/>
                <a:gd name="T13" fmla="*/ 56 h 396"/>
                <a:gd name="T14" fmla="*/ 3 w 20"/>
                <a:gd name="T15" fmla="*/ 56 h 396"/>
                <a:gd name="T16" fmla="*/ 0 w 20"/>
                <a:gd name="T17" fmla="*/ 0 h 396"/>
                <a:gd name="T18" fmla="*/ 0 w 20"/>
                <a:gd name="T19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396">
                  <a:moveTo>
                    <a:pt x="7" y="141"/>
                  </a:moveTo>
                  <a:cubicBezTo>
                    <a:pt x="20" y="396"/>
                    <a:pt x="20" y="396"/>
                    <a:pt x="20" y="396"/>
                  </a:cubicBezTo>
                  <a:cubicBezTo>
                    <a:pt x="20" y="396"/>
                    <a:pt x="20" y="396"/>
                    <a:pt x="20" y="396"/>
                  </a:cubicBezTo>
                  <a:cubicBezTo>
                    <a:pt x="7" y="141"/>
                    <a:pt x="7" y="141"/>
                    <a:pt x="7" y="141"/>
                  </a:cubicBezTo>
                  <a:cubicBezTo>
                    <a:pt x="7" y="141"/>
                    <a:pt x="7" y="141"/>
                    <a:pt x="7" y="141"/>
                  </a:cubicBezTo>
                  <a:moveTo>
                    <a:pt x="0" y="0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4" name="íšḷiďê"/>
            <p:cNvSpPr/>
            <p:nvPr/>
          </p:nvSpPr>
          <p:spPr bwMode="auto">
            <a:xfrm>
              <a:off x="6027738" y="3006725"/>
              <a:ext cx="415925" cy="808038"/>
            </a:xfrm>
            <a:custGeom>
              <a:avLst/>
              <a:gdLst>
                <a:gd name="T0" fmla="*/ 166 w 220"/>
                <a:gd name="T1" fmla="*/ 0 h 428"/>
                <a:gd name="T2" fmla="*/ 32 w 220"/>
                <a:gd name="T3" fmla="*/ 18 h 428"/>
                <a:gd name="T4" fmla="*/ 24 w 220"/>
                <a:gd name="T5" fmla="*/ 138 h 428"/>
                <a:gd name="T6" fmla="*/ 140 w 220"/>
                <a:gd name="T7" fmla="*/ 330 h 428"/>
                <a:gd name="T8" fmla="*/ 49 w 220"/>
                <a:gd name="T9" fmla="*/ 388 h 428"/>
                <a:gd name="T10" fmla="*/ 220 w 220"/>
                <a:gd name="T11" fmla="*/ 428 h 428"/>
                <a:gd name="T12" fmla="*/ 207 w 220"/>
                <a:gd name="T13" fmla="*/ 173 h 428"/>
                <a:gd name="T14" fmla="*/ 145 w 220"/>
                <a:gd name="T15" fmla="*/ 170 h 428"/>
                <a:gd name="T16" fmla="*/ 124 w 220"/>
                <a:gd name="T17" fmla="*/ 122 h 428"/>
                <a:gd name="T18" fmla="*/ 135 w 220"/>
                <a:gd name="T19" fmla="*/ 90 h 428"/>
                <a:gd name="T20" fmla="*/ 203 w 220"/>
                <a:gd name="T21" fmla="*/ 88 h 428"/>
                <a:gd name="T22" fmla="*/ 200 w 220"/>
                <a:gd name="T23" fmla="*/ 32 h 428"/>
                <a:gd name="T24" fmla="*/ 166 w 220"/>
                <a:gd name="T25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0" h="428">
                  <a:moveTo>
                    <a:pt x="166" y="0"/>
                  </a:moveTo>
                  <a:cubicBezTo>
                    <a:pt x="123" y="3"/>
                    <a:pt x="49" y="10"/>
                    <a:pt x="32" y="18"/>
                  </a:cubicBezTo>
                  <a:cubicBezTo>
                    <a:pt x="8" y="30"/>
                    <a:pt x="24" y="138"/>
                    <a:pt x="24" y="138"/>
                  </a:cubicBezTo>
                  <a:cubicBezTo>
                    <a:pt x="0" y="250"/>
                    <a:pt x="140" y="330"/>
                    <a:pt x="140" y="330"/>
                  </a:cubicBezTo>
                  <a:cubicBezTo>
                    <a:pt x="108" y="347"/>
                    <a:pt x="78" y="366"/>
                    <a:pt x="49" y="388"/>
                  </a:cubicBezTo>
                  <a:cubicBezTo>
                    <a:pt x="108" y="392"/>
                    <a:pt x="190" y="403"/>
                    <a:pt x="220" y="428"/>
                  </a:cubicBezTo>
                  <a:cubicBezTo>
                    <a:pt x="207" y="173"/>
                    <a:pt x="207" y="173"/>
                    <a:pt x="207" y="173"/>
                  </a:cubicBezTo>
                  <a:cubicBezTo>
                    <a:pt x="169" y="171"/>
                    <a:pt x="145" y="170"/>
                    <a:pt x="145" y="170"/>
                  </a:cubicBezTo>
                  <a:cubicBezTo>
                    <a:pt x="145" y="170"/>
                    <a:pt x="124" y="150"/>
                    <a:pt x="124" y="122"/>
                  </a:cubicBezTo>
                  <a:cubicBezTo>
                    <a:pt x="124" y="112"/>
                    <a:pt x="127" y="101"/>
                    <a:pt x="135" y="90"/>
                  </a:cubicBezTo>
                  <a:cubicBezTo>
                    <a:pt x="135" y="90"/>
                    <a:pt x="162" y="89"/>
                    <a:pt x="203" y="88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191" y="24"/>
                    <a:pt x="179" y="13"/>
                    <a:pt x="166" y="0"/>
                  </a:cubicBezTo>
                </a:path>
              </a:pathLst>
            </a:custGeom>
            <a:solidFill>
              <a:srgbClr val="A2A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5" name="isľíde"/>
            <p:cNvSpPr/>
            <p:nvPr/>
          </p:nvSpPr>
          <p:spPr bwMode="auto">
            <a:xfrm>
              <a:off x="6692900" y="4184650"/>
              <a:ext cx="2024063" cy="1900238"/>
            </a:xfrm>
            <a:custGeom>
              <a:avLst/>
              <a:gdLst>
                <a:gd name="T0" fmla="*/ 535 w 1070"/>
                <a:gd name="T1" fmla="*/ 1 h 1007"/>
                <a:gd name="T2" fmla="*/ 410 w 1070"/>
                <a:gd name="T3" fmla="*/ 17 h 1007"/>
                <a:gd name="T4" fmla="*/ 348 w 1070"/>
                <a:gd name="T5" fmla="*/ 39 h 1007"/>
                <a:gd name="T6" fmla="*/ 103 w 1070"/>
                <a:gd name="T7" fmla="*/ 659 h 1007"/>
                <a:gd name="T8" fmla="*/ 722 w 1070"/>
                <a:gd name="T9" fmla="*/ 903 h 1007"/>
                <a:gd name="T10" fmla="*/ 967 w 1070"/>
                <a:gd name="T11" fmla="*/ 284 h 1007"/>
                <a:gd name="T12" fmla="*/ 535 w 1070"/>
                <a:gd name="T13" fmla="*/ 1 h 1007"/>
                <a:gd name="T14" fmla="*/ 535 w 1070"/>
                <a:gd name="T15" fmla="*/ 1 h 1007"/>
                <a:gd name="T16" fmla="*/ 534 w 1070"/>
                <a:gd name="T17" fmla="*/ 825 h 1007"/>
                <a:gd name="T18" fmla="*/ 178 w 1070"/>
                <a:gd name="T19" fmla="*/ 469 h 1007"/>
                <a:gd name="T20" fmla="*/ 386 w 1070"/>
                <a:gd name="T21" fmla="*/ 146 h 1007"/>
                <a:gd name="T22" fmla="*/ 444 w 1070"/>
                <a:gd name="T23" fmla="*/ 125 h 1007"/>
                <a:gd name="T24" fmla="*/ 878 w 1070"/>
                <a:gd name="T25" fmla="*/ 380 h 1007"/>
                <a:gd name="T26" fmla="*/ 623 w 1070"/>
                <a:gd name="T27" fmla="*/ 813 h 1007"/>
                <a:gd name="T28" fmla="*/ 534 w 1070"/>
                <a:gd name="T29" fmla="*/ 825 h 1007"/>
                <a:gd name="T30" fmla="*/ 534 w 1070"/>
                <a:gd name="T31" fmla="*/ 825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70" h="1007">
                  <a:moveTo>
                    <a:pt x="535" y="1"/>
                  </a:moveTo>
                  <a:cubicBezTo>
                    <a:pt x="493" y="0"/>
                    <a:pt x="451" y="6"/>
                    <a:pt x="410" y="17"/>
                  </a:cubicBezTo>
                  <a:cubicBezTo>
                    <a:pt x="389" y="23"/>
                    <a:pt x="368" y="31"/>
                    <a:pt x="348" y="39"/>
                  </a:cubicBezTo>
                  <a:cubicBezTo>
                    <a:pt x="109" y="143"/>
                    <a:pt x="0" y="420"/>
                    <a:pt x="103" y="659"/>
                  </a:cubicBezTo>
                  <a:cubicBezTo>
                    <a:pt x="207" y="897"/>
                    <a:pt x="484" y="1007"/>
                    <a:pt x="722" y="903"/>
                  </a:cubicBezTo>
                  <a:cubicBezTo>
                    <a:pt x="961" y="800"/>
                    <a:pt x="1070" y="523"/>
                    <a:pt x="967" y="284"/>
                  </a:cubicBezTo>
                  <a:cubicBezTo>
                    <a:pt x="892" y="112"/>
                    <a:pt x="723" y="1"/>
                    <a:pt x="535" y="1"/>
                  </a:cubicBezTo>
                  <a:cubicBezTo>
                    <a:pt x="535" y="1"/>
                    <a:pt x="535" y="1"/>
                    <a:pt x="535" y="1"/>
                  </a:cubicBezTo>
                  <a:moveTo>
                    <a:pt x="534" y="825"/>
                  </a:moveTo>
                  <a:cubicBezTo>
                    <a:pt x="337" y="825"/>
                    <a:pt x="178" y="666"/>
                    <a:pt x="178" y="469"/>
                  </a:cubicBezTo>
                  <a:cubicBezTo>
                    <a:pt x="178" y="330"/>
                    <a:pt x="260" y="204"/>
                    <a:pt x="386" y="146"/>
                  </a:cubicBezTo>
                  <a:cubicBezTo>
                    <a:pt x="405" y="138"/>
                    <a:pt x="424" y="131"/>
                    <a:pt x="444" y="125"/>
                  </a:cubicBezTo>
                  <a:cubicBezTo>
                    <a:pt x="634" y="76"/>
                    <a:pt x="828" y="190"/>
                    <a:pt x="878" y="380"/>
                  </a:cubicBezTo>
                  <a:cubicBezTo>
                    <a:pt x="927" y="570"/>
                    <a:pt x="813" y="764"/>
                    <a:pt x="623" y="813"/>
                  </a:cubicBezTo>
                  <a:cubicBezTo>
                    <a:pt x="594" y="821"/>
                    <a:pt x="564" y="825"/>
                    <a:pt x="534" y="825"/>
                  </a:cubicBezTo>
                  <a:cubicBezTo>
                    <a:pt x="534" y="825"/>
                    <a:pt x="534" y="825"/>
                    <a:pt x="534" y="825"/>
                  </a:cubicBezTo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6" name="îs1íďé"/>
            <p:cNvSpPr/>
            <p:nvPr/>
          </p:nvSpPr>
          <p:spPr bwMode="auto">
            <a:xfrm>
              <a:off x="6227763" y="3146425"/>
              <a:ext cx="982663" cy="230188"/>
            </a:xfrm>
            <a:custGeom>
              <a:avLst/>
              <a:gdLst>
                <a:gd name="T0" fmla="*/ 29 w 519"/>
                <a:gd name="T1" fmla="*/ 16 h 122"/>
                <a:gd name="T2" fmla="*/ 509 w 519"/>
                <a:gd name="T3" fmla="*/ 61 h 122"/>
                <a:gd name="T4" fmla="*/ 39 w 519"/>
                <a:gd name="T5" fmla="*/ 96 h 122"/>
                <a:gd name="T6" fmla="*/ 29 w 519"/>
                <a:gd name="T7" fmla="*/ 1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9" h="122">
                  <a:moveTo>
                    <a:pt x="29" y="16"/>
                  </a:moveTo>
                  <a:cubicBezTo>
                    <a:pt x="29" y="16"/>
                    <a:pt x="500" y="0"/>
                    <a:pt x="509" y="61"/>
                  </a:cubicBezTo>
                  <a:cubicBezTo>
                    <a:pt x="519" y="122"/>
                    <a:pt x="39" y="96"/>
                    <a:pt x="39" y="96"/>
                  </a:cubicBezTo>
                  <a:cubicBezTo>
                    <a:pt x="39" y="96"/>
                    <a:pt x="0" y="57"/>
                    <a:pt x="29" y="16"/>
                  </a:cubicBezTo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7" name="iŝḷïḓe"/>
            <p:cNvSpPr/>
            <p:nvPr/>
          </p:nvSpPr>
          <p:spPr bwMode="auto">
            <a:xfrm>
              <a:off x="6262688" y="3173413"/>
              <a:ext cx="928688" cy="163513"/>
            </a:xfrm>
            <a:custGeom>
              <a:avLst/>
              <a:gdLst>
                <a:gd name="T0" fmla="*/ 272 w 491"/>
                <a:gd name="T1" fmla="*/ 2 h 87"/>
                <a:gd name="T2" fmla="*/ 272 w 491"/>
                <a:gd name="T3" fmla="*/ 18 h 87"/>
                <a:gd name="T4" fmla="*/ 288 w 491"/>
                <a:gd name="T5" fmla="*/ 34 h 87"/>
                <a:gd name="T6" fmla="*/ 319 w 491"/>
                <a:gd name="T7" fmla="*/ 86 h 87"/>
                <a:gd name="T8" fmla="*/ 428 w 491"/>
                <a:gd name="T9" fmla="*/ 77 h 87"/>
                <a:gd name="T10" fmla="*/ 482 w 491"/>
                <a:gd name="T11" fmla="*/ 47 h 87"/>
                <a:gd name="T12" fmla="*/ 486 w 491"/>
                <a:gd name="T13" fmla="*/ 59 h 87"/>
                <a:gd name="T14" fmla="*/ 491 w 491"/>
                <a:gd name="T15" fmla="*/ 48 h 87"/>
                <a:gd name="T16" fmla="*/ 491 w 491"/>
                <a:gd name="T17" fmla="*/ 47 h 87"/>
                <a:gd name="T18" fmla="*/ 272 w 491"/>
                <a:gd name="T19" fmla="*/ 2 h 87"/>
                <a:gd name="T20" fmla="*/ 135 w 491"/>
                <a:gd name="T21" fmla="*/ 0 h 87"/>
                <a:gd name="T22" fmla="*/ 79 w 491"/>
                <a:gd name="T23" fmla="*/ 0 h 87"/>
                <a:gd name="T24" fmla="*/ 11 w 491"/>
                <a:gd name="T25" fmla="*/ 2 h 87"/>
                <a:gd name="T26" fmla="*/ 0 w 491"/>
                <a:gd name="T27" fmla="*/ 34 h 87"/>
                <a:gd name="T28" fmla="*/ 21 w 491"/>
                <a:gd name="T29" fmla="*/ 82 h 87"/>
                <a:gd name="T30" fmla="*/ 203 w 491"/>
                <a:gd name="T31" fmla="*/ 87 h 87"/>
                <a:gd name="T32" fmla="*/ 135 w 491"/>
                <a:gd name="T33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1" h="87">
                  <a:moveTo>
                    <a:pt x="272" y="2"/>
                  </a:moveTo>
                  <a:cubicBezTo>
                    <a:pt x="272" y="18"/>
                    <a:pt x="272" y="18"/>
                    <a:pt x="272" y="18"/>
                  </a:cubicBezTo>
                  <a:cubicBezTo>
                    <a:pt x="277" y="24"/>
                    <a:pt x="283" y="29"/>
                    <a:pt x="288" y="34"/>
                  </a:cubicBezTo>
                  <a:cubicBezTo>
                    <a:pt x="306" y="51"/>
                    <a:pt x="315" y="69"/>
                    <a:pt x="319" y="86"/>
                  </a:cubicBezTo>
                  <a:cubicBezTo>
                    <a:pt x="360" y="84"/>
                    <a:pt x="398" y="82"/>
                    <a:pt x="428" y="77"/>
                  </a:cubicBezTo>
                  <a:cubicBezTo>
                    <a:pt x="482" y="47"/>
                    <a:pt x="482" y="47"/>
                    <a:pt x="482" y="47"/>
                  </a:cubicBezTo>
                  <a:cubicBezTo>
                    <a:pt x="486" y="59"/>
                    <a:pt x="486" y="59"/>
                    <a:pt x="486" y="59"/>
                  </a:cubicBezTo>
                  <a:cubicBezTo>
                    <a:pt x="489" y="56"/>
                    <a:pt x="491" y="52"/>
                    <a:pt x="491" y="48"/>
                  </a:cubicBezTo>
                  <a:cubicBezTo>
                    <a:pt x="491" y="48"/>
                    <a:pt x="491" y="47"/>
                    <a:pt x="491" y="47"/>
                  </a:cubicBezTo>
                  <a:cubicBezTo>
                    <a:pt x="487" y="18"/>
                    <a:pt x="382" y="7"/>
                    <a:pt x="272" y="2"/>
                  </a:cubicBezTo>
                  <a:moveTo>
                    <a:pt x="135" y="0"/>
                  </a:moveTo>
                  <a:cubicBezTo>
                    <a:pt x="114" y="0"/>
                    <a:pt x="96" y="0"/>
                    <a:pt x="79" y="0"/>
                  </a:cubicBezTo>
                  <a:cubicBezTo>
                    <a:pt x="38" y="1"/>
                    <a:pt x="11" y="2"/>
                    <a:pt x="11" y="2"/>
                  </a:cubicBezTo>
                  <a:cubicBezTo>
                    <a:pt x="3" y="13"/>
                    <a:pt x="0" y="24"/>
                    <a:pt x="0" y="34"/>
                  </a:cubicBezTo>
                  <a:cubicBezTo>
                    <a:pt x="0" y="62"/>
                    <a:pt x="21" y="82"/>
                    <a:pt x="21" y="82"/>
                  </a:cubicBezTo>
                  <a:cubicBezTo>
                    <a:pt x="21" y="82"/>
                    <a:pt x="105" y="86"/>
                    <a:pt x="203" y="87"/>
                  </a:cubicBezTo>
                  <a:cubicBezTo>
                    <a:pt x="196" y="66"/>
                    <a:pt x="163" y="29"/>
                    <a:pt x="135" y="0"/>
                  </a:cubicBezTo>
                </a:path>
              </a:pathLst>
            </a:custGeom>
            <a:solidFill>
              <a:srgbClr val="4F5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8" name="iṥļîḑè"/>
            <p:cNvSpPr/>
            <p:nvPr/>
          </p:nvSpPr>
          <p:spPr bwMode="auto">
            <a:xfrm>
              <a:off x="5405438" y="3635375"/>
              <a:ext cx="157163" cy="1366838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9" name="iṧḷíḍé"/>
            <p:cNvSpPr/>
            <p:nvPr/>
          </p:nvSpPr>
          <p:spPr bwMode="auto">
            <a:xfrm>
              <a:off x="5405438" y="3635375"/>
              <a:ext cx="157163" cy="1366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0" name="íS1ïḍe"/>
            <p:cNvSpPr/>
            <p:nvPr/>
          </p:nvSpPr>
          <p:spPr bwMode="auto">
            <a:xfrm>
              <a:off x="5405438" y="3730625"/>
              <a:ext cx="157163" cy="23813"/>
            </a:xfrm>
            <a:custGeom>
              <a:avLst/>
              <a:gdLst>
                <a:gd name="T0" fmla="*/ 83 w 83"/>
                <a:gd name="T1" fmla="*/ 0 h 13"/>
                <a:gd name="T2" fmla="*/ 0 w 83"/>
                <a:gd name="T3" fmla="*/ 6 h 13"/>
                <a:gd name="T4" fmla="*/ 0 w 83"/>
                <a:gd name="T5" fmla="*/ 13 h 13"/>
                <a:gd name="T6" fmla="*/ 83 w 83"/>
                <a:gd name="T7" fmla="*/ 6 h 13"/>
                <a:gd name="T8" fmla="*/ 83 w 83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3">
                  <a:moveTo>
                    <a:pt x="83" y="0"/>
                  </a:moveTo>
                  <a:cubicBezTo>
                    <a:pt x="55" y="3"/>
                    <a:pt x="27" y="6"/>
                    <a:pt x="0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7" y="12"/>
                    <a:pt x="55" y="9"/>
                    <a:pt x="83" y="6"/>
                  </a:cubicBezTo>
                  <a:cubicBezTo>
                    <a:pt x="83" y="0"/>
                    <a:pt x="83" y="0"/>
                    <a:pt x="83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1" name="ïS1ïďé"/>
            <p:cNvSpPr/>
            <p:nvPr/>
          </p:nvSpPr>
          <p:spPr bwMode="auto">
            <a:xfrm>
              <a:off x="5054600" y="3463925"/>
              <a:ext cx="811213" cy="292100"/>
            </a:xfrm>
            <a:custGeom>
              <a:avLst/>
              <a:gdLst>
                <a:gd name="T0" fmla="*/ 263 w 429"/>
                <a:gd name="T1" fmla="*/ 31 h 155"/>
                <a:gd name="T2" fmla="*/ 228 w 429"/>
                <a:gd name="T3" fmla="*/ 27 h 155"/>
                <a:gd name="T4" fmla="*/ 38 w 429"/>
                <a:gd name="T5" fmla="*/ 31 h 155"/>
                <a:gd name="T6" fmla="*/ 115 w 429"/>
                <a:gd name="T7" fmla="*/ 146 h 155"/>
                <a:gd name="T8" fmla="*/ 429 w 429"/>
                <a:gd name="T9" fmla="*/ 91 h 155"/>
                <a:gd name="T10" fmla="*/ 263 w 429"/>
                <a:gd name="T11" fmla="*/ 31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9" h="155">
                  <a:moveTo>
                    <a:pt x="263" y="31"/>
                  </a:moveTo>
                  <a:cubicBezTo>
                    <a:pt x="251" y="30"/>
                    <a:pt x="239" y="29"/>
                    <a:pt x="228" y="27"/>
                  </a:cubicBezTo>
                  <a:cubicBezTo>
                    <a:pt x="183" y="18"/>
                    <a:pt x="69" y="0"/>
                    <a:pt x="38" y="31"/>
                  </a:cubicBezTo>
                  <a:cubicBezTo>
                    <a:pt x="0" y="69"/>
                    <a:pt x="13" y="136"/>
                    <a:pt x="115" y="146"/>
                  </a:cubicBezTo>
                  <a:cubicBezTo>
                    <a:pt x="218" y="155"/>
                    <a:pt x="394" y="130"/>
                    <a:pt x="429" y="91"/>
                  </a:cubicBezTo>
                  <a:cubicBezTo>
                    <a:pt x="429" y="91"/>
                    <a:pt x="365" y="39"/>
                    <a:pt x="263" y="31"/>
                  </a:cubicBezTo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2" name="ïSḻíḓe"/>
            <p:cNvSpPr/>
            <p:nvPr/>
          </p:nvSpPr>
          <p:spPr bwMode="auto">
            <a:xfrm>
              <a:off x="5521325" y="3497263"/>
              <a:ext cx="1704975" cy="706438"/>
            </a:xfrm>
            <a:custGeom>
              <a:avLst/>
              <a:gdLst>
                <a:gd name="T0" fmla="*/ 0 w 1074"/>
                <a:gd name="T1" fmla="*/ 324 h 445"/>
                <a:gd name="T2" fmla="*/ 1041 w 1074"/>
                <a:gd name="T3" fmla="*/ 0 h 445"/>
                <a:gd name="T4" fmla="*/ 1074 w 1074"/>
                <a:gd name="T5" fmla="*/ 80 h 445"/>
                <a:gd name="T6" fmla="*/ 7 w 1074"/>
                <a:gd name="T7" fmla="*/ 445 h 445"/>
                <a:gd name="T8" fmla="*/ 0 w 1074"/>
                <a:gd name="T9" fmla="*/ 32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4" h="445">
                  <a:moveTo>
                    <a:pt x="0" y="324"/>
                  </a:moveTo>
                  <a:lnTo>
                    <a:pt x="1041" y="0"/>
                  </a:lnTo>
                  <a:lnTo>
                    <a:pt x="1074" y="80"/>
                  </a:lnTo>
                  <a:lnTo>
                    <a:pt x="7" y="445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3" name="iṥ1îďè"/>
            <p:cNvSpPr/>
            <p:nvPr/>
          </p:nvSpPr>
          <p:spPr bwMode="auto">
            <a:xfrm>
              <a:off x="6010275" y="3649663"/>
              <a:ext cx="1260475" cy="1279525"/>
            </a:xfrm>
            <a:custGeom>
              <a:avLst/>
              <a:gdLst>
                <a:gd name="T0" fmla="*/ 0 w 794"/>
                <a:gd name="T1" fmla="*/ 738 h 806"/>
                <a:gd name="T2" fmla="*/ 752 w 794"/>
                <a:gd name="T3" fmla="*/ 0 h 806"/>
                <a:gd name="T4" fmla="*/ 794 w 794"/>
                <a:gd name="T5" fmla="*/ 60 h 806"/>
                <a:gd name="T6" fmla="*/ 77 w 794"/>
                <a:gd name="T7" fmla="*/ 806 h 806"/>
                <a:gd name="T8" fmla="*/ 0 w 794"/>
                <a:gd name="T9" fmla="*/ 738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4" h="806">
                  <a:moveTo>
                    <a:pt x="0" y="738"/>
                  </a:moveTo>
                  <a:lnTo>
                    <a:pt x="752" y="0"/>
                  </a:lnTo>
                  <a:lnTo>
                    <a:pt x="794" y="60"/>
                  </a:lnTo>
                  <a:lnTo>
                    <a:pt x="77" y="806"/>
                  </a:lnTo>
                  <a:lnTo>
                    <a:pt x="0" y="738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4" name="iṩļiḋè"/>
            <p:cNvSpPr/>
            <p:nvPr/>
          </p:nvSpPr>
          <p:spPr bwMode="auto">
            <a:xfrm>
              <a:off x="6010275" y="3649663"/>
              <a:ext cx="1260475" cy="1279525"/>
            </a:xfrm>
            <a:custGeom>
              <a:avLst/>
              <a:gdLst>
                <a:gd name="T0" fmla="*/ 0 w 794"/>
                <a:gd name="T1" fmla="*/ 738 h 806"/>
                <a:gd name="T2" fmla="*/ 752 w 794"/>
                <a:gd name="T3" fmla="*/ 0 h 806"/>
                <a:gd name="T4" fmla="*/ 794 w 794"/>
                <a:gd name="T5" fmla="*/ 60 h 806"/>
                <a:gd name="T6" fmla="*/ 77 w 794"/>
                <a:gd name="T7" fmla="*/ 806 h 806"/>
                <a:gd name="T8" fmla="*/ 0 w 794"/>
                <a:gd name="T9" fmla="*/ 738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4" h="806">
                  <a:moveTo>
                    <a:pt x="0" y="738"/>
                  </a:moveTo>
                  <a:lnTo>
                    <a:pt x="752" y="0"/>
                  </a:lnTo>
                  <a:lnTo>
                    <a:pt x="794" y="60"/>
                  </a:lnTo>
                  <a:lnTo>
                    <a:pt x="77" y="806"/>
                  </a:lnTo>
                  <a:lnTo>
                    <a:pt x="0" y="7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5" name="íṡḷîďê"/>
            <p:cNvSpPr/>
            <p:nvPr/>
          </p:nvSpPr>
          <p:spPr bwMode="auto">
            <a:xfrm>
              <a:off x="7351713" y="4254500"/>
              <a:ext cx="9525" cy="4763"/>
            </a:xfrm>
            <a:custGeom>
              <a:avLst/>
              <a:gdLst>
                <a:gd name="T0" fmla="*/ 5 w 5"/>
                <a:gd name="T1" fmla="*/ 0 h 2"/>
                <a:gd name="T2" fmla="*/ 0 w 5"/>
                <a:gd name="T3" fmla="*/ 2 h 2"/>
                <a:gd name="T4" fmla="*/ 0 w 5"/>
                <a:gd name="T5" fmla="*/ 2 h 2"/>
                <a:gd name="T6" fmla="*/ 5 w 5"/>
                <a:gd name="T7" fmla="*/ 0 h 2"/>
                <a:gd name="T8" fmla="*/ 5 w 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4" y="1"/>
                    <a:pt x="2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4" y="1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6" name="îṩlídê"/>
            <p:cNvSpPr/>
            <p:nvPr/>
          </p:nvSpPr>
          <p:spPr bwMode="auto">
            <a:xfrm>
              <a:off x="7351713" y="4254500"/>
              <a:ext cx="82550" cy="206375"/>
            </a:xfrm>
            <a:custGeom>
              <a:avLst/>
              <a:gdLst>
                <a:gd name="T0" fmla="*/ 5 w 44"/>
                <a:gd name="T1" fmla="*/ 0 h 109"/>
                <a:gd name="T2" fmla="*/ 0 w 44"/>
                <a:gd name="T3" fmla="*/ 2 h 109"/>
                <a:gd name="T4" fmla="*/ 38 w 44"/>
                <a:gd name="T5" fmla="*/ 109 h 109"/>
                <a:gd name="T6" fmla="*/ 44 w 44"/>
                <a:gd name="T7" fmla="*/ 107 h 109"/>
                <a:gd name="T8" fmla="*/ 5 w 44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09">
                  <a:moveTo>
                    <a:pt x="5" y="0"/>
                  </a:moveTo>
                  <a:cubicBezTo>
                    <a:pt x="4" y="1"/>
                    <a:pt x="2" y="2"/>
                    <a:pt x="0" y="2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40" y="108"/>
                    <a:pt x="42" y="107"/>
                    <a:pt x="44" y="107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7" name="iṡļiḓé"/>
            <p:cNvSpPr/>
            <p:nvPr/>
          </p:nvSpPr>
          <p:spPr bwMode="auto">
            <a:xfrm>
              <a:off x="7034213" y="3262313"/>
              <a:ext cx="701675" cy="1800225"/>
            </a:xfrm>
            <a:custGeom>
              <a:avLst/>
              <a:gdLst>
                <a:gd name="T0" fmla="*/ 442 w 442"/>
                <a:gd name="T1" fmla="*/ 1103 h 1134"/>
                <a:gd name="T2" fmla="*/ 389 w 442"/>
                <a:gd name="T3" fmla="*/ 1134 h 1134"/>
                <a:gd name="T4" fmla="*/ 17 w 442"/>
                <a:gd name="T5" fmla="*/ 95 h 1134"/>
                <a:gd name="T6" fmla="*/ 0 w 442"/>
                <a:gd name="T7" fmla="*/ 49 h 1134"/>
                <a:gd name="T8" fmla="*/ 88 w 442"/>
                <a:gd name="T9" fmla="*/ 0 h 1134"/>
                <a:gd name="T10" fmla="*/ 109 w 442"/>
                <a:gd name="T11" fmla="*/ 68 h 1134"/>
                <a:gd name="T12" fmla="*/ 442 w 442"/>
                <a:gd name="T13" fmla="*/ 1103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1134">
                  <a:moveTo>
                    <a:pt x="442" y="1103"/>
                  </a:moveTo>
                  <a:lnTo>
                    <a:pt x="389" y="1134"/>
                  </a:lnTo>
                  <a:lnTo>
                    <a:pt x="17" y="95"/>
                  </a:lnTo>
                  <a:lnTo>
                    <a:pt x="0" y="49"/>
                  </a:lnTo>
                  <a:lnTo>
                    <a:pt x="88" y="0"/>
                  </a:lnTo>
                  <a:lnTo>
                    <a:pt x="109" y="68"/>
                  </a:lnTo>
                  <a:lnTo>
                    <a:pt x="442" y="1103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8" name="íṧ1îḋê"/>
            <p:cNvSpPr/>
            <p:nvPr/>
          </p:nvSpPr>
          <p:spPr bwMode="auto">
            <a:xfrm>
              <a:off x="7034213" y="3262313"/>
              <a:ext cx="701675" cy="1800225"/>
            </a:xfrm>
            <a:custGeom>
              <a:avLst/>
              <a:gdLst>
                <a:gd name="T0" fmla="*/ 442 w 442"/>
                <a:gd name="T1" fmla="*/ 1103 h 1134"/>
                <a:gd name="T2" fmla="*/ 389 w 442"/>
                <a:gd name="T3" fmla="*/ 1134 h 1134"/>
                <a:gd name="T4" fmla="*/ 17 w 442"/>
                <a:gd name="T5" fmla="*/ 95 h 1134"/>
                <a:gd name="T6" fmla="*/ 0 w 442"/>
                <a:gd name="T7" fmla="*/ 49 h 1134"/>
                <a:gd name="T8" fmla="*/ 88 w 442"/>
                <a:gd name="T9" fmla="*/ 0 h 1134"/>
                <a:gd name="T10" fmla="*/ 109 w 442"/>
                <a:gd name="T11" fmla="*/ 68 h 1134"/>
                <a:gd name="T12" fmla="*/ 442 w 442"/>
                <a:gd name="T13" fmla="*/ 1103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1134">
                  <a:moveTo>
                    <a:pt x="442" y="1103"/>
                  </a:moveTo>
                  <a:lnTo>
                    <a:pt x="389" y="1134"/>
                  </a:lnTo>
                  <a:lnTo>
                    <a:pt x="17" y="95"/>
                  </a:lnTo>
                  <a:lnTo>
                    <a:pt x="0" y="49"/>
                  </a:lnTo>
                  <a:lnTo>
                    <a:pt x="88" y="0"/>
                  </a:lnTo>
                  <a:lnTo>
                    <a:pt x="109" y="68"/>
                  </a:lnTo>
                  <a:lnTo>
                    <a:pt x="442" y="110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9" name="îš1îḑe"/>
            <p:cNvSpPr/>
            <p:nvPr/>
          </p:nvSpPr>
          <p:spPr bwMode="auto">
            <a:xfrm>
              <a:off x="7034213" y="3262313"/>
              <a:ext cx="173038" cy="150813"/>
            </a:xfrm>
            <a:custGeom>
              <a:avLst/>
              <a:gdLst>
                <a:gd name="T0" fmla="*/ 88 w 109"/>
                <a:gd name="T1" fmla="*/ 0 h 95"/>
                <a:gd name="T2" fmla="*/ 0 w 109"/>
                <a:gd name="T3" fmla="*/ 49 h 95"/>
                <a:gd name="T4" fmla="*/ 17 w 109"/>
                <a:gd name="T5" fmla="*/ 95 h 95"/>
                <a:gd name="T6" fmla="*/ 109 w 109"/>
                <a:gd name="T7" fmla="*/ 68 h 95"/>
                <a:gd name="T8" fmla="*/ 88 w 109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95">
                  <a:moveTo>
                    <a:pt x="88" y="0"/>
                  </a:moveTo>
                  <a:lnTo>
                    <a:pt x="0" y="49"/>
                  </a:lnTo>
                  <a:lnTo>
                    <a:pt x="17" y="95"/>
                  </a:lnTo>
                  <a:lnTo>
                    <a:pt x="109" y="68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0" name="îṣḷïḍé"/>
            <p:cNvSpPr/>
            <p:nvPr/>
          </p:nvSpPr>
          <p:spPr bwMode="auto">
            <a:xfrm>
              <a:off x="7034213" y="3262313"/>
              <a:ext cx="173038" cy="150813"/>
            </a:xfrm>
            <a:custGeom>
              <a:avLst/>
              <a:gdLst>
                <a:gd name="T0" fmla="*/ 88 w 109"/>
                <a:gd name="T1" fmla="*/ 0 h 95"/>
                <a:gd name="T2" fmla="*/ 0 w 109"/>
                <a:gd name="T3" fmla="*/ 49 h 95"/>
                <a:gd name="T4" fmla="*/ 17 w 109"/>
                <a:gd name="T5" fmla="*/ 95 h 95"/>
                <a:gd name="T6" fmla="*/ 109 w 109"/>
                <a:gd name="T7" fmla="*/ 68 h 95"/>
                <a:gd name="T8" fmla="*/ 88 w 109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95">
                  <a:moveTo>
                    <a:pt x="88" y="0"/>
                  </a:moveTo>
                  <a:lnTo>
                    <a:pt x="0" y="49"/>
                  </a:lnTo>
                  <a:lnTo>
                    <a:pt x="17" y="95"/>
                  </a:lnTo>
                  <a:lnTo>
                    <a:pt x="109" y="68"/>
                  </a:lnTo>
                  <a:lnTo>
                    <a:pt x="8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1" name="ïṩ1ïḓe"/>
            <p:cNvSpPr/>
            <p:nvPr/>
          </p:nvSpPr>
          <p:spPr bwMode="auto">
            <a:xfrm>
              <a:off x="6264275" y="3213100"/>
              <a:ext cx="1017588" cy="398463"/>
            </a:xfrm>
            <a:custGeom>
              <a:avLst/>
              <a:gdLst>
                <a:gd name="T0" fmla="*/ 23 w 538"/>
                <a:gd name="T1" fmla="*/ 151 h 211"/>
                <a:gd name="T2" fmla="*/ 461 w 538"/>
                <a:gd name="T3" fmla="*/ 0 h 211"/>
                <a:gd name="T4" fmla="*/ 509 w 538"/>
                <a:gd name="T5" fmla="*/ 74 h 211"/>
                <a:gd name="T6" fmla="*/ 68 w 538"/>
                <a:gd name="T7" fmla="*/ 205 h 211"/>
                <a:gd name="T8" fmla="*/ 23 w 538"/>
                <a:gd name="T9" fmla="*/ 15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211">
                  <a:moveTo>
                    <a:pt x="23" y="151"/>
                  </a:moveTo>
                  <a:cubicBezTo>
                    <a:pt x="461" y="0"/>
                    <a:pt x="461" y="0"/>
                    <a:pt x="461" y="0"/>
                  </a:cubicBezTo>
                  <a:cubicBezTo>
                    <a:pt x="461" y="0"/>
                    <a:pt x="538" y="10"/>
                    <a:pt x="509" y="74"/>
                  </a:cubicBezTo>
                  <a:cubicBezTo>
                    <a:pt x="68" y="205"/>
                    <a:pt x="68" y="205"/>
                    <a:pt x="68" y="205"/>
                  </a:cubicBezTo>
                  <a:cubicBezTo>
                    <a:pt x="68" y="205"/>
                    <a:pt x="0" y="211"/>
                    <a:pt x="23" y="151"/>
                  </a:cubicBezTo>
                  <a:close/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2" name="ïŝļiḑé"/>
            <p:cNvSpPr/>
            <p:nvPr/>
          </p:nvSpPr>
          <p:spPr bwMode="auto">
            <a:xfrm>
              <a:off x="3487738" y="4076700"/>
              <a:ext cx="1884363" cy="1987550"/>
            </a:xfrm>
            <a:custGeom>
              <a:avLst/>
              <a:gdLst>
                <a:gd name="T0" fmla="*/ 985 w 996"/>
                <a:gd name="T1" fmla="*/ 423 h 1053"/>
                <a:gd name="T2" fmla="*/ 890 w 996"/>
                <a:gd name="T3" fmla="*/ 229 h 1053"/>
                <a:gd name="T4" fmla="*/ 833 w 996"/>
                <a:gd name="T5" fmla="*/ 170 h 1053"/>
                <a:gd name="T6" fmla="*/ 169 w 996"/>
                <a:gd name="T7" fmla="*/ 219 h 1053"/>
                <a:gd name="T8" fmla="*/ 218 w 996"/>
                <a:gd name="T9" fmla="*/ 883 h 1053"/>
                <a:gd name="T10" fmla="*/ 882 w 996"/>
                <a:gd name="T11" fmla="*/ 834 h 1053"/>
                <a:gd name="T12" fmla="*/ 990 w 996"/>
                <a:gd name="T13" fmla="*/ 600 h 1053"/>
                <a:gd name="T14" fmla="*/ 996 w 996"/>
                <a:gd name="T15" fmla="*/ 527 h 1053"/>
                <a:gd name="T16" fmla="*/ 985 w 996"/>
                <a:gd name="T17" fmla="*/ 423 h 1053"/>
                <a:gd name="T18" fmla="*/ 524 w 996"/>
                <a:gd name="T19" fmla="*/ 880 h 1053"/>
                <a:gd name="T20" fmla="*/ 169 w 996"/>
                <a:gd name="T21" fmla="*/ 525 h 1053"/>
                <a:gd name="T22" fmla="*/ 525 w 996"/>
                <a:gd name="T23" fmla="*/ 170 h 1053"/>
                <a:gd name="T24" fmla="*/ 879 w 996"/>
                <a:gd name="T25" fmla="*/ 526 h 1053"/>
                <a:gd name="T26" fmla="*/ 874 w 996"/>
                <a:gd name="T27" fmla="*/ 589 h 1053"/>
                <a:gd name="T28" fmla="*/ 524 w 996"/>
                <a:gd name="T29" fmla="*/ 880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6" h="1053">
                  <a:moveTo>
                    <a:pt x="985" y="423"/>
                  </a:moveTo>
                  <a:cubicBezTo>
                    <a:pt x="969" y="352"/>
                    <a:pt x="936" y="285"/>
                    <a:pt x="890" y="229"/>
                  </a:cubicBezTo>
                  <a:cubicBezTo>
                    <a:pt x="873" y="208"/>
                    <a:pt x="854" y="188"/>
                    <a:pt x="833" y="170"/>
                  </a:cubicBezTo>
                  <a:cubicBezTo>
                    <a:pt x="636" y="0"/>
                    <a:pt x="339" y="22"/>
                    <a:pt x="169" y="219"/>
                  </a:cubicBezTo>
                  <a:cubicBezTo>
                    <a:pt x="0" y="416"/>
                    <a:pt x="21" y="713"/>
                    <a:pt x="218" y="883"/>
                  </a:cubicBezTo>
                  <a:cubicBezTo>
                    <a:pt x="415" y="1053"/>
                    <a:pt x="712" y="1031"/>
                    <a:pt x="882" y="834"/>
                  </a:cubicBezTo>
                  <a:cubicBezTo>
                    <a:pt x="939" y="768"/>
                    <a:pt x="977" y="686"/>
                    <a:pt x="990" y="600"/>
                  </a:cubicBezTo>
                  <a:cubicBezTo>
                    <a:pt x="994" y="576"/>
                    <a:pt x="996" y="551"/>
                    <a:pt x="996" y="527"/>
                  </a:cubicBezTo>
                  <a:cubicBezTo>
                    <a:pt x="996" y="492"/>
                    <a:pt x="992" y="457"/>
                    <a:pt x="985" y="423"/>
                  </a:cubicBezTo>
                  <a:moveTo>
                    <a:pt x="524" y="880"/>
                  </a:moveTo>
                  <a:cubicBezTo>
                    <a:pt x="328" y="880"/>
                    <a:pt x="169" y="721"/>
                    <a:pt x="169" y="525"/>
                  </a:cubicBezTo>
                  <a:cubicBezTo>
                    <a:pt x="169" y="329"/>
                    <a:pt x="329" y="170"/>
                    <a:pt x="525" y="170"/>
                  </a:cubicBezTo>
                  <a:cubicBezTo>
                    <a:pt x="721" y="170"/>
                    <a:pt x="879" y="330"/>
                    <a:pt x="879" y="526"/>
                  </a:cubicBezTo>
                  <a:cubicBezTo>
                    <a:pt x="879" y="547"/>
                    <a:pt x="877" y="568"/>
                    <a:pt x="874" y="589"/>
                  </a:cubicBezTo>
                  <a:cubicBezTo>
                    <a:pt x="843" y="758"/>
                    <a:pt x="695" y="880"/>
                    <a:pt x="524" y="880"/>
                  </a:cubicBezTo>
                </a:path>
              </a:pathLst>
            </a:cu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3" name="ï$ḷïďé"/>
            <p:cNvSpPr/>
            <p:nvPr/>
          </p:nvSpPr>
          <p:spPr bwMode="auto">
            <a:xfrm>
              <a:off x="5133975" y="4875213"/>
              <a:ext cx="219075" cy="55563"/>
            </a:xfrm>
            <a:custGeom>
              <a:avLst/>
              <a:gdLst>
                <a:gd name="T0" fmla="*/ 115 w 116"/>
                <a:gd name="T1" fmla="*/ 0 h 29"/>
                <a:gd name="T2" fmla="*/ 0 w 116"/>
                <a:gd name="T3" fmla="*/ 23 h 29"/>
                <a:gd name="T4" fmla="*/ 2 w 116"/>
                <a:gd name="T5" fmla="*/ 29 h 29"/>
                <a:gd name="T6" fmla="*/ 116 w 116"/>
                <a:gd name="T7" fmla="*/ 6 h 29"/>
                <a:gd name="T8" fmla="*/ 115 w 116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29">
                  <a:moveTo>
                    <a:pt x="115" y="0"/>
                  </a:moveTo>
                  <a:cubicBezTo>
                    <a:pt x="77" y="7"/>
                    <a:pt x="38" y="15"/>
                    <a:pt x="0" y="23"/>
                  </a:cubicBezTo>
                  <a:cubicBezTo>
                    <a:pt x="1" y="25"/>
                    <a:pt x="1" y="27"/>
                    <a:pt x="2" y="29"/>
                  </a:cubicBezTo>
                  <a:cubicBezTo>
                    <a:pt x="40" y="21"/>
                    <a:pt x="78" y="13"/>
                    <a:pt x="116" y="6"/>
                  </a:cubicBezTo>
                  <a:cubicBezTo>
                    <a:pt x="116" y="4"/>
                    <a:pt x="115" y="2"/>
                    <a:pt x="115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4" name="iṧ1ïde"/>
            <p:cNvSpPr/>
            <p:nvPr/>
          </p:nvSpPr>
          <p:spPr bwMode="auto">
            <a:xfrm>
              <a:off x="5405438" y="4841875"/>
              <a:ext cx="157163" cy="34925"/>
            </a:xfrm>
            <a:custGeom>
              <a:avLst/>
              <a:gdLst>
                <a:gd name="T0" fmla="*/ 83 w 83"/>
                <a:gd name="T1" fmla="*/ 0 h 19"/>
                <a:gd name="T2" fmla="*/ 0 w 83"/>
                <a:gd name="T3" fmla="*/ 13 h 19"/>
                <a:gd name="T4" fmla="*/ 0 w 83"/>
                <a:gd name="T5" fmla="*/ 19 h 19"/>
                <a:gd name="T6" fmla="*/ 83 w 83"/>
                <a:gd name="T7" fmla="*/ 6 h 19"/>
                <a:gd name="T8" fmla="*/ 83 w 83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9">
                  <a:moveTo>
                    <a:pt x="83" y="0"/>
                  </a:moveTo>
                  <a:cubicBezTo>
                    <a:pt x="57" y="3"/>
                    <a:pt x="29" y="8"/>
                    <a:pt x="0" y="13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9" y="14"/>
                    <a:pt x="57" y="10"/>
                    <a:pt x="83" y="6"/>
                  </a:cubicBezTo>
                  <a:cubicBezTo>
                    <a:pt x="83" y="0"/>
                    <a:pt x="83" y="0"/>
                    <a:pt x="83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5" name="ïşḻiḓè"/>
            <p:cNvSpPr/>
            <p:nvPr/>
          </p:nvSpPr>
          <p:spPr bwMode="auto">
            <a:xfrm>
              <a:off x="4521200" y="4735513"/>
              <a:ext cx="1611313" cy="544513"/>
            </a:xfrm>
            <a:custGeom>
              <a:avLst/>
              <a:gdLst>
                <a:gd name="T0" fmla="*/ 13 w 852"/>
                <a:gd name="T1" fmla="*/ 176 h 288"/>
                <a:gd name="T2" fmla="*/ 740 w 852"/>
                <a:gd name="T3" fmla="*/ 67 h 288"/>
                <a:gd name="T4" fmla="*/ 682 w 852"/>
                <a:gd name="T5" fmla="*/ 256 h 288"/>
                <a:gd name="T6" fmla="*/ 0 w 852"/>
                <a:gd name="T7" fmla="*/ 202 h 288"/>
                <a:gd name="T8" fmla="*/ 13 w 852"/>
                <a:gd name="T9" fmla="*/ 1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2" h="288">
                  <a:moveTo>
                    <a:pt x="13" y="176"/>
                  </a:moveTo>
                  <a:cubicBezTo>
                    <a:pt x="13" y="176"/>
                    <a:pt x="685" y="0"/>
                    <a:pt x="740" y="67"/>
                  </a:cubicBezTo>
                  <a:cubicBezTo>
                    <a:pt x="794" y="134"/>
                    <a:pt x="852" y="224"/>
                    <a:pt x="682" y="256"/>
                  </a:cubicBezTo>
                  <a:cubicBezTo>
                    <a:pt x="513" y="288"/>
                    <a:pt x="0" y="202"/>
                    <a:pt x="0" y="202"/>
                  </a:cubicBezTo>
                  <a:cubicBezTo>
                    <a:pt x="13" y="176"/>
                    <a:pt x="13" y="176"/>
                    <a:pt x="13" y="176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6" name="iśḻïdè"/>
            <p:cNvSpPr/>
            <p:nvPr/>
          </p:nvSpPr>
          <p:spPr bwMode="auto">
            <a:xfrm>
              <a:off x="4911725" y="4398963"/>
              <a:ext cx="161925" cy="165100"/>
            </a:xfrm>
            <a:custGeom>
              <a:avLst/>
              <a:gdLst>
                <a:gd name="T0" fmla="*/ 80 w 85"/>
                <a:gd name="T1" fmla="*/ 0 h 88"/>
                <a:gd name="T2" fmla="*/ 0 w 85"/>
                <a:gd name="T3" fmla="*/ 84 h 88"/>
                <a:gd name="T4" fmla="*/ 6 w 85"/>
                <a:gd name="T5" fmla="*/ 88 h 88"/>
                <a:gd name="T6" fmla="*/ 85 w 85"/>
                <a:gd name="T7" fmla="*/ 5 h 88"/>
                <a:gd name="T8" fmla="*/ 80 w 85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80" y="0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2" y="85"/>
                    <a:pt x="4" y="87"/>
                    <a:pt x="6" y="88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4" y="3"/>
                    <a:pt x="82" y="2"/>
                    <a:pt x="80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7" name="îṡ1ïḑé"/>
            <p:cNvSpPr/>
            <p:nvPr/>
          </p:nvSpPr>
          <p:spPr bwMode="auto">
            <a:xfrm>
              <a:off x="4503738" y="4011613"/>
              <a:ext cx="979488" cy="1081088"/>
            </a:xfrm>
            <a:custGeom>
              <a:avLst/>
              <a:gdLst>
                <a:gd name="T0" fmla="*/ 0 w 617"/>
                <a:gd name="T1" fmla="*/ 624 h 681"/>
                <a:gd name="T2" fmla="*/ 598 w 617"/>
                <a:gd name="T3" fmla="*/ 0 h 681"/>
                <a:gd name="T4" fmla="*/ 617 w 617"/>
                <a:gd name="T5" fmla="*/ 144 h 681"/>
                <a:gd name="T6" fmla="*/ 30 w 617"/>
                <a:gd name="T7" fmla="*/ 681 h 681"/>
                <a:gd name="T8" fmla="*/ 0 w 617"/>
                <a:gd name="T9" fmla="*/ 624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681">
                  <a:moveTo>
                    <a:pt x="0" y="624"/>
                  </a:moveTo>
                  <a:lnTo>
                    <a:pt x="598" y="0"/>
                  </a:lnTo>
                  <a:lnTo>
                    <a:pt x="617" y="144"/>
                  </a:lnTo>
                  <a:lnTo>
                    <a:pt x="30" y="681"/>
                  </a:lnTo>
                  <a:lnTo>
                    <a:pt x="0" y="624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8" name="íśľíḓè"/>
            <p:cNvSpPr/>
            <p:nvPr/>
          </p:nvSpPr>
          <p:spPr bwMode="auto">
            <a:xfrm>
              <a:off x="4503738" y="4011613"/>
              <a:ext cx="979488" cy="1081088"/>
            </a:xfrm>
            <a:custGeom>
              <a:avLst/>
              <a:gdLst>
                <a:gd name="T0" fmla="*/ 0 w 617"/>
                <a:gd name="T1" fmla="*/ 624 h 681"/>
                <a:gd name="T2" fmla="*/ 598 w 617"/>
                <a:gd name="T3" fmla="*/ 0 h 681"/>
                <a:gd name="T4" fmla="*/ 617 w 617"/>
                <a:gd name="T5" fmla="*/ 144 h 681"/>
                <a:gd name="T6" fmla="*/ 30 w 617"/>
                <a:gd name="T7" fmla="*/ 681 h 681"/>
                <a:gd name="T8" fmla="*/ 0 w 617"/>
                <a:gd name="T9" fmla="*/ 624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7" h="681">
                  <a:moveTo>
                    <a:pt x="0" y="624"/>
                  </a:moveTo>
                  <a:lnTo>
                    <a:pt x="598" y="0"/>
                  </a:lnTo>
                  <a:lnTo>
                    <a:pt x="617" y="144"/>
                  </a:lnTo>
                  <a:lnTo>
                    <a:pt x="30" y="681"/>
                  </a:lnTo>
                  <a:lnTo>
                    <a:pt x="0" y="6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9" name="íṧḷiḑé"/>
            <p:cNvSpPr/>
            <p:nvPr/>
          </p:nvSpPr>
          <p:spPr bwMode="auto">
            <a:xfrm>
              <a:off x="4394200" y="4972050"/>
              <a:ext cx="166688" cy="192088"/>
            </a:xfrm>
            <a:custGeom>
              <a:avLst/>
              <a:gdLst>
                <a:gd name="T0" fmla="*/ 51 w 88"/>
                <a:gd name="T1" fmla="*/ 80 h 102"/>
                <a:gd name="T2" fmla="*/ 52 w 88"/>
                <a:gd name="T3" fmla="*/ 102 h 102"/>
                <a:gd name="T4" fmla="*/ 64 w 88"/>
                <a:gd name="T5" fmla="*/ 101 h 102"/>
                <a:gd name="T6" fmla="*/ 51 w 88"/>
                <a:gd name="T7" fmla="*/ 80 h 102"/>
                <a:gd name="T8" fmla="*/ 41 w 88"/>
                <a:gd name="T9" fmla="*/ 64 h 102"/>
                <a:gd name="T10" fmla="*/ 16 w 88"/>
                <a:gd name="T11" fmla="*/ 73 h 102"/>
                <a:gd name="T12" fmla="*/ 12 w 88"/>
                <a:gd name="T13" fmla="*/ 84 h 102"/>
                <a:gd name="T14" fmla="*/ 44 w 88"/>
                <a:gd name="T15" fmla="*/ 102 h 102"/>
                <a:gd name="T16" fmla="*/ 42 w 88"/>
                <a:gd name="T17" fmla="*/ 65 h 102"/>
                <a:gd name="T18" fmla="*/ 41 w 88"/>
                <a:gd name="T19" fmla="*/ 64 h 102"/>
                <a:gd name="T20" fmla="*/ 50 w 88"/>
                <a:gd name="T21" fmla="*/ 64 h 102"/>
                <a:gd name="T22" fmla="*/ 71 w 88"/>
                <a:gd name="T23" fmla="*/ 98 h 102"/>
                <a:gd name="T24" fmla="*/ 88 w 88"/>
                <a:gd name="T25" fmla="*/ 87 h 102"/>
                <a:gd name="T26" fmla="*/ 73 w 88"/>
                <a:gd name="T27" fmla="*/ 78 h 102"/>
                <a:gd name="T28" fmla="*/ 67 w 88"/>
                <a:gd name="T29" fmla="*/ 77 h 102"/>
                <a:gd name="T30" fmla="*/ 69 w 88"/>
                <a:gd name="T31" fmla="*/ 75 h 102"/>
                <a:gd name="T32" fmla="*/ 62 w 88"/>
                <a:gd name="T33" fmla="*/ 70 h 102"/>
                <a:gd name="T34" fmla="*/ 50 w 88"/>
                <a:gd name="T35" fmla="*/ 64 h 102"/>
                <a:gd name="T36" fmla="*/ 77 w 88"/>
                <a:gd name="T37" fmla="*/ 52 h 102"/>
                <a:gd name="T38" fmla="*/ 58 w 88"/>
                <a:gd name="T39" fmla="*/ 59 h 102"/>
                <a:gd name="T40" fmla="*/ 66 w 88"/>
                <a:gd name="T41" fmla="*/ 63 h 102"/>
                <a:gd name="T42" fmla="*/ 72 w 88"/>
                <a:gd name="T43" fmla="*/ 67 h 102"/>
                <a:gd name="T44" fmla="*/ 78 w 88"/>
                <a:gd name="T45" fmla="*/ 55 h 102"/>
                <a:gd name="T46" fmla="*/ 77 w 88"/>
                <a:gd name="T47" fmla="*/ 52 h 102"/>
                <a:gd name="T48" fmla="*/ 2 w 88"/>
                <a:gd name="T49" fmla="*/ 37 h 102"/>
                <a:gd name="T50" fmla="*/ 0 w 88"/>
                <a:gd name="T51" fmla="*/ 47 h 102"/>
                <a:gd name="T52" fmla="*/ 13 w 88"/>
                <a:gd name="T53" fmla="*/ 47 h 102"/>
                <a:gd name="T54" fmla="*/ 13 w 88"/>
                <a:gd name="T55" fmla="*/ 55 h 102"/>
                <a:gd name="T56" fmla="*/ 0 w 88"/>
                <a:gd name="T57" fmla="*/ 55 h 102"/>
                <a:gd name="T58" fmla="*/ 4 w 88"/>
                <a:gd name="T59" fmla="*/ 71 h 102"/>
                <a:gd name="T60" fmla="*/ 9 w 88"/>
                <a:gd name="T61" fmla="*/ 68 h 102"/>
                <a:gd name="T62" fmla="*/ 10 w 88"/>
                <a:gd name="T63" fmla="*/ 67 h 102"/>
                <a:gd name="T64" fmla="*/ 11 w 88"/>
                <a:gd name="T65" fmla="*/ 66 h 102"/>
                <a:gd name="T66" fmla="*/ 30 w 88"/>
                <a:gd name="T67" fmla="*/ 53 h 102"/>
                <a:gd name="T68" fmla="*/ 2 w 88"/>
                <a:gd name="T69" fmla="*/ 37 h 102"/>
                <a:gd name="T70" fmla="*/ 68 w 88"/>
                <a:gd name="T71" fmla="*/ 35 h 102"/>
                <a:gd name="T72" fmla="*/ 49 w 88"/>
                <a:gd name="T73" fmla="*/ 49 h 102"/>
                <a:gd name="T74" fmla="*/ 49 w 88"/>
                <a:gd name="T75" fmla="*/ 51 h 102"/>
                <a:gd name="T76" fmla="*/ 49 w 88"/>
                <a:gd name="T77" fmla="*/ 53 h 102"/>
                <a:gd name="T78" fmla="*/ 73 w 88"/>
                <a:gd name="T79" fmla="*/ 45 h 102"/>
                <a:gd name="T80" fmla="*/ 68 w 88"/>
                <a:gd name="T81" fmla="*/ 35 h 102"/>
                <a:gd name="T82" fmla="*/ 15 w 88"/>
                <a:gd name="T83" fmla="*/ 15 h 102"/>
                <a:gd name="T84" fmla="*/ 5 w 88"/>
                <a:gd name="T85" fmla="*/ 29 h 102"/>
                <a:gd name="T86" fmla="*/ 27 w 88"/>
                <a:gd name="T87" fmla="*/ 42 h 102"/>
                <a:gd name="T88" fmla="*/ 22 w 88"/>
                <a:gd name="T89" fmla="*/ 33 h 102"/>
                <a:gd name="T90" fmla="*/ 15 w 88"/>
                <a:gd name="T91" fmla="*/ 15 h 102"/>
                <a:gd name="T92" fmla="*/ 43 w 88"/>
                <a:gd name="T93" fmla="*/ 0 h 102"/>
                <a:gd name="T94" fmla="*/ 22 w 88"/>
                <a:gd name="T95" fmla="*/ 9 h 102"/>
                <a:gd name="T96" fmla="*/ 29 w 88"/>
                <a:gd name="T97" fmla="*/ 30 h 102"/>
                <a:gd name="T98" fmla="*/ 40 w 88"/>
                <a:gd name="T99" fmla="*/ 46 h 102"/>
                <a:gd name="T100" fmla="*/ 41 w 88"/>
                <a:gd name="T101" fmla="*/ 45 h 102"/>
                <a:gd name="T102" fmla="*/ 43 w 88"/>
                <a:gd name="T103" fmla="*/ 0 h 102"/>
                <a:gd name="T104" fmla="*/ 51 w 88"/>
                <a:gd name="T105" fmla="*/ 0 h 102"/>
                <a:gd name="T106" fmla="*/ 51 w 88"/>
                <a:gd name="T107" fmla="*/ 0 h 102"/>
                <a:gd name="T108" fmla="*/ 49 w 88"/>
                <a:gd name="T109" fmla="*/ 39 h 102"/>
                <a:gd name="T110" fmla="*/ 64 w 88"/>
                <a:gd name="T111" fmla="*/ 28 h 102"/>
                <a:gd name="T112" fmla="*/ 58 w 88"/>
                <a:gd name="T113" fmla="*/ 16 h 102"/>
                <a:gd name="T114" fmla="*/ 70 w 88"/>
                <a:gd name="T115" fmla="*/ 3 h 102"/>
                <a:gd name="T116" fmla="*/ 51 w 88"/>
                <a:gd name="T1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8" h="102">
                  <a:moveTo>
                    <a:pt x="51" y="80"/>
                  </a:moveTo>
                  <a:cubicBezTo>
                    <a:pt x="52" y="102"/>
                    <a:pt x="52" y="102"/>
                    <a:pt x="52" y="102"/>
                  </a:cubicBezTo>
                  <a:cubicBezTo>
                    <a:pt x="56" y="102"/>
                    <a:pt x="60" y="102"/>
                    <a:pt x="64" y="101"/>
                  </a:cubicBezTo>
                  <a:cubicBezTo>
                    <a:pt x="51" y="80"/>
                    <a:pt x="51" y="80"/>
                    <a:pt x="51" y="80"/>
                  </a:cubicBezTo>
                  <a:moveTo>
                    <a:pt x="41" y="64"/>
                  </a:moveTo>
                  <a:cubicBezTo>
                    <a:pt x="16" y="73"/>
                    <a:pt x="16" y="73"/>
                    <a:pt x="16" y="73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20" y="93"/>
                    <a:pt x="31" y="100"/>
                    <a:pt x="44" y="102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50" y="64"/>
                  </a:moveTo>
                  <a:cubicBezTo>
                    <a:pt x="71" y="98"/>
                    <a:pt x="71" y="98"/>
                    <a:pt x="71" y="98"/>
                  </a:cubicBezTo>
                  <a:cubicBezTo>
                    <a:pt x="78" y="95"/>
                    <a:pt x="83" y="92"/>
                    <a:pt x="88" y="87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69" y="77"/>
                    <a:pt x="67" y="77"/>
                    <a:pt x="67" y="77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50" y="64"/>
                    <a:pt x="50" y="64"/>
                    <a:pt x="50" y="64"/>
                  </a:cubicBezTo>
                  <a:moveTo>
                    <a:pt x="77" y="52"/>
                  </a:moveTo>
                  <a:cubicBezTo>
                    <a:pt x="58" y="59"/>
                    <a:pt x="58" y="59"/>
                    <a:pt x="58" y="59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78" y="55"/>
                    <a:pt x="78" y="55"/>
                    <a:pt x="78" y="55"/>
                  </a:cubicBezTo>
                  <a:cubicBezTo>
                    <a:pt x="77" y="52"/>
                    <a:pt x="77" y="52"/>
                    <a:pt x="77" y="52"/>
                  </a:cubicBezTo>
                  <a:moveTo>
                    <a:pt x="2" y="37"/>
                  </a:moveTo>
                  <a:cubicBezTo>
                    <a:pt x="1" y="40"/>
                    <a:pt x="1" y="43"/>
                    <a:pt x="0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61"/>
                    <a:pt x="2" y="66"/>
                    <a:pt x="4" y="71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" y="37"/>
                    <a:pt x="2" y="37"/>
                    <a:pt x="2" y="37"/>
                  </a:cubicBezTo>
                  <a:moveTo>
                    <a:pt x="68" y="35"/>
                  </a:moveTo>
                  <a:cubicBezTo>
                    <a:pt x="49" y="49"/>
                    <a:pt x="49" y="49"/>
                    <a:pt x="49" y="49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68" y="35"/>
                    <a:pt x="68" y="35"/>
                    <a:pt x="68" y="35"/>
                  </a:cubicBezTo>
                  <a:moveTo>
                    <a:pt x="15" y="15"/>
                  </a:moveTo>
                  <a:cubicBezTo>
                    <a:pt x="11" y="19"/>
                    <a:pt x="7" y="24"/>
                    <a:pt x="5" y="29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15" y="15"/>
                    <a:pt x="15" y="15"/>
                    <a:pt x="15" y="15"/>
                  </a:cubicBezTo>
                  <a:moveTo>
                    <a:pt x="43" y="0"/>
                  </a:moveTo>
                  <a:cubicBezTo>
                    <a:pt x="35" y="2"/>
                    <a:pt x="28" y="5"/>
                    <a:pt x="22" y="9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3" y="0"/>
                    <a:pt x="43" y="0"/>
                    <a:pt x="43" y="0"/>
                  </a:cubicBezTo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4" y="1"/>
                    <a:pt x="58" y="0"/>
                    <a:pt x="51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0" name="îsľïdê"/>
            <p:cNvSpPr/>
            <p:nvPr/>
          </p:nvSpPr>
          <p:spPr bwMode="auto">
            <a:xfrm>
              <a:off x="4394200" y="4972050"/>
              <a:ext cx="176213" cy="192088"/>
            </a:xfrm>
            <a:custGeom>
              <a:avLst/>
              <a:gdLst>
                <a:gd name="T0" fmla="*/ 73 w 93"/>
                <a:gd name="T1" fmla="*/ 78 h 102"/>
                <a:gd name="T2" fmla="*/ 88 w 93"/>
                <a:gd name="T3" fmla="*/ 87 h 102"/>
                <a:gd name="T4" fmla="*/ 93 w 93"/>
                <a:gd name="T5" fmla="*/ 81 h 102"/>
                <a:gd name="T6" fmla="*/ 73 w 93"/>
                <a:gd name="T7" fmla="*/ 78 h 102"/>
                <a:gd name="T8" fmla="*/ 0 w 93"/>
                <a:gd name="T9" fmla="*/ 47 h 102"/>
                <a:gd name="T10" fmla="*/ 0 w 93"/>
                <a:gd name="T11" fmla="*/ 51 h 102"/>
                <a:gd name="T12" fmla="*/ 0 w 93"/>
                <a:gd name="T13" fmla="*/ 55 h 102"/>
                <a:gd name="T14" fmla="*/ 13 w 93"/>
                <a:gd name="T15" fmla="*/ 55 h 102"/>
                <a:gd name="T16" fmla="*/ 13 w 93"/>
                <a:gd name="T17" fmla="*/ 47 h 102"/>
                <a:gd name="T18" fmla="*/ 0 w 93"/>
                <a:gd name="T19" fmla="*/ 47 h 102"/>
                <a:gd name="T20" fmla="*/ 51 w 93"/>
                <a:gd name="T21" fmla="*/ 0 h 102"/>
                <a:gd name="T22" fmla="*/ 43 w 93"/>
                <a:gd name="T23" fmla="*/ 0 h 102"/>
                <a:gd name="T24" fmla="*/ 41 w 93"/>
                <a:gd name="T25" fmla="*/ 45 h 102"/>
                <a:gd name="T26" fmla="*/ 40 w 93"/>
                <a:gd name="T27" fmla="*/ 46 h 102"/>
                <a:gd name="T28" fmla="*/ 29 w 93"/>
                <a:gd name="T29" fmla="*/ 30 h 102"/>
                <a:gd name="T30" fmla="*/ 22 w 93"/>
                <a:gd name="T31" fmla="*/ 9 h 102"/>
                <a:gd name="T32" fmla="*/ 15 w 93"/>
                <a:gd name="T33" fmla="*/ 15 h 102"/>
                <a:gd name="T34" fmla="*/ 22 w 93"/>
                <a:gd name="T35" fmla="*/ 33 h 102"/>
                <a:gd name="T36" fmla="*/ 27 w 93"/>
                <a:gd name="T37" fmla="*/ 42 h 102"/>
                <a:gd name="T38" fmla="*/ 5 w 93"/>
                <a:gd name="T39" fmla="*/ 29 h 102"/>
                <a:gd name="T40" fmla="*/ 2 w 93"/>
                <a:gd name="T41" fmla="*/ 37 h 102"/>
                <a:gd name="T42" fmla="*/ 30 w 93"/>
                <a:gd name="T43" fmla="*/ 53 h 102"/>
                <a:gd name="T44" fmla="*/ 11 w 93"/>
                <a:gd name="T45" fmla="*/ 66 h 102"/>
                <a:gd name="T46" fmla="*/ 10 w 93"/>
                <a:gd name="T47" fmla="*/ 67 h 102"/>
                <a:gd name="T48" fmla="*/ 9 w 93"/>
                <a:gd name="T49" fmla="*/ 68 h 102"/>
                <a:gd name="T50" fmla="*/ 4 w 93"/>
                <a:gd name="T51" fmla="*/ 71 h 102"/>
                <a:gd name="T52" fmla="*/ 12 w 93"/>
                <a:gd name="T53" fmla="*/ 84 h 102"/>
                <a:gd name="T54" fmla="*/ 16 w 93"/>
                <a:gd name="T55" fmla="*/ 73 h 102"/>
                <a:gd name="T56" fmla="*/ 41 w 93"/>
                <a:gd name="T57" fmla="*/ 64 h 102"/>
                <a:gd name="T58" fmla="*/ 42 w 93"/>
                <a:gd name="T59" fmla="*/ 65 h 102"/>
                <a:gd name="T60" fmla="*/ 44 w 93"/>
                <a:gd name="T61" fmla="*/ 102 h 102"/>
                <a:gd name="T62" fmla="*/ 51 w 93"/>
                <a:gd name="T63" fmla="*/ 102 h 102"/>
                <a:gd name="T64" fmla="*/ 52 w 93"/>
                <a:gd name="T65" fmla="*/ 102 h 102"/>
                <a:gd name="T66" fmla="*/ 51 w 93"/>
                <a:gd name="T67" fmla="*/ 80 h 102"/>
                <a:gd name="T68" fmla="*/ 64 w 93"/>
                <a:gd name="T69" fmla="*/ 101 h 102"/>
                <a:gd name="T70" fmla="*/ 71 w 93"/>
                <a:gd name="T71" fmla="*/ 98 h 102"/>
                <a:gd name="T72" fmla="*/ 50 w 93"/>
                <a:gd name="T73" fmla="*/ 64 h 102"/>
                <a:gd name="T74" fmla="*/ 62 w 93"/>
                <a:gd name="T75" fmla="*/ 70 h 102"/>
                <a:gd name="T76" fmla="*/ 69 w 93"/>
                <a:gd name="T77" fmla="*/ 75 h 102"/>
                <a:gd name="T78" fmla="*/ 72 w 93"/>
                <a:gd name="T79" fmla="*/ 67 h 102"/>
                <a:gd name="T80" fmla="*/ 66 w 93"/>
                <a:gd name="T81" fmla="*/ 63 h 102"/>
                <a:gd name="T82" fmla="*/ 58 w 93"/>
                <a:gd name="T83" fmla="*/ 59 h 102"/>
                <a:gd name="T84" fmla="*/ 77 w 93"/>
                <a:gd name="T85" fmla="*/ 52 h 102"/>
                <a:gd name="T86" fmla="*/ 73 w 93"/>
                <a:gd name="T87" fmla="*/ 45 h 102"/>
                <a:gd name="T88" fmla="*/ 49 w 93"/>
                <a:gd name="T89" fmla="*/ 53 h 102"/>
                <a:gd name="T90" fmla="*/ 49 w 93"/>
                <a:gd name="T91" fmla="*/ 51 h 102"/>
                <a:gd name="T92" fmla="*/ 49 w 93"/>
                <a:gd name="T93" fmla="*/ 49 h 102"/>
                <a:gd name="T94" fmla="*/ 68 w 93"/>
                <a:gd name="T95" fmla="*/ 35 h 102"/>
                <a:gd name="T96" fmla="*/ 64 w 93"/>
                <a:gd name="T97" fmla="*/ 28 h 102"/>
                <a:gd name="T98" fmla="*/ 49 w 93"/>
                <a:gd name="T99" fmla="*/ 39 h 102"/>
                <a:gd name="T100" fmla="*/ 51 w 93"/>
                <a:gd name="T10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3" h="102">
                  <a:moveTo>
                    <a:pt x="73" y="78"/>
                  </a:moveTo>
                  <a:cubicBezTo>
                    <a:pt x="88" y="87"/>
                    <a:pt x="88" y="87"/>
                    <a:pt x="88" y="87"/>
                  </a:cubicBezTo>
                  <a:cubicBezTo>
                    <a:pt x="90" y="85"/>
                    <a:pt x="91" y="83"/>
                    <a:pt x="93" y="81"/>
                  </a:cubicBezTo>
                  <a:cubicBezTo>
                    <a:pt x="84" y="79"/>
                    <a:pt x="78" y="78"/>
                    <a:pt x="73" y="78"/>
                  </a:cubicBezTo>
                  <a:moveTo>
                    <a:pt x="0" y="47"/>
                  </a:moveTo>
                  <a:cubicBezTo>
                    <a:pt x="0" y="48"/>
                    <a:pt x="0" y="50"/>
                    <a:pt x="0" y="51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0" y="47"/>
                    <a:pt x="0" y="47"/>
                    <a:pt x="0" y="47"/>
                  </a:cubicBezTo>
                  <a:moveTo>
                    <a:pt x="51" y="0"/>
                  </a:moveTo>
                  <a:cubicBezTo>
                    <a:pt x="48" y="0"/>
                    <a:pt x="45" y="0"/>
                    <a:pt x="43" y="0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19" y="11"/>
                    <a:pt x="17" y="13"/>
                    <a:pt x="15" y="15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32"/>
                    <a:pt x="3" y="34"/>
                    <a:pt x="2" y="37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6" y="76"/>
                    <a:pt x="9" y="80"/>
                    <a:pt x="12" y="84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44" y="102"/>
                    <a:pt x="44" y="102"/>
                    <a:pt x="44" y="102"/>
                  </a:cubicBezTo>
                  <a:cubicBezTo>
                    <a:pt x="47" y="102"/>
                    <a:pt x="49" y="102"/>
                    <a:pt x="51" y="102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7" y="100"/>
                    <a:pt x="69" y="99"/>
                    <a:pt x="71" y="98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72" y="67"/>
                    <a:pt x="72" y="67"/>
                    <a:pt x="72" y="67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1" name="íŝḻide"/>
            <p:cNvSpPr/>
            <p:nvPr/>
          </p:nvSpPr>
          <p:spPr bwMode="auto">
            <a:xfrm>
              <a:off x="4521200" y="5059363"/>
              <a:ext cx="68263" cy="65088"/>
            </a:xfrm>
            <a:custGeom>
              <a:avLst/>
              <a:gdLst>
                <a:gd name="T0" fmla="*/ 35 w 36"/>
                <a:gd name="T1" fmla="*/ 0 h 35"/>
                <a:gd name="T2" fmla="*/ 16 w 36"/>
                <a:gd name="T3" fmla="*/ 18 h 35"/>
                <a:gd name="T4" fmla="*/ 11 w 36"/>
                <a:gd name="T5" fmla="*/ 9 h 35"/>
                <a:gd name="T6" fmla="*/ 5 w 36"/>
                <a:gd name="T7" fmla="*/ 21 h 35"/>
                <a:gd name="T8" fmla="*/ 2 w 36"/>
                <a:gd name="T9" fmla="*/ 29 h 35"/>
                <a:gd name="T10" fmla="*/ 0 w 36"/>
                <a:gd name="T11" fmla="*/ 31 h 35"/>
                <a:gd name="T12" fmla="*/ 6 w 36"/>
                <a:gd name="T13" fmla="*/ 32 h 35"/>
                <a:gd name="T14" fmla="*/ 26 w 36"/>
                <a:gd name="T15" fmla="*/ 35 h 35"/>
                <a:gd name="T16" fmla="*/ 36 w 36"/>
                <a:gd name="T17" fmla="*/ 5 h 35"/>
                <a:gd name="T18" fmla="*/ 35 w 36"/>
                <a:gd name="T1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5">
                  <a:moveTo>
                    <a:pt x="35" y="0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2" y="31"/>
                    <a:pt x="6" y="32"/>
                  </a:cubicBezTo>
                  <a:cubicBezTo>
                    <a:pt x="11" y="32"/>
                    <a:pt x="17" y="33"/>
                    <a:pt x="26" y="35"/>
                  </a:cubicBezTo>
                  <a:cubicBezTo>
                    <a:pt x="32" y="26"/>
                    <a:pt x="36" y="16"/>
                    <a:pt x="36" y="5"/>
                  </a:cubicBezTo>
                  <a:cubicBezTo>
                    <a:pt x="36" y="3"/>
                    <a:pt x="36" y="2"/>
                    <a:pt x="35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2" name="îş1íḍè"/>
            <p:cNvSpPr/>
            <p:nvPr/>
          </p:nvSpPr>
          <p:spPr bwMode="auto">
            <a:xfrm>
              <a:off x="4503738" y="4976813"/>
              <a:ext cx="82550" cy="115888"/>
            </a:xfrm>
            <a:custGeom>
              <a:avLst/>
              <a:gdLst>
                <a:gd name="T0" fmla="*/ 12 w 44"/>
                <a:gd name="T1" fmla="*/ 0 h 61"/>
                <a:gd name="T2" fmla="*/ 0 w 44"/>
                <a:gd name="T3" fmla="*/ 13 h 61"/>
                <a:gd name="T4" fmla="*/ 6 w 44"/>
                <a:gd name="T5" fmla="*/ 25 h 61"/>
                <a:gd name="T6" fmla="*/ 10 w 44"/>
                <a:gd name="T7" fmla="*/ 32 h 61"/>
                <a:gd name="T8" fmla="*/ 15 w 44"/>
                <a:gd name="T9" fmla="*/ 42 h 61"/>
                <a:gd name="T10" fmla="*/ 19 w 44"/>
                <a:gd name="T11" fmla="*/ 49 h 61"/>
                <a:gd name="T12" fmla="*/ 20 w 44"/>
                <a:gd name="T13" fmla="*/ 52 h 61"/>
                <a:gd name="T14" fmla="*/ 25 w 44"/>
                <a:gd name="T15" fmla="*/ 61 h 61"/>
                <a:gd name="T16" fmla="*/ 44 w 44"/>
                <a:gd name="T17" fmla="*/ 43 h 61"/>
                <a:gd name="T18" fmla="*/ 12 w 44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61">
                  <a:moveTo>
                    <a:pt x="12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3" y="24"/>
                    <a:pt x="30" y="7"/>
                    <a:pt x="12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3" name="íś1îḍê"/>
            <p:cNvSpPr/>
            <p:nvPr/>
          </p:nvSpPr>
          <p:spPr bwMode="auto">
            <a:xfrm>
              <a:off x="4383088" y="4972050"/>
              <a:ext cx="192088" cy="192088"/>
            </a:xfrm>
            <a:prstGeom prst="ellipse">
              <a:avLst/>
            </a:pr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4" name="ïṡlîďê"/>
            <p:cNvSpPr/>
            <p:nvPr/>
          </p:nvSpPr>
          <p:spPr bwMode="auto">
            <a:xfrm>
              <a:off x="7599363" y="4964113"/>
              <a:ext cx="195263" cy="190500"/>
            </a:xfrm>
            <a:custGeom>
              <a:avLst/>
              <a:gdLst>
                <a:gd name="T0" fmla="*/ 61 w 103"/>
                <a:gd name="T1" fmla="*/ 85 h 101"/>
                <a:gd name="T2" fmla="*/ 62 w 103"/>
                <a:gd name="T3" fmla="*/ 100 h 101"/>
                <a:gd name="T4" fmla="*/ 69 w 103"/>
                <a:gd name="T5" fmla="*/ 98 h 101"/>
                <a:gd name="T6" fmla="*/ 61 w 103"/>
                <a:gd name="T7" fmla="*/ 85 h 101"/>
                <a:gd name="T8" fmla="*/ 51 w 103"/>
                <a:gd name="T9" fmla="*/ 70 h 101"/>
                <a:gd name="T10" fmla="*/ 26 w 103"/>
                <a:gd name="T11" fmla="*/ 79 h 101"/>
                <a:gd name="T12" fmla="*/ 22 w 103"/>
                <a:gd name="T13" fmla="*/ 92 h 101"/>
                <a:gd name="T14" fmla="*/ 52 w 103"/>
                <a:gd name="T15" fmla="*/ 101 h 101"/>
                <a:gd name="T16" fmla="*/ 54 w 103"/>
                <a:gd name="T17" fmla="*/ 101 h 101"/>
                <a:gd name="T18" fmla="*/ 52 w 103"/>
                <a:gd name="T19" fmla="*/ 71 h 101"/>
                <a:gd name="T20" fmla="*/ 51 w 103"/>
                <a:gd name="T21" fmla="*/ 70 h 101"/>
                <a:gd name="T22" fmla="*/ 60 w 103"/>
                <a:gd name="T23" fmla="*/ 70 h 101"/>
                <a:gd name="T24" fmla="*/ 76 w 103"/>
                <a:gd name="T25" fmla="*/ 95 h 101"/>
                <a:gd name="T26" fmla="*/ 88 w 103"/>
                <a:gd name="T27" fmla="*/ 86 h 101"/>
                <a:gd name="T28" fmla="*/ 72 w 103"/>
                <a:gd name="T29" fmla="*/ 76 h 101"/>
                <a:gd name="T30" fmla="*/ 60 w 103"/>
                <a:gd name="T31" fmla="*/ 70 h 101"/>
                <a:gd name="T32" fmla="*/ 103 w 103"/>
                <a:gd name="T33" fmla="*/ 52 h 101"/>
                <a:gd name="T34" fmla="*/ 68 w 103"/>
                <a:gd name="T35" fmla="*/ 64 h 101"/>
                <a:gd name="T36" fmla="*/ 76 w 103"/>
                <a:gd name="T37" fmla="*/ 69 h 101"/>
                <a:gd name="T38" fmla="*/ 93 w 103"/>
                <a:gd name="T39" fmla="*/ 80 h 101"/>
                <a:gd name="T40" fmla="*/ 103 w 103"/>
                <a:gd name="T41" fmla="*/ 52 h 101"/>
                <a:gd name="T42" fmla="*/ 37 w 103"/>
                <a:gd name="T43" fmla="*/ 47 h 101"/>
                <a:gd name="T44" fmla="*/ 36 w 103"/>
                <a:gd name="T45" fmla="*/ 47 h 101"/>
                <a:gd name="T46" fmla="*/ 37 w 103"/>
                <a:gd name="T47" fmla="*/ 47 h 101"/>
                <a:gd name="T48" fmla="*/ 37 w 103"/>
                <a:gd name="T49" fmla="*/ 47 h 101"/>
                <a:gd name="T50" fmla="*/ 51 w 103"/>
                <a:gd name="T51" fmla="*/ 38 h 101"/>
                <a:gd name="T52" fmla="*/ 44 w 103"/>
                <a:gd name="T53" fmla="*/ 43 h 101"/>
                <a:gd name="T54" fmla="*/ 49 w 103"/>
                <a:gd name="T55" fmla="*/ 52 h 101"/>
                <a:gd name="T56" fmla="*/ 51 w 103"/>
                <a:gd name="T57" fmla="*/ 51 h 101"/>
                <a:gd name="T58" fmla="*/ 51 w 103"/>
                <a:gd name="T59" fmla="*/ 38 h 101"/>
                <a:gd name="T60" fmla="*/ 2 w 103"/>
                <a:gd name="T61" fmla="*/ 37 h 101"/>
                <a:gd name="T62" fmla="*/ 0 w 103"/>
                <a:gd name="T63" fmla="*/ 50 h 101"/>
                <a:gd name="T64" fmla="*/ 0 w 103"/>
                <a:gd name="T65" fmla="*/ 52 h 101"/>
                <a:gd name="T66" fmla="*/ 23 w 103"/>
                <a:gd name="T67" fmla="*/ 52 h 101"/>
                <a:gd name="T68" fmla="*/ 23 w 103"/>
                <a:gd name="T69" fmla="*/ 60 h 101"/>
                <a:gd name="T70" fmla="*/ 1 w 103"/>
                <a:gd name="T71" fmla="*/ 60 h 101"/>
                <a:gd name="T72" fmla="*/ 10 w 103"/>
                <a:gd name="T73" fmla="*/ 80 h 101"/>
                <a:gd name="T74" fmla="*/ 19 w 103"/>
                <a:gd name="T75" fmla="*/ 73 h 101"/>
                <a:gd name="T76" fmla="*/ 20 w 103"/>
                <a:gd name="T77" fmla="*/ 73 h 101"/>
                <a:gd name="T78" fmla="*/ 21 w 103"/>
                <a:gd name="T79" fmla="*/ 72 h 101"/>
                <a:gd name="T80" fmla="*/ 40 w 103"/>
                <a:gd name="T81" fmla="*/ 58 h 101"/>
                <a:gd name="T82" fmla="*/ 28 w 103"/>
                <a:gd name="T83" fmla="*/ 51 h 101"/>
                <a:gd name="T84" fmla="*/ 28 w 103"/>
                <a:gd name="T85" fmla="*/ 52 h 101"/>
                <a:gd name="T86" fmla="*/ 27 w 103"/>
                <a:gd name="T87" fmla="*/ 51 h 101"/>
                <a:gd name="T88" fmla="*/ 2 w 103"/>
                <a:gd name="T89" fmla="*/ 37 h 101"/>
                <a:gd name="T90" fmla="*/ 92 w 103"/>
                <a:gd name="T91" fmla="*/ 19 h 101"/>
                <a:gd name="T92" fmla="*/ 83 w 103"/>
                <a:gd name="T93" fmla="*/ 37 h 101"/>
                <a:gd name="T94" fmla="*/ 59 w 103"/>
                <a:gd name="T95" fmla="*/ 55 h 101"/>
                <a:gd name="T96" fmla="*/ 59 w 103"/>
                <a:gd name="T97" fmla="*/ 57 h 101"/>
                <a:gd name="T98" fmla="*/ 59 w 103"/>
                <a:gd name="T99" fmla="*/ 59 h 101"/>
                <a:gd name="T100" fmla="*/ 102 w 103"/>
                <a:gd name="T101" fmla="*/ 44 h 101"/>
                <a:gd name="T102" fmla="*/ 92 w 103"/>
                <a:gd name="T103" fmla="*/ 19 h 101"/>
                <a:gd name="T104" fmla="*/ 14 w 103"/>
                <a:gd name="T105" fmla="*/ 15 h 101"/>
                <a:gd name="T106" fmla="*/ 5 w 103"/>
                <a:gd name="T107" fmla="*/ 29 h 101"/>
                <a:gd name="T108" fmla="*/ 23 w 103"/>
                <a:gd name="T109" fmla="*/ 40 h 101"/>
                <a:gd name="T110" fmla="*/ 14 w 103"/>
                <a:gd name="T111" fmla="*/ 15 h 101"/>
                <a:gd name="T112" fmla="*/ 64 w 103"/>
                <a:gd name="T113" fmla="*/ 0 h 101"/>
                <a:gd name="T114" fmla="*/ 72 w 103"/>
                <a:gd name="T115" fmla="*/ 26 h 101"/>
                <a:gd name="T116" fmla="*/ 60 w 103"/>
                <a:gd name="T117" fmla="*/ 33 h 101"/>
                <a:gd name="T118" fmla="*/ 59 w 103"/>
                <a:gd name="T119" fmla="*/ 45 h 101"/>
                <a:gd name="T120" fmla="*/ 77 w 103"/>
                <a:gd name="T121" fmla="*/ 31 h 101"/>
                <a:gd name="T122" fmla="*/ 87 w 103"/>
                <a:gd name="T123" fmla="*/ 13 h 101"/>
                <a:gd name="T124" fmla="*/ 64 w 103"/>
                <a:gd name="T12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3" h="101">
                  <a:moveTo>
                    <a:pt x="61" y="85"/>
                  </a:moveTo>
                  <a:cubicBezTo>
                    <a:pt x="62" y="100"/>
                    <a:pt x="62" y="100"/>
                    <a:pt x="62" y="100"/>
                  </a:cubicBezTo>
                  <a:cubicBezTo>
                    <a:pt x="64" y="100"/>
                    <a:pt x="66" y="99"/>
                    <a:pt x="69" y="98"/>
                  </a:cubicBezTo>
                  <a:cubicBezTo>
                    <a:pt x="61" y="85"/>
                    <a:pt x="61" y="85"/>
                    <a:pt x="61" y="85"/>
                  </a:cubicBezTo>
                  <a:moveTo>
                    <a:pt x="51" y="70"/>
                  </a:moveTo>
                  <a:cubicBezTo>
                    <a:pt x="26" y="79"/>
                    <a:pt x="26" y="79"/>
                    <a:pt x="26" y="79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30" y="98"/>
                    <a:pt x="40" y="101"/>
                    <a:pt x="52" y="101"/>
                  </a:cubicBezTo>
                  <a:cubicBezTo>
                    <a:pt x="52" y="101"/>
                    <a:pt x="53" y="101"/>
                    <a:pt x="54" y="10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51" y="70"/>
                    <a:pt x="51" y="70"/>
                    <a:pt x="51" y="70"/>
                  </a:cubicBezTo>
                  <a:moveTo>
                    <a:pt x="60" y="70"/>
                  </a:moveTo>
                  <a:cubicBezTo>
                    <a:pt x="76" y="95"/>
                    <a:pt x="76" y="95"/>
                    <a:pt x="76" y="95"/>
                  </a:cubicBezTo>
                  <a:cubicBezTo>
                    <a:pt x="80" y="93"/>
                    <a:pt x="84" y="90"/>
                    <a:pt x="88" y="8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60" y="70"/>
                    <a:pt x="60" y="70"/>
                    <a:pt x="60" y="70"/>
                  </a:cubicBezTo>
                  <a:moveTo>
                    <a:pt x="103" y="52"/>
                  </a:moveTo>
                  <a:cubicBezTo>
                    <a:pt x="68" y="64"/>
                    <a:pt x="68" y="64"/>
                    <a:pt x="68" y="64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9" y="72"/>
                    <a:pt x="102" y="63"/>
                    <a:pt x="103" y="52"/>
                  </a:cubicBezTo>
                  <a:moveTo>
                    <a:pt x="37" y="47"/>
                  </a:move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moveTo>
                    <a:pt x="51" y="38"/>
                  </a:moveTo>
                  <a:cubicBezTo>
                    <a:pt x="44" y="43"/>
                    <a:pt x="44" y="43"/>
                    <a:pt x="44" y="43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38"/>
                    <a:pt x="51" y="38"/>
                    <a:pt x="51" y="38"/>
                  </a:cubicBezTo>
                  <a:moveTo>
                    <a:pt x="2" y="37"/>
                  </a:moveTo>
                  <a:cubicBezTo>
                    <a:pt x="1" y="41"/>
                    <a:pt x="0" y="45"/>
                    <a:pt x="0" y="50"/>
                  </a:cubicBezTo>
                  <a:cubicBezTo>
                    <a:pt x="0" y="51"/>
                    <a:pt x="0" y="51"/>
                    <a:pt x="0" y="52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3" y="67"/>
                    <a:pt x="6" y="74"/>
                    <a:pt x="10" y="80"/>
                  </a:cubicBezTo>
                  <a:cubicBezTo>
                    <a:pt x="19" y="73"/>
                    <a:pt x="19" y="73"/>
                    <a:pt x="19" y="73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" y="37"/>
                    <a:pt x="2" y="37"/>
                    <a:pt x="2" y="37"/>
                  </a:cubicBezTo>
                  <a:moveTo>
                    <a:pt x="92" y="19"/>
                  </a:moveTo>
                  <a:cubicBezTo>
                    <a:pt x="83" y="37"/>
                    <a:pt x="83" y="37"/>
                    <a:pt x="83" y="37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1" y="35"/>
                    <a:pt x="98" y="26"/>
                    <a:pt x="92" y="19"/>
                  </a:cubicBezTo>
                  <a:moveTo>
                    <a:pt x="14" y="15"/>
                  </a:moveTo>
                  <a:cubicBezTo>
                    <a:pt x="10" y="19"/>
                    <a:pt x="7" y="24"/>
                    <a:pt x="5" y="29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4" y="15"/>
                    <a:pt x="14" y="15"/>
                    <a:pt x="14" y="15"/>
                  </a:cubicBezTo>
                  <a:moveTo>
                    <a:pt x="64" y="0"/>
                  </a:moveTo>
                  <a:cubicBezTo>
                    <a:pt x="72" y="26"/>
                    <a:pt x="72" y="26"/>
                    <a:pt x="72" y="26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0" y="7"/>
                    <a:pt x="73" y="3"/>
                    <a:pt x="64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5" name="îşḷiḍê"/>
            <p:cNvSpPr/>
            <p:nvPr/>
          </p:nvSpPr>
          <p:spPr bwMode="auto">
            <a:xfrm>
              <a:off x="7599363" y="4989513"/>
              <a:ext cx="195263" cy="165100"/>
            </a:xfrm>
            <a:custGeom>
              <a:avLst/>
              <a:gdLst>
                <a:gd name="T0" fmla="*/ 0 w 103"/>
                <a:gd name="T1" fmla="*/ 39 h 88"/>
                <a:gd name="T2" fmla="*/ 1 w 103"/>
                <a:gd name="T3" fmla="*/ 47 h 88"/>
                <a:gd name="T4" fmla="*/ 23 w 103"/>
                <a:gd name="T5" fmla="*/ 47 h 88"/>
                <a:gd name="T6" fmla="*/ 23 w 103"/>
                <a:gd name="T7" fmla="*/ 39 h 88"/>
                <a:gd name="T8" fmla="*/ 0 w 103"/>
                <a:gd name="T9" fmla="*/ 39 h 88"/>
                <a:gd name="T10" fmla="*/ 5 w 103"/>
                <a:gd name="T11" fmla="*/ 16 h 88"/>
                <a:gd name="T12" fmla="*/ 2 w 103"/>
                <a:gd name="T13" fmla="*/ 24 h 88"/>
                <a:gd name="T14" fmla="*/ 27 w 103"/>
                <a:gd name="T15" fmla="*/ 38 h 88"/>
                <a:gd name="T16" fmla="*/ 23 w 103"/>
                <a:gd name="T17" fmla="*/ 27 h 88"/>
                <a:gd name="T18" fmla="*/ 5 w 103"/>
                <a:gd name="T19" fmla="*/ 16 h 88"/>
                <a:gd name="T20" fmla="*/ 87 w 103"/>
                <a:gd name="T21" fmla="*/ 0 h 88"/>
                <a:gd name="T22" fmla="*/ 77 w 103"/>
                <a:gd name="T23" fmla="*/ 18 h 88"/>
                <a:gd name="T24" fmla="*/ 59 w 103"/>
                <a:gd name="T25" fmla="*/ 32 h 88"/>
                <a:gd name="T26" fmla="*/ 60 w 103"/>
                <a:gd name="T27" fmla="*/ 20 h 88"/>
                <a:gd name="T28" fmla="*/ 51 w 103"/>
                <a:gd name="T29" fmla="*/ 25 h 88"/>
                <a:gd name="T30" fmla="*/ 51 w 103"/>
                <a:gd name="T31" fmla="*/ 38 h 88"/>
                <a:gd name="T32" fmla="*/ 49 w 103"/>
                <a:gd name="T33" fmla="*/ 39 h 88"/>
                <a:gd name="T34" fmla="*/ 44 w 103"/>
                <a:gd name="T35" fmla="*/ 30 h 88"/>
                <a:gd name="T36" fmla="*/ 37 w 103"/>
                <a:gd name="T37" fmla="*/ 34 h 88"/>
                <a:gd name="T38" fmla="*/ 37 w 103"/>
                <a:gd name="T39" fmla="*/ 34 h 88"/>
                <a:gd name="T40" fmla="*/ 36 w 103"/>
                <a:gd name="T41" fmla="*/ 34 h 88"/>
                <a:gd name="T42" fmla="*/ 28 w 103"/>
                <a:gd name="T43" fmla="*/ 38 h 88"/>
                <a:gd name="T44" fmla="*/ 40 w 103"/>
                <a:gd name="T45" fmla="*/ 45 h 88"/>
                <a:gd name="T46" fmla="*/ 21 w 103"/>
                <a:gd name="T47" fmla="*/ 59 h 88"/>
                <a:gd name="T48" fmla="*/ 20 w 103"/>
                <a:gd name="T49" fmla="*/ 60 h 88"/>
                <a:gd name="T50" fmla="*/ 19 w 103"/>
                <a:gd name="T51" fmla="*/ 60 h 88"/>
                <a:gd name="T52" fmla="*/ 10 w 103"/>
                <a:gd name="T53" fmla="*/ 67 h 88"/>
                <a:gd name="T54" fmla="*/ 22 w 103"/>
                <a:gd name="T55" fmla="*/ 79 h 88"/>
                <a:gd name="T56" fmla="*/ 26 w 103"/>
                <a:gd name="T57" fmla="*/ 66 h 88"/>
                <a:gd name="T58" fmla="*/ 51 w 103"/>
                <a:gd name="T59" fmla="*/ 57 h 88"/>
                <a:gd name="T60" fmla="*/ 52 w 103"/>
                <a:gd name="T61" fmla="*/ 58 h 88"/>
                <a:gd name="T62" fmla="*/ 54 w 103"/>
                <a:gd name="T63" fmla="*/ 88 h 88"/>
                <a:gd name="T64" fmla="*/ 62 w 103"/>
                <a:gd name="T65" fmla="*/ 87 h 88"/>
                <a:gd name="T66" fmla="*/ 61 w 103"/>
                <a:gd name="T67" fmla="*/ 72 h 88"/>
                <a:gd name="T68" fmla="*/ 69 w 103"/>
                <a:gd name="T69" fmla="*/ 85 h 88"/>
                <a:gd name="T70" fmla="*/ 76 w 103"/>
                <a:gd name="T71" fmla="*/ 82 h 88"/>
                <a:gd name="T72" fmla="*/ 60 w 103"/>
                <a:gd name="T73" fmla="*/ 57 h 88"/>
                <a:gd name="T74" fmla="*/ 72 w 103"/>
                <a:gd name="T75" fmla="*/ 63 h 88"/>
                <a:gd name="T76" fmla="*/ 88 w 103"/>
                <a:gd name="T77" fmla="*/ 73 h 88"/>
                <a:gd name="T78" fmla="*/ 93 w 103"/>
                <a:gd name="T79" fmla="*/ 67 h 88"/>
                <a:gd name="T80" fmla="*/ 76 w 103"/>
                <a:gd name="T81" fmla="*/ 56 h 88"/>
                <a:gd name="T82" fmla="*/ 68 w 103"/>
                <a:gd name="T83" fmla="*/ 51 h 88"/>
                <a:gd name="T84" fmla="*/ 103 w 103"/>
                <a:gd name="T85" fmla="*/ 39 h 88"/>
                <a:gd name="T86" fmla="*/ 103 w 103"/>
                <a:gd name="T87" fmla="*/ 37 h 88"/>
                <a:gd name="T88" fmla="*/ 102 w 103"/>
                <a:gd name="T89" fmla="*/ 31 h 88"/>
                <a:gd name="T90" fmla="*/ 59 w 103"/>
                <a:gd name="T91" fmla="*/ 46 h 88"/>
                <a:gd name="T92" fmla="*/ 59 w 103"/>
                <a:gd name="T93" fmla="*/ 44 h 88"/>
                <a:gd name="T94" fmla="*/ 59 w 103"/>
                <a:gd name="T95" fmla="*/ 42 h 88"/>
                <a:gd name="T96" fmla="*/ 83 w 103"/>
                <a:gd name="T97" fmla="*/ 24 h 88"/>
                <a:gd name="T98" fmla="*/ 92 w 103"/>
                <a:gd name="T99" fmla="*/ 6 h 88"/>
                <a:gd name="T100" fmla="*/ 87 w 103"/>
                <a:gd name="T10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3" h="88">
                  <a:moveTo>
                    <a:pt x="0" y="39"/>
                  </a:moveTo>
                  <a:cubicBezTo>
                    <a:pt x="0" y="42"/>
                    <a:pt x="1" y="44"/>
                    <a:pt x="1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0" y="39"/>
                    <a:pt x="0" y="39"/>
                    <a:pt x="0" y="39"/>
                  </a:cubicBezTo>
                  <a:moveTo>
                    <a:pt x="5" y="16"/>
                  </a:moveTo>
                  <a:cubicBezTo>
                    <a:pt x="4" y="19"/>
                    <a:pt x="3" y="21"/>
                    <a:pt x="2" y="24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5" y="16"/>
                    <a:pt x="5" y="16"/>
                    <a:pt x="5" y="16"/>
                  </a:cubicBezTo>
                  <a:moveTo>
                    <a:pt x="87" y="0"/>
                  </a:moveTo>
                  <a:cubicBezTo>
                    <a:pt x="77" y="18"/>
                    <a:pt x="77" y="18"/>
                    <a:pt x="77" y="18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3" y="72"/>
                    <a:pt x="17" y="75"/>
                    <a:pt x="22" y="79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4" y="88"/>
                    <a:pt x="54" y="88"/>
                    <a:pt x="54" y="88"/>
                  </a:cubicBezTo>
                  <a:cubicBezTo>
                    <a:pt x="56" y="88"/>
                    <a:pt x="59" y="88"/>
                    <a:pt x="62" y="87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71" y="84"/>
                    <a:pt x="74" y="83"/>
                    <a:pt x="76" y="82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90" y="71"/>
                    <a:pt x="92" y="69"/>
                    <a:pt x="93" y="67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3" y="39"/>
                    <a:pt x="103" y="38"/>
                    <a:pt x="103" y="37"/>
                  </a:cubicBezTo>
                  <a:cubicBezTo>
                    <a:pt x="103" y="35"/>
                    <a:pt x="103" y="33"/>
                    <a:pt x="102" y="31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9" y="42"/>
                    <a:pt x="59" y="42"/>
                    <a:pt x="59" y="42"/>
                  </a:cubicBezTo>
                  <a:cubicBezTo>
                    <a:pt x="83" y="24"/>
                    <a:pt x="83" y="24"/>
                    <a:pt x="83" y="24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1" y="4"/>
                    <a:pt x="89" y="2"/>
                    <a:pt x="87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6" name="ïṥlíḑê"/>
            <p:cNvSpPr/>
            <p:nvPr/>
          </p:nvSpPr>
          <p:spPr bwMode="auto">
            <a:xfrm>
              <a:off x="7626350" y="4962525"/>
              <a:ext cx="109538" cy="100013"/>
            </a:xfrm>
            <a:custGeom>
              <a:avLst/>
              <a:gdLst>
                <a:gd name="T0" fmla="*/ 38 w 58"/>
                <a:gd name="T1" fmla="*/ 0 h 53"/>
                <a:gd name="T2" fmla="*/ 0 w 58"/>
                <a:gd name="T3" fmla="*/ 16 h 53"/>
                <a:gd name="T4" fmla="*/ 9 w 58"/>
                <a:gd name="T5" fmla="*/ 41 h 53"/>
                <a:gd name="T6" fmla="*/ 13 w 58"/>
                <a:gd name="T7" fmla="*/ 52 h 53"/>
                <a:gd name="T8" fmla="*/ 14 w 58"/>
                <a:gd name="T9" fmla="*/ 53 h 53"/>
                <a:gd name="T10" fmla="*/ 14 w 58"/>
                <a:gd name="T11" fmla="*/ 52 h 53"/>
                <a:gd name="T12" fmla="*/ 22 w 58"/>
                <a:gd name="T13" fmla="*/ 48 h 53"/>
                <a:gd name="T14" fmla="*/ 23 w 58"/>
                <a:gd name="T15" fmla="*/ 48 h 53"/>
                <a:gd name="T16" fmla="*/ 30 w 58"/>
                <a:gd name="T17" fmla="*/ 44 h 53"/>
                <a:gd name="T18" fmla="*/ 37 w 58"/>
                <a:gd name="T19" fmla="*/ 39 h 53"/>
                <a:gd name="T20" fmla="*/ 46 w 58"/>
                <a:gd name="T21" fmla="*/ 34 h 53"/>
                <a:gd name="T22" fmla="*/ 58 w 58"/>
                <a:gd name="T23" fmla="*/ 27 h 53"/>
                <a:gd name="T24" fmla="*/ 50 w 58"/>
                <a:gd name="T25" fmla="*/ 1 h 53"/>
                <a:gd name="T26" fmla="*/ 38 w 58"/>
                <a:gd name="T2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3">
                  <a:moveTo>
                    <a:pt x="38" y="0"/>
                  </a:moveTo>
                  <a:cubicBezTo>
                    <a:pt x="23" y="0"/>
                    <a:pt x="10" y="6"/>
                    <a:pt x="0" y="16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46" y="0"/>
                    <a:pt x="42" y="0"/>
                    <a:pt x="38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7" name="îsliḓê"/>
            <p:cNvSpPr/>
            <p:nvPr/>
          </p:nvSpPr>
          <p:spPr bwMode="auto">
            <a:xfrm>
              <a:off x="7605713" y="4973638"/>
              <a:ext cx="193675" cy="195263"/>
            </a:xfrm>
            <a:prstGeom prst="ellipse">
              <a:avLst/>
            </a:pr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8" name="išľíḓè"/>
            <p:cNvSpPr/>
            <p:nvPr/>
          </p:nvSpPr>
          <p:spPr bwMode="auto">
            <a:xfrm>
              <a:off x="5891213" y="4776788"/>
              <a:ext cx="95250" cy="387350"/>
            </a:xfrm>
            <a:custGeom>
              <a:avLst/>
              <a:gdLst>
                <a:gd name="T0" fmla="*/ 40 w 50"/>
                <a:gd name="T1" fmla="*/ 204 h 205"/>
                <a:gd name="T2" fmla="*/ 40 w 50"/>
                <a:gd name="T3" fmla="*/ 205 h 205"/>
                <a:gd name="T4" fmla="*/ 47 w 50"/>
                <a:gd name="T5" fmla="*/ 205 h 205"/>
                <a:gd name="T6" fmla="*/ 50 w 50"/>
                <a:gd name="T7" fmla="*/ 205 h 205"/>
                <a:gd name="T8" fmla="*/ 40 w 50"/>
                <a:gd name="T9" fmla="*/ 204 h 205"/>
                <a:gd name="T10" fmla="*/ 47 w 50"/>
                <a:gd name="T11" fmla="*/ 0 h 205"/>
                <a:gd name="T12" fmla="*/ 0 w 50"/>
                <a:gd name="T13" fmla="*/ 11 h 205"/>
                <a:gd name="T14" fmla="*/ 1 w 50"/>
                <a:gd name="T15" fmla="*/ 15 h 205"/>
                <a:gd name="T16" fmla="*/ 50 w 50"/>
                <a:gd name="T17" fmla="*/ 0 h 205"/>
                <a:gd name="T18" fmla="*/ 47 w 50"/>
                <a:gd name="T19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205">
                  <a:moveTo>
                    <a:pt x="40" y="204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5"/>
                    <a:pt x="44" y="205"/>
                    <a:pt x="47" y="205"/>
                  </a:cubicBezTo>
                  <a:cubicBezTo>
                    <a:pt x="48" y="205"/>
                    <a:pt x="49" y="205"/>
                    <a:pt x="50" y="205"/>
                  </a:cubicBezTo>
                  <a:cubicBezTo>
                    <a:pt x="47" y="205"/>
                    <a:pt x="44" y="205"/>
                    <a:pt x="40" y="204"/>
                  </a:cubicBezTo>
                  <a:moveTo>
                    <a:pt x="47" y="0"/>
                  </a:moveTo>
                  <a:cubicBezTo>
                    <a:pt x="30" y="0"/>
                    <a:pt x="14" y="4"/>
                    <a:pt x="0" y="11"/>
                  </a:cubicBezTo>
                  <a:cubicBezTo>
                    <a:pt x="1" y="12"/>
                    <a:pt x="1" y="14"/>
                    <a:pt x="1" y="15"/>
                  </a:cubicBezTo>
                  <a:cubicBezTo>
                    <a:pt x="15" y="6"/>
                    <a:pt x="32" y="1"/>
                    <a:pt x="50" y="0"/>
                  </a:cubicBezTo>
                  <a:cubicBezTo>
                    <a:pt x="49" y="0"/>
                    <a:pt x="48" y="0"/>
                    <a:pt x="47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9" name="îşḷîḋé"/>
            <p:cNvSpPr/>
            <p:nvPr/>
          </p:nvSpPr>
          <p:spPr bwMode="auto">
            <a:xfrm>
              <a:off x="5789613" y="4994275"/>
              <a:ext cx="177800" cy="169863"/>
            </a:xfrm>
            <a:custGeom>
              <a:avLst/>
              <a:gdLst>
                <a:gd name="T0" fmla="*/ 6 w 94"/>
                <a:gd name="T1" fmla="*/ 0 h 90"/>
                <a:gd name="T2" fmla="*/ 0 w 94"/>
                <a:gd name="T3" fmla="*/ 3 h 90"/>
                <a:gd name="T4" fmla="*/ 94 w 94"/>
                <a:gd name="T5" fmla="*/ 90 h 90"/>
                <a:gd name="T6" fmla="*/ 94 w 94"/>
                <a:gd name="T7" fmla="*/ 89 h 90"/>
                <a:gd name="T8" fmla="*/ 6 w 94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0">
                  <a:moveTo>
                    <a:pt x="6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7" y="50"/>
                    <a:pt x="45" y="86"/>
                    <a:pt x="94" y="90"/>
                  </a:cubicBezTo>
                  <a:cubicBezTo>
                    <a:pt x="94" y="90"/>
                    <a:pt x="94" y="90"/>
                    <a:pt x="94" y="89"/>
                  </a:cubicBezTo>
                  <a:cubicBezTo>
                    <a:pt x="48" y="83"/>
                    <a:pt x="11" y="46"/>
                    <a:pt x="6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0" name="îŝḷiḓe"/>
            <p:cNvSpPr/>
            <p:nvPr/>
          </p:nvSpPr>
          <p:spPr bwMode="auto">
            <a:xfrm>
              <a:off x="5799138" y="4776788"/>
              <a:ext cx="387350" cy="387350"/>
            </a:xfrm>
            <a:prstGeom prst="ellipse">
              <a:avLst/>
            </a:prstGeom>
            <a:solidFill>
              <a:srgbClr val="535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1" name="íṩļiḍê"/>
            <p:cNvSpPr/>
            <p:nvPr/>
          </p:nvSpPr>
          <p:spPr bwMode="auto">
            <a:xfrm>
              <a:off x="5911850" y="4940300"/>
              <a:ext cx="271463" cy="320675"/>
            </a:xfrm>
            <a:custGeom>
              <a:avLst/>
              <a:gdLst>
                <a:gd name="T0" fmla="*/ 15 w 143"/>
                <a:gd name="T1" fmla="*/ 9 h 170"/>
                <a:gd name="T2" fmla="*/ 15 w 143"/>
                <a:gd name="T3" fmla="*/ 9 h 170"/>
                <a:gd name="T4" fmla="*/ 53 w 143"/>
                <a:gd name="T5" fmla="*/ 15 h 170"/>
                <a:gd name="T6" fmla="*/ 134 w 143"/>
                <a:gd name="T7" fmla="*/ 123 h 170"/>
                <a:gd name="T8" fmla="*/ 129 w 143"/>
                <a:gd name="T9" fmla="*/ 161 h 170"/>
                <a:gd name="T10" fmla="*/ 129 w 143"/>
                <a:gd name="T11" fmla="*/ 161 h 170"/>
                <a:gd name="T12" fmla="*/ 91 w 143"/>
                <a:gd name="T13" fmla="*/ 156 h 170"/>
                <a:gd name="T14" fmla="*/ 9 w 143"/>
                <a:gd name="T15" fmla="*/ 47 h 170"/>
                <a:gd name="T16" fmla="*/ 15 w 143"/>
                <a:gd name="T17" fmla="*/ 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3" h="170">
                  <a:moveTo>
                    <a:pt x="15" y="9"/>
                  </a:moveTo>
                  <a:cubicBezTo>
                    <a:pt x="15" y="9"/>
                    <a:pt x="15" y="9"/>
                    <a:pt x="15" y="9"/>
                  </a:cubicBezTo>
                  <a:cubicBezTo>
                    <a:pt x="27" y="0"/>
                    <a:pt x="44" y="2"/>
                    <a:pt x="53" y="15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43" y="135"/>
                    <a:pt x="141" y="152"/>
                    <a:pt x="129" y="161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17" y="170"/>
                    <a:pt x="100" y="168"/>
                    <a:pt x="91" y="156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35"/>
                    <a:pt x="3" y="18"/>
                    <a:pt x="15" y="9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2" name="i$ḷiďè"/>
            <p:cNvSpPr/>
            <p:nvPr/>
          </p:nvSpPr>
          <p:spPr bwMode="auto">
            <a:xfrm>
              <a:off x="6550025" y="2217738"/>
              <a:ext cx="317500" cy="1049338"/>
            </a:xfrm>
            <a:custGeom>
              <a:avLst/>
              <a:gdLst>
                <a:gd name="T0" fmla="*/ 168 w 168"/>
                <a:gd name="T1" fmla="*/ 36 h 556"/>
                <a:gd name="T2" fmla="*/ 158 w 168"/>
                <a:gd name="T3" fmla="*/ 156 h 556"/>
                <a:gd name="T4" fmla="*/ 159 w 168"/>
                <a:gd name="T5" fmla="*/ 202 h 556"/>
                <a:gd name="T6" fmla="*/ 146 w 168"/>
                <a:gd name="T7" fmla="*/ 275 h 556"/>
                <a:gd name="T8" fmla="*/ 120 w 168"/>
                <a:gd name="T9" fmla="*/ 419 h 556"/>
                <a:gd name="T10" fmla="*/ 120 w 168"/>
                <a:gd name="T11" fmla="*/ 556 h 556"/>
                <a:gd name="T12" fmla="*/ 28 w 168"/>
                <a:gd name="T13" fmla="*/ 540 h 556"/>
                <a:gd name="T14" fmla="*/ 16 w 168"/>
                <a:gd name="T15" fmla="*/ 316 h 556"/>
                <a:gd name="T16" fmla="*/ 28 w 168"/>
                <a:gd name="T17" fmla="*/ 0 h 556"/>
                <a:gd name="T18" fmla="*/ 168 w 168"/>
                <a:gd name="T19" fmla="*/ 3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" h="556">
                  <a:moveTo>
                    <a:pt x="168" y="36"/>
                  </a:moveTo>
                  <a:cubicBezTo>
                    <a:pt x="158" y="156"/>
                    <a:pt x="158" y="156"/>
                    <a:pt x="158" y="156"/>
                  </a:cubicBezTo>
                  <a:cubicBezTo>
                    <a:pt x="157" y="172"/>
                    <a:pt x="158" y="187"/>
                    <a:pt x="159" y="202"/>
                  </a:cubicBezTo>
                  <a:cubicBezTo>
                    <a:pt x="160" y="216"/>
                    <a:pt x="159" y="239"/>
                    <a:pt x="146" y="275"/>
                  </a:cubicBezTo>
                  <a:cubicBezTo>
                    <a:pt x="129" y="321"/>
                    <a:pt x="120" y="370"/>
                    <a:pt x="120" y="419"/>
                  </a:cubicBezTo>
                  <a:cubicBezTo>
                    <a:pt x="120" y="556"/>
                    <a:pt x="120" y="556"/>
                    <a:pt x="120" y="556"/>
                  </a:cubicBezTo>
                  <a:cubicBezTo>
                    <a:pt x="28" y="540"/>
                    <a:pt x="28" y="540"/>
                    <a:pt x="28" y="540"/>
                  </a:cubicBezTo>
                  <a:cubicBezTo>
                    <a:pt x="28" y="540"/>
                    <a:pt x="32" y="348"/>
                    <a:pt x="16" y="316"/>
                  </a:cubicBezTo>
                  <a:cubicBezTo>
                    <a:pt x="0" y="284"/>
                    <a:pt x="28" y="0"/>
                    <a:pt x="28" y="0"/>
                  </a:cubicBezTo>
                  <a:cubicBezTo>
                    <a:pt x="168" y="36"/>
                    <a:pt x="168" y="36"/>
                    <a:pt x="168" y="36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3" name="îṣļíḍe"/>
            <p:cNvSpPr/>
            <p:nvPr/>
          </p:nvSpPr>
          <p:spPr bwMode="auto">
            <a:xfrm>
              <a:off x="6777038" y="2382838"/>
              <a:ext cx="82550" cy="793750"/>
            </a:xfrm>
            <a:custGeom>
              <a:avLst/>
              <a:gdLst>
                <a:gd name="T0" fmla="*/ 38 w 44"/>
                <a:gd name="T1" fmla="*/ 69 h 421"/>
                <a:gd name="T2" fmla="*/ 39 w 44"/>
                <a:gd name="T3" fmla="*/ 115 h 421"/>
                <a:gd name="T4" fmla="*/ 26 w 44"/>
                <a:gd name="T5" fmla="*/ 188 h 421"/>
                <a:gd name="T6" fmla="*/ 0 w 44"/>
                <a:gd name="T7" fmla="*/ 332 h 421"/>
                <a:gd name="T8" fmla="*/ 0 w 44"/>
                <a:gd name="T9" fmla="*/ 421 h 421"/>
                <a:gd name="T10" fmla="*/ 0 w 44"/>
                <a:gd name="T11" fmla="*/ 421 h 421"/>
                <a:gd name="T12" fmla="*/ 0 w 44"/>
                <a:gd name="T13" fmla="*/ 332 h 421"/>
                <a:gd name="T14" fmla="*/ 26 w 44"/>
                <a:gd name="T15" fmla="*/ 188 h 421"/>
                <a:gd name="T16" fmla="*/ 39 w 44"/>
                <a:gd name="T17" fmla="*/ 115 h 421"/>
                <a:gd name="T18" fmla="*/ 38 w 44"/>
                <a:gd name="T19" fmla="*/ 69 h 421"/>
                <a:gd name="T20" fmla="*/ 44 w 44"/>
                <a:gd name="T21" fmla="*/ 0 h 421"/>
                <a:gd name="T22" fmla="*/ 44 w 44"/>
                <a:gd name="T23" fmla="*/ 0 h 421"/>
                <a:gd name="T24" fmla="*/ 44 w 44"/>
                <a:gd name="T25" fmla="*/ 4 h 421"/>
                <a:gd name="T26" fmla="*/ 44 w 44"/>
                <a:gd name="T27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421">
                  <a:moveTo>
                    <a:pt x="38" y="69"/>
                  </a:moveTo>
                  <a:cubicBezTo>
                    <a:pt x="37" y="85"/>
                    <a:pt x="38" y="100"/>
                    <a:pt x="39" y="115"/>
                  </a:cubicBezTo>
                  <a:cubicBezTo>
                    <a:pt x="40" y="129"/>
                    <a:pt x="39" y="152"/>
                    <a:pt x="26" y="188"/>
                  </a:cubicBezTo>
                  <a:cubicBezTo>
                    <a:pt x="9" y="234"/>
                    <a:pt x="0" y="283"/>
                    <a:pt x="0" y="332"/>
                  </a:cubicBezTo>
                  <a:cubicBezTo>
                    <a:pt x="0" y="421"/>
                    <a:pt x="0" y="421"/>
                    <a:pt x="0" y="421"/>
                  </a:cubicBezTo>
                  <a:cubicBezTo>
                    <a:pt x="0" y="421"/>
                    <a:pt x="0" y="421"/>
                    <a:pt x="0" y="421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283"/>
                    <a:pt x="9" y="234"/>
                    <a:pt x="26" y="188"/>
                  </a:cubicBezTo>
                  <a:cubicBezTo>
                    <a:pt x="39" y="152"/>
                    <a:pt x="40" y="129"/>
                    <a:pt x="39" y="115"/>
                  </a:cubicBezTo>
                  <a:cubicBezTo>
                    <a:pt x="38" y="100"/>
                    <a:pt x="37" y="85"/>
                    <a:pt x="38" y="69"/>
                  </a:cubicBezTo>
                  <a:moveTo>
                    <a:pt x="44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4" name="í$líḓè"/>
            <p:cNvSpPr/>
            <p:nvPr/>
          </p:nvSpPr>
          <p:spPr bwMode="auto">
            <a:xfrm>
              <a:off x="6777038" y="3176588"/>
              <a:ext cx="0" cy="30163"/>
            </a:xfrm>
            <a:custGeom>
              <a:avLst/>
              <a:gdLst>
                <a:gd name="T0" fmla="*/ 0 h 16"/>
                <a:gd name="T1" fmla="*/ 16 h 16"/>
                <a:gd name="T2" fmla="*/ 16 h 16"/>
                <a:gd name="T3" fmla="*/ 0 h 16"/>
                <a:gd name="T4" fmla="*/ 0 h 1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6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B4C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5" name="íṡlîḓê"/>
            <p:cNvSpPr/>
            <p:nvPr/>
          </p:nvSpPr>
          <p:spPr bwMode="auto">
            <a:xfrm>
              <a:off x="6559550" y="2316163"/>
              <a:ext cx="300038" cy="890588"/>
            </a:xfrm>
            <a:custGeom>
              <a:avLst/>
              <a:gdLst>
                <a:gd name="T0" fmla="*/ 39 w 159"/>
                <a:gd name="T1" fmla="*/ 0 h 472"/>
                <a:gd name="T2" fmla="*/ 18 w 159"/>
                <a:gd name="T3" fmla="*/ 7 h 472"/>
                <a:gd name="T4" fmla="*/ 18 w 159"/>
                <a:gd name="T5" fmla="*/ 7 h 472"/>
                <a:gd name="T6" fmla="*/ 11 w 159"/>
                <a:gd name="T7" fmla="*/ 264 h 472"/>
                <a:gd name="T8" fmla="*/ 22 w 159"/>
                <a:gd name="T9" fmla="*/ 362 h 472"/>
                <a:gd name="T10" fmla="*/ 115 w 159"/>
                <a:gd name="T11" fmla="*/ 472 h 472"/>
                <a:gd name="T12" fmla="*/ 115 w 159"/>
                <a:gd name="T13" fmla="*/ 456 h 472"/>
                <a:gd name="T14" fmla="*/ 115 w 159"/>
                <a:gd name="T15" fmla="*/ 367 h 472"/>
                <a:gd name="T16" fmla="*/ 141 w 159"/>
                <a:gd name="T17" fmla="*/ 223 h 472"/>
                <a:gd name="T18" fmla="*/ 154 w 159"/>
                <a:gd name="T19" fmla="*/ 150 h 472"/>
                <a:gd name="T20" fmla="*/ 153 w 159"/>
                <a:gd name="T21" fmla="*/ 104 h 472"/>
                <a:gd name="T22" fmla="*/ 153 w 159"/>
                <a:gd name="T23" fmla="*/ 104 h 472"/>
                <a:gd name="T24" fmla="*/ 158 w 159"/>
                <a:gd name="T25" fmla="*/ 44 h 472"/>
                <a:gd name="T26" fmla="*/ 159 w 159"/>
                <a:gd name="T27" fmla="*/ 39 h 472"/>
                <a:gd name="T28" fmla="*/ 159 w 159"/>
                <a:gd name="T29" fmla="*/ 35 h 472"/>
                <a:gd name="T30" fmla="*/ 159 w 159"/>
                <a:gd name="T31" fmla="*/ 35 h 472"/>
                <a:gd name="T32" fmla="*/ 158 w 159"/>
                <a:gd name="T33" fmla="*/ 44 h 472"/>
                <a:gd name="T34" fmla="*/ 131 w 159"/>
                <a:gd name="T35" fmla="*/ 48 h 472"/>
                <a:gd name="T36" fmla="*/ 39 w 159"/>
                <a:gd name="T37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9" h="472">
                  <a:moveTo>
                    <a:pt x="39" y="0"/>
                  </a:moveTo>
                  <a:cubicBezTo>
                    <a:pt x="32" y="2"/>
                    <a:pt x="25" y="4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0" y="92"/>
                    <a:pt x="0" y="241"/>
                    <a:pt x="11" y="264"/>
                  </a:cubicBezTo>
                  <a:cubicBezTo>
                    <a:pt x="18" y="277"/>
                    <a:pt x="21" y="318"/>
                    <a:pt x="22" y="362"/>
                  </a:cubicBezTo>
                  <a:cubicBezTo>
                    <a:pt x="50" y="398"/>
                    <a:pt x="84" y="440"/>
                    <a:pt x="115" y="472"/>
                  </a:cubicBezTo>
                  <a:cubicBezTo>
                    <a:pt x="115" y="456"/>
                    <a:pt x="115" y="456"/>
                    <a:pt x="115" y="456"/>
                  </a:cubicBezTo>
                  <a:cubicBezTo>
                    <a:pt x="115" y="367"/>
                    <a:pt x="115" y="367"/>
                    <a:pt x="115" y="367"/>
                  </a:cubicBezTo>
                  <a:cubicBezTo>
                    <a:pt x="115" y="318"/>
                    <a:pt x="124" y="269"/>
                    <a:pt x="141" y="223"/>
                  </a:cubicBezTo>
                  <a:cubicBezTo>
                    <a:pt x="154" y="187"/>
                    <a:pt x="155" y="164"/>
                    <a:pt x="154" y="150"/>
                  </a:cubicBezTo>
                  <a:cubicBezTo>
                    <a:pt x="153" y="135"/>
                    <a:pt x="152" y="120"/>
                    <a:pt x="153" y="104"/>
                  </a:cubicBezTo>
                  <a:cubicBezTo>
                    <a:pt x="153" y="104"/>
                    <a:pt x="153" y="104"/>
                    <a:pt x="153" y="104"/>
                  </a:cubicBezTo>
                  <a:cubicBezTo>
                    <a:pt x="158" y="44"/>
                    <a:pt x="158" y="44"/>
                    <a:pt x="158" y="44"/>
                  </a:cubicBezTo>
                  <a:cubicBezTo>
                    <a:pt x="159" y="39"/>
                    <a:pt x="159" y="39"/>
                    <a:pt x="159" y="39"/>
                  </a:cubicBezTo>
                  <a:cubicBezTo>
                    <a:pt x="159" y="35"/>
                    <a:pt x="159" y="35"/>
                    <a:pt x="159" y="35"/>
                  </a:cubicBezTo>
                  <a:cubicBezTo>
                    <a:pt x="159" y="35"/>
                    <a:pt x="159" y="35"/>
                    <a:pt x="159" y="35"/>
                  </a:cubicBezTo>
                  <a:cubicBezTo>
                    <a:pt x="158" y="44"/>
                    <a:pt x="158" y="44"/>
                    <a:pt x="158" y="44"/>
                  </a:cubicBezTo>
                  <a:cubicBezTo>
                    <a:pt x="149" y="46"/>
                    <a:pt x="140" y="48"/>
                    <a:pt x="131" y="48"/>
                  </a:cubicBezTo>
                  <a:cubicBezTo>
                    <a:pt x="76" y="48"/>
                    <a:pt x="39" y="0"/>
                    <a:pt x="39" y="0"/>
                  </a:cubicBezTo>
                </a:path>
              </a:pathLst>
            </a:custGeom>
            <a:solidFill>
              <a:srgbClr val="D0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6" name="iṥľiḑè"/>
            <p:cNvSpPr/>
            <p:nvPr/>
          </p:nvSpPr>
          <p:spPr bwMode="auto">
            <a:xfrm>
              <a:off x="5611813" y="3502025"/>
              <a:ext cx="433388" cy="1531938"/>
            </a:xfrm>
            <a:custGeom>
              <a:avLst/>
              <a:gdLst>
                <a:gd name="T0" fmla="*/ 208 w 229"/>
                <a:gd name="T1" fmla="*/ 276 h 812"/>
                <a:gd name="T2" fmla="*/ 173 w 229"/>
                <a:gd name="T3" fmla="*/ 473 h 812"/>
                <a:gd name="T4" fmla="*/ 153 w 229"/>
                <a:gd name="T5" fmla="*/ 550 h 812"/>
                <a:gd name="T6" fmla="*/ 156 w 229"/>
                <a:gd name="T7" fmla="*/ 726 h 812"/>
                <a:gd name="T8" fmla="*/ 164 w 229"/>
                <a:gd name="T9" fmla="*/ 756 h 812"/>
                <a:gd name="T10" fmla="*/ 60 w 229"/>
                <a:gd name="T11" fmla="*/ 812 h 812"/>
                <a:gd name="T12" fmla="*/ 28 w 229"/>
                <a:gd name="T13" fmla="*/ 788 h 812"/>
                <a:gd name="T14" fmla="*/ 28 w 229"/>
                <a:gd name="T15" fmla="*/ 772 h 812"/>
                <a:gd name="T16" fmla="*/ 24 w 229"/>
                <a:gd name="T17" fmla="*/ 416 h 812"/>
                <a:gd name="T18" fmla="*/ 24 w 229"/>
                <a:gd name="T19" fmla="*/ 244 h 812"/>
                <a:gd name="T20" fmla="*/ 33 w 229"/>
                <a:gd name="T21" fmla="*/ 211 h 812"/>
                <a:gd name="T22" fmla="*/ 44 w 229"/>
                <a:gd name="T23" fmla="*/ 108 h 812"/>
                <a:gd name="T24" fmla="*/ 184 w 229"/>
                <a:gd name="T25" fmla="*/ 72 h 812"/>
                <a:gd name="T26" fmla="*/ 225 w 229"/>
                <a:gd name="T27" fmla="*/ 167 h 812"/>
                <a:gd name="T28" fmla="*/ 208 w 229"/>
                <a:gd name="T29" fmla="*/ 276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9" h="812">
                  <a:moveTo>
                    <a:pt x="208" y="276"/>
                  </a:moveTo>
                  <a:cubicBezTo>
                    <a:pt x="173" y="473"/>
                    <a:pt x="173" y="473"/>
                    <a:pt x="173" y="473"/>
                  </a:cubicBezTo>
                  <a:cubicBezTo>
                    <a:pt x="169" y="499"/>
                    <a:pt x="162" y="525"/>
                    <a:pt x="153" y="550"/>
                  </a:cubicBezTo>
                  <a:cubicBezTo>
                    <a:pt x="133" y="605"/>
                    <a:pt x="146" y="683"/>
                    <a:pt x="156" y="726"/>
                  </a:cubicBezTo>
                  <a:cubicBezTo>
                    <a:pt x="160" y="744"/>
                    <a:pt x="164" y="756"/>
                    <a:pt x="164" y="756"/>
                  </a:cubicBezTo>
                  <a:cubicBezTo>
                    <a:pt x="60" y="812"/>
                    <a:pt x="60" y="812"/>
                    <a:pt x="60" y="812"/>
                  </a:cubicBezTo>
                  <a:cubicBezTo>
                    <a:pt x="28" y="788"/>
                    <a:pt x="28" y="788"/>
                    <a:pt x="28" y="788"/>
                  </a:cubicBezTo>
                  <a:cubicBezTo>
                    <a:pt x="28" y="772"/>
                    <a:pt x="28" y="772"/>
                    <a:pt x="28" y="772"/>
                  </a:cubicBezTo>
                  <a:cubicBezTo>
                    <a:pt x="24" y="416"/>
                    <a:pt x="24" y="416"/>
                    <a:pt x="24" y="416"/>
                  </a:cubicBezTo>
                  <a:cubicBezTo>
                    <a:pt x="0" y="360"/>
                    <a:pt x="8" y="276"/>
                    <a:pt x="24" y="244"/>
                  </a:cubicBezTo>
                  <a:cubicBezTo>
                    <a:pt x="28" y="234"/>
                    <a:pt x="32" y="223"/>
                    <a:pt x="33" y="211"/>
                  </a:cubicBezTo>
                  <a:cubicBezTo>
                    <a:pt x="41" y="168"/>
                    <a:pt x="44" y="108"/>
                    <a:pt x="44" y="108"/>
                  </a:cubicBezTo>
                  <a:cubicBezTo>
                    <a:pt x="44" y="108"/>
                    <a:pt x="108" y="0"/>
                    <a:pt x="184" y="72"/>
                  </a:cubicBezTo>
                  <a:cubicBezTo>
                    <a:pt x="212" y="99"/>
                    <a:pt x="223" y="133"/>
                    <a:pt x="225" y="167"/>
                  </a:cubicBezTo>
                  <a:cubicBezTo>
                    <a:pt x="229" y="223"/>
                    <a:pt x="208" y="276"/>
                    <a:pt x="208" y="276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7" name="i$ľîdé"/>
            <p:cNvSpPr/>
            <p:nvPr/>
          </p:nvSpPr>
          <p:spPr bwMode="auto">
            <a:xfrm>
              <a:off x="5673725" y="3802063"/>
              <a:ext cx="363538" cy="98425"/>
            </a:xfrm>
            <a:custGeom>
              <a:avLst/>
              <a:gdLst>
                <a:gd name="T0" fmla="*/ 2 w 192"/>
                <a:gd name="T1" fmla="*/ 44 h 52"/>
                <a:gd name="T2" fmla="*/ 2 w 192"/>
                <a:gd name="T3" fmla="*/ 44 h 52"/>
                <a:gd name="T4" fmla="*/ 0 w 192"/>
                <a:gd name="T5" fmla="*/ 52 h 52"/>
                <a:gd name="T6" fmla="*/ 0 w 192"/>
                <a:gd name="T7" fmla="*/ 52 h 52"/>
                <a:gd name="T8" fmla="*/ 2 w 192"/>
                <a:gd name="T9" fmla="*/ 44 h 52"/>
                <a:gd name="T10" fmla="*/ 191 w 192"/>
                <a:gd name="T11" fmla="*/ 0 h 52"/>
                <a:gd name="T12" fmla="*/ 191 w 192"/>
                <a:gd name="T13" fmla="*/ 0 h 52"/>
                <a:gd name="T14" fmla="*/ 192 w 192"/>
                <a:gd name="T15" fmla="*/ 7 h 52"/>
                <a:gd name="T16" fmla="*/ 192 w 192"/>
                <a:gd name="T17" fmla="*/ 7 h 52"/>
                <a:gd name="T18" fmla="*/ 191 w 192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52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1" y="47"/>
                    <a:pt x="1" y="50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0"/>
                    <a:pt x="1" y="47"/>
                    <a:pt x="2" y="44"/>
                  </a:cubicBezTo>
                  <a:moveTo>
                    <a:pt x="191" y="0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2"/>
                    <a:pt x="192" y="5"/>
                    <a:pt x="192" y="7"/>
                  </a:cubicBezTo>
                  <a:cubicBezTo>
                    <a:pt x="192" y="7"/>
                    <a:pt x="192" y="7"/>
                    <a:pt x="192" y="7"/>
                  </a:cubicBezTo>
                  <a:cubicBezTo>
                    <a:pt x="192" y="5"/>
                    <a:pt x="191" y="2"/>
                    <a:pt x="191" y="0"/>
                  </a:cubicBezTo>
                </a:path>
              </a:pathLst>
            </a:custGeom>
            <a:solidFill>
              <a:srgbClr val="BB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8" name="íśḻídé"/>
            <p:cNvSpPr/>
            <p:nvPr/>
          </p:nvSpPr>
          <p:spPr bwMode="auto">
            <a:xfrm>
              <a:off x="5673725" y="3802063"/>
              <a:ext cx="363538" cy="98425"/>
            </a:xfrm>
            <a:custGeom>
              <a:avLst/>
              <a:gdLst>
                <a:gd name="T0" fmla="*/ 191 w 192"/>
                <a:gd name="T1" fmla="*/ 0 h 52"/>
                <a:gd name="T2" fmla="*/ 2 w 192"/>
                <a:gd name="T3" fmla="*/ 44 h 52"/>
                <a:gd name="T4" fmla="*/ 0 w 192"/>
                <a:gd name="T5" fmla="*/ 52 h 52"/>
                <a:gd name="T6" fmla="*/ 192 w 192"/>
                <a:gd name="T7" fmla="*/ 7 h 52"/>
                <a:gd name="T8" fmla="*/ 191 w 192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52">
                  <a:moveTo>
                    <a:pt x="191" y="0"/>
                  </a:moveTo>
                  <a:cubicBezTo>
                    <a:pt x="136" y="32"/>
                    <a:pt x="42" y="41"/>
                    <a:pt x="2" y="44"/>
                  </a:cubicBezTo>
                  <a:cubicBezTo>
                    <a:pt x="1" y="47"/>
                    <a:pt x="1" y="50"/>
                    <a:pt x="0" y="52"/>
                  </a:cubicBezTo>
                  <a:cubicBezTo>
                    <a:pt x="40" y="50"/>
                    <a:pt x="136" y="40"/>
                    <a:pt x="192" y="7"/>
                  </a:cubicBezTo>
                  <a:cubicBezTo>
                    <a:pt x="192" y="5"/>
                    <a:pt x="191" y="2"/>
                    <a:pt x="191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9" name="i$ľïḑè"/>
            <p:cNvSpPr/>
            <p:nvPr/>
          </p:nvSpPr>
          <p:spPr bwMode="auto">
            <a:xfrm>
              <a:off x="5235575" y="2505075"/>
              <a:ext cx="1163638" cy="1381125"/>
            </a:xfrm>
            <a:custGeom>
              <a:avLst/>
              <a:gdLst>
                <a:gd name="T0" fmla="*/ 559 w 615"/>
                <a:gd name="T1" fmla="*/ 596 h 732"/>
                <a:gd name="T2" fmla="*/ 439 w 615"/>
                <a:gd name="T3" fmla="*/ 676 h 732"/>
                <a:gd name="T4" fmla="*/ 215 w 615"/>
                <a:gd name="T5" fmla="*/ 732 h 732"/>
                <a:gd name="T6" fmla="*/ 215 w 615"/>
                <a:gd name="T7" fmla="*/ 672 h 732"/>
                <a:gd name="T8" fmla="*/ 59 w 615"/>
                <a:gd name="T9" fmla="*/ 296 h 732"/>
                <a:gd name="T10" fmla="*/ 36 w 615"/>
                <a:gd name="T11" fmla="*/ 32 h 732"/>
                <a:gd name="T12" fmla="*/ 59 w 615"/>
                <a:gd name="T13" fmla="*/ 0 h 732"/>
                <a:gd name="T14" fmla="*/ 559 w 615"/>
                <a:gd name="T15" fmla="*/ 96 h 732"/>
                <a:gd name="T16" fmla="*/ 577 w 615"/>
                <a:gd name="T17" fmla="*/ 150 h 732"/>
                <a:gd name="T18" fmla="*/ 615 w 615"/>
                <a:gd name="T19" fmla="*/ 264 h 732"/>
                <a:gd name="T20" fmla="*/ 451 w 615"/>
                <a:gd name="T21" fmla="*/ 284 h 732"/>
                <a:gd name="T22" fmla="*/ 443 w 615"/>
                <a:gd name="T23" fmla="*/ 404 h 732"/>
                <a:gd name="T24" fmla="*/ 559 w 615"/>
                <a:gd name="T25" fmla="*/ 596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5" h="732">
                  <a:moveTo>
                    <a:pt x="559" y="596"/>
                  </a:moveTo>
                  <a:cubicBezTo>
                    <a:pt x="516" y="619"/>
                    <a:pt x="476" y="645"/>
                    <a:pt x="439" y="676"/>
                  </a:cubicBezTo>
                  <a:cubicBezTo>
                    <a:pt x="375" y="728"/>
                    <a:pt x="215" y="732"/>
                    <a:pt x="215" y="732"/>
                  </a:cubicBezTo>
                  <a:cubicBezTo>
                    <a:pt x="215" y="672"/>
                    <a:pt x="215" y="672"/>
                    <a:pt x="215" y="672"/>
                  </a:cubicBezTo>
                  <a:cubicBezTo>
                    <a:pt x="219" y="600"/>
                    <a:pt x="151" y="520"/>
                    <a:pt x="59" y="296"/>
                  </a:cubicBezTo>
                  <a:cubicBezTo>
                    <a:pt x="0" y="153"/>
                    <a:pt x="16" y="72"/>
                    <a:pt x="36" y="32"/>
                  </a:cubicBezTo>
                  <a:cubicBezTo>
                    <a:pt x="47" y="9"/>
                    <a:pt x="59" y="0"/>
                    <a:pt x="59" y="0"/>
                  </a:cubicBezTo>
                  <a:cubicBezTo>
                    <a:pt x="559" y="96"/>
                    <a:pt x="559" y="96"/>
                    <a:pt x="559" y="96"/>
                  </a:cubicBezTo>
                  <a:cubicBezTo>
                    <a:pt x="577" y="150"/>
                    <a:pt x="577" y="150"/>
                    <a:pt x="577" y="150"/>
                  </a:cubicBezTo>
                  <a:cubicBezTo>
                    <a:pt x="615" y="264"/>
                    <a:pt x="615" y="264"/>
                    <a:pt x="615" y="264"/>
                  </a:cubicBezTo>
                  <a:cubicBezTo>
                    <a:pt x="615" y="264"/>
                    <a:pt x="475" y="272"/>
                    <a:pt x="451" y="284"/>
                  </a:cubicBezTo>
                  <a:cubicBezTo>
                    <a:pt x="427" y="296"/>
                    <a:pt x="443" y="404"/>
                    <a:pt x="443" y="404"/>
                  </a:cubicBezTo>
                  <a:cubicBezTo>
                    <a:pt x="419" y="516"/>
                    <a:pt x="559" y="596"/>
                    <a:pt x="559" y="596"/>
                  </a:cubicBezTo>
                </a:path>
              </a:pathLst>
            </a:custGeom>
            <a:solidFill>
              <a:srgbClr val="ABB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5" name="ïSḷiḓe"/>
            <p:cNvSpPr/>
            <p:nvPr/>
          </p:nvSpPr>
          <p:spPr bwMode="auto">
            <a:xfrm>
              <a:off x="6592888" y="2320925"/>
              <a:ext cx="0" cy="9525"/>
            </a:xfrm>
            <a:custGeom>
              <a:avLst/>
              <a:gdLst>
                <a:gd name="T0" fmla="*/ 0 h 5"/>
                <a:gd name="T1" fmla="*/ 5 h 5"/>
                <a:gd name="T2" fmla="*/ 5 h 5"/>
                <a:gd name="T3" fmla="*/ 0 h 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5">
                  <a:moveTo>
                    <a:pt x="0" y="0"/>
                  </a:moveTo>
                  <a:cubicBezTo>
                    <a:pt x="0" y="1"/>
                    <a:pt x="0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7" name="îṣļïdè"/>
            <p:cNvSpPr/>
            <p:nvPr/>
          </p:nvSpPr>
          <p:spPr bwMode="auto">
            <a:xfrm>
              <a:off x="6592888" y="2314575"/>
              <a:ext cx="0" cy="15875"/>
            </a:xfrm>
            <a:custGeom>
              <a:avLst/>
              <a:gdLst>
                <a:gd name="T0" fmla="*/ 0 h 8"/>
                <a:gd name="T1" fmla="*/ 0 h 8"/>
                <a:gd name="T2" fmla="*/ 3 h 8"/>
                <a:gd name="T3" fmla="*/ 8 h 8"/>
                <a:gd name="T4" fmla="*/ 8 h 8"/>
                <a:gd name="T5" fmla="*/ 0 h 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5"/>
                    <a:pt x="0" y="2"/>
                    <a:pt x="0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9" name="ïṥḻíḋe"/>
            <p:cNvSpPr/>
            <p:nvPr/>
          </p:nvSpPr>
          <p:spPr bwMode="auto">
            <a:xfrm>
              <a:off x="6592888" y="2301875"/>
              <a:ext cx="266700" cy="104775"/>
            </a:xfrm>
            <a:custGeom>
              <a:avLst/>
              <a:gdLst>
                <a:gd name="T0" fmla="*/ 21 w 141"/>
                <a:gd name="T1" fmla="*/ 0 h 56"/>
                <a:gd name="T2" fmla="*/ 0 w 141"/>
                <a:gd name="T3" fmla="*/ 7 h 56"/>
                <a:gd name="T4" fmla="*/ 0 w 141"/>
                <a:gd name="T5" fmla="*/ 15 h 56"/>
                <a:gd name="T6" fmla="*/ 21 w 141"/>
                <a:gd name="T7" fmla="*/ 8 h 56"/>
                <a:gd name="T8" fmla="*/ 113 w 141"/>
                <a:gd name="T9" fmla="*/ 56 h 56"/>
                <a:gd name="T10" fmla="*/ 140 w 141"/>
                <a:gd name="T11" fmla="*/ 52 h 56"/>
                <a:gd name="T12" fmla="*/ 141 w 141"/>
                <a:gd name="T13" fmla="*/ 43 h 56"/>
                <a:gd name="T14" fmla="*/ 113 w 141"/>
                <a:gd name="T15" fmla="*/ 47 h 56"/>
                <a:gd name="T16" fmla="*/ 21 w 141"/>
                <a:gd name="T1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56">
                  <a:moveTo>
                    <a:pt x="21" y="0"/>
                  </a:moveTo>
                  <a:cubicBezTo>
                    <a:pt x="14" y="2"/>
                    <a:pt x="7" y="4"/>
                    <a:pt x="0" y="7"/>
                  </a:cubicBezTo>
                  <a:cubicBezTo>
                    <a:pt x="0" y="9"/>
                    <a:pt x="0" y="12"/>
                    <a:pt x="0" y="15"/>
                  </a:cubicBezTo>
                  <a:cubicBezTo>
                    <a:pt x="7" y="12"/>
                    <a:pt x="14" y="10"/>
                    <a:pt x="21" y="8"/>
                  </a:cubicBezTo>
                  <a:cubicBezTo>
                    <a:pt x="21" y="8"/>
                    <a:pt x="58" y="56"/>
                    <a:pt x="113" y="56"/>
                  </a:cubicBezTo>
                  <a:cubicBezTo>
                    <a:pt x="122" y="56"/>
                    <a:pt x="131" y="54"/>
                    <a:pt x="140" y="52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31" y="46"/>
                    <a:pt x="122" y="47"/>
                    <a:pt x="113" y="47"/>
                  </a:cubicBezTo>
                  <a:cubicBezTo>
                    <a:pt x="58" y="47"/>
                    <a:pt x="21" y="0"/>
                    <a:pt x="21" y="0"/>
                  </a:cubicBezTo>
                </a:path>
              </a:pathLst>
            </a:custGeom>
            <a:solidFill>
              <a:srgbClr val="BB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0" name="îš1îďè"/>
            <p:cNvSpPr/>
            <p:nvPr/>
          </p:nvSpPr>
          <p:spPr bwMode="auto">
            <a:xfrm>
              <a:off x="5294313" y="2581275"/>
              <a:ext cx="936625" cy="309563"/>
            </a:xfrm>
            <a:custGeom>
              <a:avLst/>
              <a:gdLst>
                <a:gd name="T0" fmla="*/ 47 w 495"/>
                <a:gd name="T1" fmla="*/ 0 h 164"/>
                <a:gd name="T2" fmla="*/ 2 w 495"/>
                <a:gd name="T3" fmla="*/ 3 h 164"/>
                <a:gd name="T4" fmla="*/ 0 w 495"/>
                <a:gd name="T5" fmla="*/ 16 h 164"/>
                <a:gd name="T6" fmla="*/ 47 w 495"/>
                <a:gd name="T7" fmla="*/ 12 h 164"/>
                <a:gd name="T8" fmla="*/ 296 w 495"/>
                <a:gd name="T9" fmla="*/ 100 h 164"/>
                <a:gd name="T10" fmla="*/ 460 w 495"/>
                <a:gd name="T11" fmla="*/ 164 h 164"/>
                <a:gd name="T12" fmla="*/ 495 w 495"/>
                <a:gd name="T13" fmla="*/ 161 h 164"/>
                <a:gd name="T14" fmla="*/ 488 w 495"/>
                <a:gd name="T15" fmla="*/ 150 h 164"/>
                <a:gd name="T16" fmla="*/ 475 w 495"/>
                <a:gd name="T17" fmla="*/ 152 h 164"/>
                <a:gd name="T18" fmla="*/ 475 w 495"/>
                <a:gd name="T19" fmla="*/ 152 h 164"/>
                <a:gd name="T20" fmla="*/ 460 w 495"/>
                <a:gd name="T21" fmla="*/ 152 h 164"/>
                <a:gd name="T22" fmla="*/ 296 w 495"/>
                <a:gd name="T23" fmla="*/ 88 h 164"/>
                <a:gd name="T24" fmla="*/ 47 w 495"/>
                <a:gd name="T25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5" h="164">
                  <a:moveTo>
                    <a:pt x="47" y="0"/>
                  </a:moveTo>
                  <a:cubicBezTo>
                    <a:pt x="24" y="0"/>
                    <a:pt x="8" y="2"/>
                    <a:pt x="2" y="3"/>
                  </a:cubicBezTo>
                  <a:cubicBezTo>
                    <a:pt x="1" y="11"/>
                    <a:pt x="0" y="16"/>
                    <a:pt x="0" y="16"/>
                  </a:cubicBezTo>
                  <a:cubicBezTo>
                    <a:pt x="0" y="16"/>
                    <a:pt x="18" y="12"/>
                    <a:pt x="47" y="12"/>
                  </a:cubicBezTo>
                  <a:cubicBezTo>
                    <a:pt x="101" y="12"/>
                    <a:pt x="195" y="25"/>
                    <a:pt x="296" y="100"/>
                  </a:cubicBezTo>
                  <a:cubicBezTo>
                    <a:pt x="363" y="150"/>
                    <a:pt x="419" y="164"/>
                    <a:pt x="460" y="164"/>
                  </a:cubicBezTo>
                  <a:cubicBezTo>
                    <a:pt x="473" y="164"/>
                    <a:pt x="485" y="163"/>
                    <a:pt x="495" y="161"/>
                  </a:cubicBezTo>
                  <a:cubicBezTo>
                    <a:pt x="492" y="157"/>
                    <a:pt x="490" y="154"/>
                    <a:pt x="488" y="150"/>
                  </a:cubicBezTo>
                  <a:cubicBezTo>
                    <a:pt x="484" y="151"/>
                    <a:pt x="479" y="152"/>
                    <a:pt x="475" y="152"/>
                  </a:cubicBezTo>
                  <a:cubicBezTo>
                    <a:pt x="475" y="152"/>
                    <a:pt x="475" y="152"/>
                    <a:pt x="475" y="152"/>
                  </a:cubicBezTo>
                  <a:cubicBezTo>
                    <a:pt x="470" y="152"/>
                    <a:pt x="465" y="152"/>
                    <a:pt x="460" y="152"/>
                  </a:cubicBezTo>
                  <a:cubicBezTo>
                    <a:pt x="419" y="152"/>
                    <a:pt x="363" y="138"/>
                    <a:pt x="296" y="88"/>
                  </a:cubicBezTo>
                  <a:cubicBezTo>
                    <a:pt x="195" y="13"/>
                    <a:pt x="101" y="0"/>
                    <a:pt x="47" y="0"/>
                  </a:cubicBezTo>
                </a:path>
              </a:pathLst>
            </a:custGeom>
            <a:solidFill>
              <a:srgbClr val="9A9F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1" name="îšľîḍè"/>
            <p:cNvSpPr/>
            <p:nvPr/>
          </p:nvSpPr>
          <p:spPr bwMode="auto">
            <a:xfrm>
              <a:off x="5294313" y="1296988"/>
              <a:ext cx="1700213" cy="1576388"/>
            </a:xfrm>
            <a:custGeom>
              <a:avLst/>
              <a:gdLst>
                <a:gd name="T0" fmla="*/ 886 w 899"/>
                <a:gd name="T1" fmla="*/ 368 h 835"/>
                <a:gd name="T2" fmla="*/ 872 w 899"/>
                <a:gd name="T3" fmla="*/ 552 h 835"/>
                <a:gd name="T4" fmla="*/ 708 w 899"/>
                <a:gd name="T5" fmla="*/ 532 h 835"/>
                <a:gd name="T6" fmla="*/ 561 w 899"/>
                <a:gd name="T7" fmla="*/ 698 h 835"/>
                <a:gd name="T8" fmla="*/ 544 w 899"/>
                <a:gd name="T9" fmla="*/ 808 h 835"/>
                <a:gd name="T10" fmla="*/ 475 w 899"/>
                <a:gd name="T11" fmla="*/ 832 h 835"/>
                <a:gd name="T12" fmla="*/ 296 w 899"/>
                <a:gd name="T13" fmla="*/ 768 h 835"/>
                <a:gd name="T14" fmla="*/ 0 w 899"/>
                <a:gd name="T15" fmla="*/ 684 h 835"/>
                <a:gd name="T16" fmla="*/ 92 w 899"/>
                <a:gd name="T17" fmla="*/ 476 h 835"/>
                <a:gd name="T18" fmla="*/ 284 w 899"/>
                <a:gd name="T19" fmla="*/ 184 h 835"/>
                <a:gd name="T20" fmla="*/ 528 w 899"/>
                <a:gd name="T21" fmla="*/ 44 h 835"/>
                <a:gd name="T22" fmla="*/ 684 w 899"/>
                <a:gd name="T23" fmla="*/ 44 h 835"/>
                <a:gd name="T24" fmla="*/ 781 w 899"/>
                <a:gd name="T25" fmla="*/ 95 h 835"/>
                <a:gd name="T26" fmla="*/ 886 w 899"/>
                <a:gd name="T27" fmla="*/ 368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9" h="835">
                  <a:moveTo>
                    <a:pt x="886" y="368"/>
                  </a:moveTo>
                  <a:cubicBezTo>
                    <a:pt x="875" y="449"/>
                    <a:pt x="872" y="552"/>
                    <a:pt x="872" y="552"/>
                  </a:cubicBezTo>
                  <a:cubicBezTo>
                    <a:pt x="780" y="624"/>
                    <a:pt x="708" y="532"/>
                    <a:pt x="708" y="532"/>
                  </a:cubicBezTo>
                  <a:cubicBezTo>
                    <a:pt x="621" y="555"/>
                    <a:pt x="580" y="631"/>
                    <a:pt x="561" y="698"/>
                  </a:cubicBezTo>
                  <a:cubicBezTo>
                    <a:pt x="551" y="733"/>
                    <a:pt x="545" y="771"/>
                    <a:pt x="544" y="808"/>
                  </a:cubicBezTo>
                  <a:cubicBezTo>
                    <a:pt x="544" y="808"/>
                    <a:pt x="520" y="828"/>
                    <a:pt x="475" y="832"/>
                  </a:cubicBezTo>
                  <a:cubicBezTo>
                    <a:pt x="432" y="835"/>
                    <a:pt x="372" y="824"/>
                    <a:pt x="296" y="768"/>
                  </a:cubicBezTo>
                  <a:cubicBezTo>
                    <a:pt x="140" y="652"/>
                    <a:pt x="0" y="684"/>
                    <a:pt x="0" y="684"/>
                  </a:cubicBezTo>
                  <a:cubicBezTo>
                    <a:pt x="0" y="684"/>
                    <a:pt x="28" y="524"/>
                    <a:pt x="92" y="476"/>
                  </a:cubicBezTo>
                  <a:cubicBezTo>
                    <a:pt x="156" y="428"/>
                    <a:pt x="204" y="368"/>
                    <a:pt x="284" y="184"/>
                  </a:cubicBezTo>
                  <a:cubicBezTo>
                    <a:pt x="364" y="0"/>
                    <a:pt x="528" y="44"/>
                    <a:pt x="528" y="44"/>
                  </a:cubicBezTo>
                  <a:cubicBezTo>
                    <a:pt x="528" y="44"/>
                    <a:pt x="536" y="8"/>
                    <a:pt x="684" y="44"/>
                  </a:cubicBezTo>
                  <a:cubicBezTo>
                    <a:pt x="720" y="53"/>
                    <a:pt x="753" y="71"/>
                    <a:pt x="781" y="95"/>
                  </a:cubicBezTo>
                  <a:cubicBezTo>
                    <a:pt x="861" y="162"/>
                    <a:pt x="899" y="265"/>
                    <a:pt x="886" y="3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2" name="íṡḻïdé"/>
            <p:cNvSpPr/>
            <p:nvPr/>
          </p:nvSpPr>
          <p:spPr bwMode="auto">
            <a:xfrm>
              <a:off x="6284913" y="1450975"/>
              <a:ext cx="406400" cy="303213"/>
            </a:xfrm>
            <a:custGeom>
              <a:avLst/>
              <a:gdLst>
                <a:gd name="T0" fmla="*/ 213 w 215"/>
                <a:gd name="T1" fmla="*/ 53 h 161"/>
                <a:gd name="T2" fmla="*/ 212 w 215"/>
                <a:gd name="T3" fmla="*/ 71 h 161"/>
                <a:gd name="T4" fmla="*/ 108 w 215"/>
                <a:gd name="T5" fmla="*/ 151 h 161"/>
                <a:gd name="T6" fmla="*/ 11 w 215"/>
                <a:gd name="T7" fmla="*/ 79 h 161"/>
                <a:gd name="T8" fmla="*/ 0 w 215"/>
                <a:gd name="T9" fmla="*/ 39 h 161"/>
                <a:gd name="T10" fmla="*/ 192 w 215"/>
                <a:gd name="T11" fmla="*/ 7 h 161"/>
                <a:gd name="T12" fmla="*/ 213 w 215"/>
                <a:gd name="T13" fmla="*/ 53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5" h="161">
                  <a:moveTo>
                    <a:pt x="213" y="53"/>
                  </a:moveTo>
                  <a:cubicBezTo>
                    <a:pt x="213" y="58"/>
                    <a:pt x="213" y="64"/>
                    <a:pt x="212" y="71"/>
                  </a:cubicBezTo>
                  <a:cubicBezTo>
                    <a:pt x="204" y="143"/>
                    <a:pt x="196" y="135"/>
                    <a:pt x="108" y="151"/>
                  </a:cubicBezTo>
                  <a:cubicBezTo>
                    <a:pt x="53" y="161"/>
                    <a:pt x="25" y="115"/>
                    <a:pt x="11" y="79"/>
                  </a:cubicBezTo>
                  <a:cubicBezTo>
                    <a:pt x="6" y="66"/>
                    <a:pt x="3" y="53"/>
                    <a:pt x="0" y="39"/>
                  </a:cubicBezTo>
                  <a:cubicBezTo>
                    <a:pt x="192" y="7"/>
                    <a:pt x="192" y="7"/>
                    <a:pt x="192" y="7"/>
                  </a:cubicBezTo>
                  <a:cubicBezTo>
                    <a:pt x="192" y="7"/>
                    <a:pt x="215" y="0"/>
                    <a:pt x="213" y="53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3" name="îsľídé"/>
            <p:cNvSpPr/>
            <p:nvPr/>
          </p:nvSpPr>
          <p:spPr bwMode="auto">
            <a:xfrm>
              <a:off x="6192838" y="2863850"/>
              <a:ext cx="23813" cy="3175"/>
            </a:xfrm>
            <a:custGeom>
              <a:avLst/>
              <a:gdLst>
                <a:gd name="T0" fmla="*/ 13 w 13"/>
                <a:gd name="T1" fmla="*/ 0 h 2"/>
                <a:gd name="T2" fmla="*/ 0 w 13"/>
                <a:gd name="T3" fmla="*/ 2 h 2"/>
                <a:gd name="T4" fmla="*/ 0 w 13"/>
                <a:gd name="T5" fmla="*/ 2 h 2"/>
                <a:gd name="T6" fmla="*/ 0 w 13"/>
                <a:gd name="T7" fmla="*/ 2 h 2"/>
                <a:gd name="T8" fmla="*/ 13 w 13"/>
                <a:gd name="T9" fmla="*/ 0 h 2"/>
                <a:gd name="T10" fmla="*/ 13 w 13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2">
                  <a:moveTo>
                    <a:pt x="13" y="0"/>
                  </a:moveTo>
                  <a:cubicBezTo>
                    <a:pt x="9" y="1"/>
                    <a:pt x="4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2"/>
                    <a:pt x="9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9297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4" name="iṥlîḑè"/>
            <p:cNvSpPr/>
            <p:nvPr/>
          </p:nvSpPr>
          <p:spPr bwMode="auto">
            <a:xfrm>
              <a:off x="5861050" y="2165350"/>
              <a:ext cx="355600" cy="701675"/>
            </a:xfrm>
            <a:custGeom>
              <a:avLst/>
              <a:gdLst>
                <a:gd name="T0" fmla="*/ 0 w 188"/>
                <a:gd name="T1" fmla="*/ 0 h 372"/>
                <a:gd name="T2" fmla="*/ 56 w 188"/>
                <a:gd name="T3" fmla="*/ 164 h 372"/>
                <a:gd name="T4" fmla="*/ 64 w 188"/>
                <a:gd name="T5" fmla="*/ 199 h 372"/>
                <a:gd name="T6" fmla="*/ 64 w 188"/>
                <a:gd name="T7" fmla="*/ 199 h 372"/>
                <a:gd name="T8" fmla="*/ 64 w 188"/>
                <a:gd name="T9" fmla="*/ 199 h 372"/>
                <a:gd name="T10" fmla="*/ 104 w 188"/>
                <a:gd name="T11" fmla="*/ 264 h 372"/>
                <a:gd name="T12" fmla="*/ 172 w 188"/>
                <a:gd name="T13" fmla="*/ 364 h 372"/>
                <a:gd name="T14" fmla="*/ 175 w 188"/>
                <a:gd name="T15" fmla="*/ 372 h 372"/>
                <a:gd name="T16" fmla="*/ 175 w 188"/>
                <a:gd name="T17" fmla="*/ 372 h 372"/>
                <a:gd name="T18" fmla="*/ 188 w 188"/>
                <a:gd name="T19" fmla="*/ 370 h 372"/>
                <a:gd name="T20" fmla="*/ 184 w 188"/>
                <a:gd name="T21" fmla="*/ 360 h 372"/>
                <a:gd name="T22" fmla="*/ 116 w 188"/>
                <a:gd name="T23" fmla="*/ 260 h 372"/>
                <a:gd name="T24" fmla="*/ 68 w 188"/>
                <a:gd name="T25" fmla="*/ 160 h 372"/>
                <a:gd name="T26" fmla="*/ 2 w 188"/>
                <a:gd name="T27" fmla="*/ 2 h 372"/>
                <a:gd name="T28" fmla="*/ 0 w 188"/>
                <a:gd name="T2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8" h="372">
                  <a:moveTo>
                    <a:pt x="0" y="0"/>
                  </a:moveTo>
                  <a:cubicBezTo>
                    <a:pt x="56" y="164"/>
                    <a:pt x="56" y="164"/>
                    <a:pt x="56" y="164"/>
                  </a:cubicBezTo>
                  <a:cubicBezTo>
                    <a:pt x="56" y="164"/>
                    <a:pt x="58" y="17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71" y="220"/>
                    <a:pt x="83" y="246"/>
                    <a:pt x="104" y="264"/>
                  </a:cubicBezTo>
                  <a:cubicBezTo>
                    <a:pt x="104" y="264"/>
                    <a:pt x="164" y="328"/>
                    <a:pt x="172" y="364"/>
                  </a:cubicBezTo>
                  <a:cubicBezTo>
                    <a:pt x="173" y="367"/>
                    <a:pt x="173" y="369"/>
                    <a:pt x="175" y="372"/>
                  </a:cubicBezTo>
                  <a:cubicBezTo>
                    <a:pt x="175" y="372"/>
                    <a:pt x="175" y="372"/>
                    <a:pt x="175" y="372"/>
                  </a:cubicBezTo>
                  <a:cubicBezTo>
                    <a:pt x="179" y="371"/>
                    <a:pt x="184" y="371"/>
                    <a:pt x="188" y="370"/>
                  </a:cubicBezTo>
                  <a:cubicBezTo>
                    <a:pt x="186" y="366"/>
                    <a:pt x="185" y="363"/>
                    <a:pt x="184" y="360"/>
                  </a:cubicBezTo>
                  <a:cubicBezTo>
                    <a:pt x="176" y="324"/>
                    <a:pt x="116" y="260"/>
                    <a:pt x="116" y="260"/>
                  </a:cubicBezTo>
                  <a:cubicBezTo>
                    <a:pt x="76" y="224"/>
                    <a:pt x="68" y="160"/>
                    <a:pt x="68" y="16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1"/>
                    <a:pt x="1" y="1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5" name="îš1iḋé"/>
            <p:cNvSpPr/>
            <p:nvPr/>
          </p:nvSpPr>
          <p:spPr bwMode="auto">
            <a:xfrm>
              <a:off x="5822950" y="1931988"/>
              <a:ext cx="1120775" cy="1570038"/>
            </a:xfrm>
            <a:custGeom>
              <a:avLst/>
              <a:gdLst>
                <a:gd name="T0" fmla="*/ 0 w 592"/>
                <a:gd name="T1" fmla="*/ 72 h 832"/>
                <a:gd name="T2" fmla="*/ 88 w 592"/>
                <a:gd name="T3" fmla="*/ 284 h 832"/>
                <a:gd name="T4" fmla="*/ 136 w 592"/>
                <a:gd name="T5" fmla="*/ 384 h 832"/>
                <a:gd name="T6" fmla="*/ 204 w 592"/>
                <a:gd name="T7" fmla="*/ 484 h 832"/>
                <a:gd name="T8" fmla="*/ 324 w 592"/>
                <a:gd name="T9" fmla="*/ 616 h 832"/>
                <a:gd name="T10" fmla="*/ 436 w 592"/>
                <a:gd name="T11" fmla="*/ 748 h 832"/>
                <a:gd name="T12" fmla="*/ 520 w 592"/>
                <a:gd name="T13" fmla="*/ 832 h 832"/>
                <a:gd name="T14" fmla="*/ 520 w 592"/>
                <a:gd name="T15" fmla="*/ 692 h 832"/>
                <a:gd name="T16" fmla="*/ 352 w 592"/>
                <a:gd name="T17" fmla="*/ 484 h 832"/>
                <a:gd name="T18" fmla="*/ 244 w 592"/>
                <a:gd name="T19" fmla="*/ 292 h 832"/>
                <a:gd name="T20" fmla="*/ 228 w 592"/>
                <a:gd name="T21" fmla="*/ 248 h 832"/>
                <a:gd name="T22" fmla="*/ 172 w 592"/>
                <a:gd name="T23" fmla="*/ 60 h 832"/>
                <a:gd name="T24" fmla="*/ 0 w 592"/>
                <a:gd name="T25" fmla="*/ 7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2" h="832">
                  <a:moveTo>
                    <a:pt x="0" y="72"/>
                  </a:moveTo>
                  <a:cubicBezTo>
                    <a:pt x="88" y="284"/>
                    <a:pt x="88" y="284"/>
                    <a:pt x="88" y="284"/>
                  </a:cubicBezTo>
                  <a:cubicBezTo>
                    <a:pt x="88" y="284"/>
                    <a:pt x="96" y="348"/>
                    <a:pt x="136" y="384"/>
                  </a:cubicBezTo>
                  <a:cubicBezTo>
                    <a:pt x="136" y="384"/>
                    <a:pt x="196" y="448"/>
                    <a:pt x="204" y="484"/>
                  </a:cubicBezTo>
                  <a:cubicBezTo>
                    <a:pt x="212" y="520"/>
                    <a:pt x="324" y="616"/>
                    <a:pt x="324" y="616"/>
                  </a:cubicBezTo>
                  <a:cubicBezTo>
                    <a:pt x="324" y="616"/>
                    <a:pt x="428" y="712"/>
                    <a:pt x="436" y="748"/>
                  </a:cubicBezTo>
                  <a:cubicBezTo>
                    <a:pt x="436" y="748"/>
                    <a:pt x="532" y="776"/>
                    <a:pt x="520" y="832"/>
                  </a:cubicBezTo>
                  <a:cubicBezTo>
                    <a:pt x="520" y="832"/>
                    <a:pt x="592" y="760"/>
                    <a:pt x="520" y="692"/>
                  </a:cubicBezTo>
                  <a:cubicBezTo>
                    <a:pt x="448" y="624"/>
                    <a:pt x="352" y="484"/>
                    <a:pt x="352" y="484"/>
                  </a:cubicBezTo>
                  <a:cubicBezTo>
                    <a:pt x="352" y="484"/>
                    <a:pt x="296" y="336"/>
                    <a:pt x="244" y="292"/>
                  </a:cubicBezTo>
                  <a:cubicBezTo>
                    <a:pt x="228" y="248"/>
                    <a:pt x="228" y="248"/>
                    <a:pt x="228" y="248"/>
                  </a:cubicBezTo>
                  <a:cubicBezTo>
                    <a:pt x="228" y="248"/>
                    <a:pt x="252" y="120"/>
                    <a:pt x="172" y="60"/>
                  </a:cubicBezTo>
                  <a:cubicBezTo>
                    <a:pt x="92" y="0"/>
                    <a:pt x="0" y="72"/>
                    <a:pt x="0" y="72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6" name="íś1íḑê"/>
            <p:cNvSpPr/>
            <p:nvPr/>
          </p:nvSpPr>
          <p:spPr bwMode="auto">
            <a:xfrm>
              <a:off x="5907088" y="4872038"/>
              <a:ext cx="14288" cy="57150"/>
            </a:xfrm>
            <a:custGeom>
              <a:avLst/>
              <a:gdLst>
                <a:gd name="T0" fmla="*/ 0 w 8"/>
                <a:gd name="T1" fmla="*/ 0 h 30"/>
                <a:gd name="T2" fmla="*/ 0 w 8"/>
                <a:gd name="T3" fmla="*/ 0 h 30"/>
                <a:gd name="T4" fmla="*/ 8 w 8"/>
                <a:gd name="T5" fmla="*/ 30 h 30"/>
                <a:gd name="T6" fmla="*/ 8 w 8"/>
                <a:gd name="T7" fmla="*/ 30 h 30"/>
                <a:gd name="T8" fmla="*/ 0 w 8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7"/>
                    <a:pt x="8" y="29"/>
                    <a:pt x="8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0"/>
                    <a:pt x="4" y="18"/>
                    <a:pt x="0" y="0"/>
                  </a:cubicBezTo>
                </a:path>
              </a:pathLst>
            </a:custGeom>
            <a:solidFill>
              <a:srgbClr val="4B4B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7" name="îṧliḑé"/>
            <p:cNvSpPr/>
            <p:nvPr/>
          </p:nvSpPr>
          <p:spPr bwMode="auto">
            <a:xfrm>
              <a:off x="5664200" y="4872038"/>
              <a:ext cx="257175" cy="161925"/>
            </a:xfrm>
            <a:custGeom>
              <a:avLst/>
              <a:gdLst>
                <a:gd name="T0" fmla="*/ 128 w 136"/>
                <a:gd name="T1" fmla="*/ 0 h 86"/>
                <a:gd name="T2" fmla="*/ 102 w 136"/>
                <a:gd name="T3" fmla="*/ 15 h 86"/>
                <a:gd name="T4" fmla="*/ 0 w 136"/>
                <a:gd name="T5" fmla="*/ 46 h 86"/>
                <a:gd name="T6" fmla="*/ 0 w 136"/>
                <a:gd name="T7" fmla="*/ 62 h 86"/>
                <a:gd name="T8" fmla="*/ 32 w 136"/>
                <a:gd name="T9" fmla="*/ 86 h 86"/>
                <a:gd name="T10" fmla="*/ 136 w 136"/>
                <a:gd name="T11" fmla="*/ 30 h 86"/>
                <a:gd name="T12" fmla="*/ 128 w 136"/>
                <a:gd name="T13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86">
                  <a:moveTo>
                    <a:pt x="128" y="0"/>
                  </a:moveTo>
                  <a:cubicBezTo>
                    <a:pt x="121" y="4"/>
                    <a:pt x="112" y="10"/>
                    <a:pt x="102" y="15"/>
                  </a:cubicBezTo>
                  <a:cubicBezTo>
                    <a:pt x="71" y="33"/>
                    <a:pt x="36" y="43"/>
                    <a:pt x="0" y="46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136" y="30"/>
                    <a:pt x="136" y="30"/>
                    <a:pt x="136" y="30"/>
                  </a:cubicBezTo>
                  <a:cubicBezTo>
                    <a:pt x="136" y="29"/>
                    <a:pt x="132" y="17"/>
                    <a:pt x="128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8" name="íṧľíḓe"/>
            <p:cNvSpPr/>
            <p:nvPr/>
          </p:nvSpPr>
          <p:spPr bwMode="auto">
            <a:xfrm>
              <a:off x="5664200" y="1651000"/>
              <a:ext cx="590550" cy="515938"/>
            </a:xfrm>
            <a:custGeom>
              <a:avLst/>
              <a:gdLst>
                <a:gd name="T0" fmla="*/ 132 w 312"/>
                <a:gd name="T1" fmla="*/ 0 h 274"/>
                <a:gd name="T2" fmla="*/ 112 w 312"/>
                <a:gd name="T3" fmla="*/ 5 h 274"/>
                <a:gd name="T4" fmla="*/ 0 w 312"/>
                <a:gd name="T5" fmla="*/ 237 h 274"/>
                <a:gd name="T6" fmla="*/ 104 w 312"/>
                <a:gd name="T7" fmla="*/ 273 h 274"/>
                <a:gd name="T8" fmla="*/ 104 w 312"/>
                <a:gd name="T9" fmla="*/ 273 h 274"/>
                <a:gd name="T10" fmla="*/ 98 w 312"/>
                <a:gd name="T11" fmla="*/ 255 h 274"/>
                <a:gd name="T12" fmla="*/ 93 w 312"/>
                <a:gd name="T13" fmla="*/ 242 h 274"/>
                <a:gd name="T14" fmla="*/ 72 w 312"/>
                <a:gd name="T15" fmla="*/ 225 h 274"/>
                <a:gd name="T16" fmla="*/ 132 w 312"/>
                <a:gd name="T17" fmla="*/ 195 h 274"/>
                <a:gd name="T18" fmla="*/ 185 w 312"/>
                <a:gd name="T19" fmla="*/ 185 h 274"/>
                <a:gd name="T20" fmla="*/ 256 w 312"/>
                <a:gd name="T21" fmla="*/ 209 h 274"/>
                <a:gd name="T22" fmla="*/ 303 w 312"/>
                <a:gd name="T23" fmla="*/ 274 h 274"/>
                <a:gd name="T24" fmla="*/ 312 w 312"/>
                <a:gd name="T25" fmla="*/ 273 h 274"/>
                <a:gd name="T26" fmla="*/ 256 w 312"/>
                <a:gd name="T27" fmla="*/ 53 h 274"/>
                <a:gd name="T28" fmla="*/ 132 w 312"/>
                <a:gd name="T2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2" h="274">
                  <a:moveTo>
                    <a:pt x="132" y="0"/>
                  </a:moveTo>
                  <a:cubicBezTo>
                    <a:pt x="125" y="0"/>
                    <a:pt x="118" y="2"/>
                    <a:pt x="112" y="5"/>
                  </a:cubicBezTo>
                  <a:cubicBezTo>
                    <a:pt x="72" y="29"/>
                    <a:pt x="0" y="237"/>
                    <a:pt x="0" y="237"/>
                  </a:cubicBezTo>
                  <a:cubicBezTo>
                    <a:pt x="0" y="237"/>
                    <a:pt x="68" y="245"/>
                    <a:pt x="104" y="273"/>
                  </a:cubicBezTo>
                  <a:cubicBezTo>
                    <a:pt x="104" y="273"/>
                    <a:pt x="104" y="273"/>
                    <a:pt x="104" y="273"/>
                  </a:cubicBezTo>
                  <a:cubicBezTo>
                    <a:pt x="98" y="255"/>
                    <a:pt x="98" y="255"/>
                    <a:pt x="98" y="255"/>
                  </a:cubicBezTo>
                  <a:cubicBezTo>
                    <a:pt x="93" y="242"/>
                    <a:pt x="93" y="242"/>
                    <a:pt x="93" y="242"/>
                  </a:cubicBezTo>
                  <a:cubicBezTo>
                    <a:pt x="72" y="225"/>
                    <a:pt x="72" y="225"/>
                    <a:pt x="72" y="225"/>
                  </a:cubicBezTo>
                  <a:cubicBezTo>
                    <a:pt x="72" y="225"/>
                    <a:pt x="97" y="206"/>
                    <a:pt x="132" y="195"/>
                  </a:cubicBezTo>
                  <a:cubicBezTo>
                    <a:pt x="147" y="190"/>
                    <a:pt x="165" y="185"/>
                    <a:pt x="185" y="185"/>
                  </a:cubicBezTo>
                  <a:cubicBezTo>
                    <a:pt x="208" y="185"/>
                    <a:pt x="232" y="191"/>
                    <a:pt x="256" y="209"/>
                  </a:cubicBezTo>
                  <a:cubicBezTo>
                    <a:pt x="279" y="227"/>
                    <a:pt x="294" y="250"/>
                    <a:pt x="303" y="274"/>
                  </a:cubicBezTo>
                  <a:cubicBezTo>
                    <a:pt x="309" y="274"/>
                    <a:pt x="312" y="273"/>
                    <a:pt x="312" y="273"/>
                  </a:cubicBezTo>
                  <a:cubicBezTo>
                    <a:pt x="256" y="53"/>
                    <a:pt x="256" y="53"/>
                    <a:pt x="256" y="53"/>
                  </a:cubicBezTo>
                  <a:cubicBezTo>
                    <a:pt x="256" y="53"/>
                    <a:pt x="180" y="0"/>
                    <a:pt x="132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9" name="ïSḷîḑè"/>
            <p:cNvSpPr/>
            <p:nvPr/>
          </p:nvSpPr>
          <p:spPr bwMode="auto">
            <a:xfrm>
              <a:off x="5800725" y="2017713"/>
              <a:ext cx="114300" cy="152400"/>
            </a:xfrm>
            <a:custGeom>
              <a:avLst/>
              <a:gdLst>
                <a:gd name="T0" fmla="*/ 26 w 60"/>
                <a:gd name="T1" fmla="*/ 60 h 80"/>
                <a:gd name="T2" fmla="*/ 32 w 60"/>
                <a:gd name="T3" fmla="*/ 78 h 80"/>
                <a:gd name="T4" fmla="*/ 34 w 60"/>
                <a:gd name="T5" fmla="*/ 80 h 80"/>
                <a:gd name="T6" fmla="*/ 26 w 60"/>
                <a:gd name="T7" fmla="*/ 60 h 80"/>
                <a:gd name="T8" fmla="*/ 60 w 60"/>
                <a:gd name="T9" fmla="*/ 0 h 80"/>
                <a:gd name="T10" fmla="*/ 0 w 60"/>
                <a:gd name="T11" fmla="*/ 30 h 80"/>
                <a:gd name="T12" fmla="*/ 21 w 60"/>
                <a:gd name="T13" fmla="*/ 47 h 80"/>
                <a:gd name="T14" fmla="*/ 12 w 60"/>
                <a:gd name="T15" fmla="*/ 26 h 80"/>
                <a:gd name="T16" fmla="*/ 60 w 60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80">
                  <a:moveTo>
                    <a:pt x="26" y="60"/>
                  </a:moveTo>
                  <a:cubicBezTo>
                    <a:pt x="32" y="78"/>
                    <a:pt x="32" y="78"/>
                    <a:pt x="32" y="78"/>
                  </a:cubicBezTo>
                  <a:cubicBezTo>
                    <a:pt x="33" y="79"/>
                    <a:pt x="33" y="79"/>
                    <a:pt x="34" y="80"/>
                  </a:cubicBezTo>
                  <a:cubicBezTo>
                    <a:pt x="26" y="60"/>
                    <a:pt x="26" y="60"/>
                    <a:pt x="26" y="60"/>
                  </a:cubicBezTo>
                  <a:moveTo>
                    <a:pt x="60" y="0"/>
                  </a:moveTo>
                  <a:cubicBezTo>
                    <a:pt x="25" y="11"/>
                    <a:pt x="0" y="30"/>
                    <a:pt x="0" y="30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31" y="11"/>
                    <a:pt x="60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0" name="iSlïdé"/>
            <p:cNvSpPr/>
            <p:nvPr/>
          </p:nvSpPr>
          <p:spPr bwMode="auto">
            <a:xfrm>
              <a:off x="5822950" y="2000250"/>
              <a:ext cx="414338" cy="187325"/>
            </a:xfrm>
            <a:custGeom>
              <a:avLst/>
              <a:gdLst>
                <a:gd name="T0" fmla="*/ 101 w 219"/>
                <a:gd name="T1" fmla="*/ 0 h 100"/>
                <a:gd name="T2" fmla="*/ 48 w 219"/>
                <a:gd name="T3" fmla="*/ 10 h 100"/>
                <a:gd name="T4" fmla="*/ 0 w 219"/>
                <a:gd name="T5" fmla="*/ 36 h 100"/>
                <a:gd name="T6" fmla="*/ 9 w 219"/>
                <a:gd name="T7" fmla="*/ 57 h 100"/>
                <a:gd name="T8" fmla="*/ 14 w 219"/>
                <a:gd name="T9" fmla="*/ 70 h 100"/>
                <a:gd name="T10" fmla="*/ 22 w 219"/>
                <a:gd name="T11" fmla="*/ 90 h 100"/>
                <a:gd name="T12" fmla="*/ 90 w 219"/>
                <a:gd name="T13" fmla="*/ 100 h 100"/>
                <a:gd name="T14" fmla="*/ 219 w 219"/>
                <a:gd name="T15" fmla="*/ 89 h 100"/>
                <a:gd name="T16" fmla="*/ 172 w 219"/>
                <a:gd name="T17" fmla="*/ 24 h 100"/>
                <a:gd name="T18" fmla="*/ 101 w 219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9" h="100">
                  <a:moveTo>
                    <a:pt x="101" y="0"/>
                  </a:moveTo>
                  <a:cubicBezTo>
                    <a:pt x="81" y="0"/>
                    <a:pt x="63" y="5"/>
                    <a:pt x="48" y="10"/>
                  </a:cubicBezTo>
                  <a:cubicBezTo>
                    <a:pt x="19" y="21"/>
                    <a:pt x="0" y="36"/>
                    <a:pt x="0" y="36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35" y="98"/>
                    <a:pt x="61" y="100"/>
                    <a:pt x="90" y="100"/>
                  </a:cubicBezTo>
                  <a:cubicBezTo>
                    <a:pt x="139" y="100"/>
                    <a:pt x="197" y="93"/>
                    <a:pt x="219" y="89"/>
                  </a:cubicBezTo>
                  <a:cubicBezTo>
                    <a:pt x="210" y="65"/>
                    <a:pt x="195" y="42"/>
                    <a:pt x="172" y="24"/>
                  </a:cubicBezTo>
                  <a:cubicBezTo>
                    <a:pt x="148" y="6"/>
                    <a:pt x="124" y="0"/>
                    <a:pt x="101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1" name="íś1íḑê"/>
            <p:cNvSpPr/>
            <p:nvPr/>
          </p:nvSpPr>
          <p:spPr bwMode="auto">
            <a:xfrm>
              <a:off x="5664200" y="1600200"/>
              <a:ext cx="590550" cy="603250"/>
            </a:xfrm>
            <a:custGeom>
              <a:avLst/>
              <a:gdLst>
                <a:gd name="T0" fmla="*/ 256 w 312"/>
                <a:gd name="T1" fmla="*/ 72 h 320"/>
                <a:gd name="T2" fmla="*/ 312 w 312"/>
                <a:gd name="T3" fmla="*/ 292 h 320"/>
                <a:gd name="T4" fmla="*/ 104 w 312"/>
                <a:gd name="T5" fmla="*/ 292 h 320"/>
                <a:gd name="T6" fmla="*/ 0 w 312"/>
                <a:gd name="T7" fmla="*/ 256 h 320"/>
                <a:gd name="T8" fmla="*/ 112 w 312"/>
                <a:gd name="T9" fmla="*/ 24 h 320"/>
                <a:gd name="T10" fmla="*/ 256 w 312"/>
                <a:gd name="T11" fmla="*/ 72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320">
                  <a:moveTo>
                    <a:pt x="256" y="72"/>
                  </a:moveTo>
                  <a:cubicBezTo>
                    <a:pt x="312" y="292"/>
                    <a:pt x="312" y="292"/>
                    <a:pt x="312" y="292"/>
                  </a:cubicBezTo>
                  <a:cubicBezTo>
                    <a:pt x="312" y="292"/>
                    <a:pt x="140" y="320"/>
                    <a:pt x="104" y="292"/>
                  </a:cubicBezTo>
                  <a:cubicBezTo>
                    <a:pt x="68" y="264"/>
                    <a:pt x="0" y="256"/>
                    <a:pt x="0" y="256"/>
                  </a:cubicBezTo>
                  <a:cubicBezTo>
                    <a:pt x="0" y="256"/>
                    <a:pt x="72" y="48"/>
                    <a:pt x="112" y="24"/>
                  </a:cubicBezTo>
                  <a:cubicBezTo>
                    <a:pt x="152" y="0"/>
                    <a:pt x="256" y="72"/>
                    <a:pt x="256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2" name="îsļíḓe"/>
            <p:cNvSpPr/>
            <p:nvPr/>
          </p:nvSpPr>
          <p:spPr bwMode="auto">
            <a:xfrm>
              <a:off x="6688138" y="1535113"/>
              <a:ext cx="0" cy="1588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3" name="íş1îdê"/>
            <p:cNvSpPr/>
            <p:nvPr/>
          </p:nvSpPr>
          <p:spPr bwMode="auto">
            <a:xfrm>
              <a:off x="6302375" y="1535113"/>
              <a:ext cx="385763" cy="117475"/>
            </a:xfrm>
            <a:custGeom>
              <a:avLst/>
              <a:gdLst>
                <a:gd name="T0" fmla="*/ 204 w 204"/>
                <a:gd name="T1" fmla="*/ 0 h 62"/>
                <a:gd name="T2" fmla="*/ 91 w 204"/>
                <a:gd name="T3" fmla="*/ 58 h 62"/>
                <a:gd name="T4" fmla="*/ 0 w 204"/>
                <a:gd name="T5" fmla="*/ 25 h 62"/>
                <a:gd name="T6" fmla="*/ 2 w 204"/>
                <a:gd name="T7" fmla="*/ 30 h 62"/>
                <a:gd name="T8" fmla="*/ 9 w 204"/>
                <a:gd name="T9" fmla="*/ 35 h 62"/>
                <a:gd name="T10" fmla="*/ 91 w 204"/>
                <a:gd name="T11" fmla="*/ 62 h 62"/>
                <a:gd name="T12" fmla="*/ 204 w 204"/>
                <a:gd name="T13" fmla="*/ 4 h 62"/>
                <a:gd name="T14" fmla="*/ 204 w 204"/>
                <a:gd name="T15" fmla="*/ 1 h 62"/>
                <a:gd name="T16" fmla="*/ 204 w 204"/>
                <a:gd name="T1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" h="62">
                  <a:moveTo>
                    <a:pt x="204" y="0"/>
                  </a:moveTo>
                  <a:cubicBezTo>
                    <a:pt x="179" y="35"/>
                    <a:pt x="138" y="58"/>
                    <a:pt x="91" y="58"/>
                  </a:cubicBezTo>
                  <a:cubicBezTo>
                    <a:pt x="56" y="58"/>
                    <a:pt x="25" y="45"/>
                    <a:pt x="0" y="25"/>
                  </a:cubicBezTo>
                  <a:cubicBezTo>
                    <a:pt x="1" y="27"/>
                    <a:pt x="2" y="28"/>
                    <a:pt x="2" y="30"/>
                  </a:cubicBezTo>
                  <a:cubicBezTo>
                    <a:pt x="4" y="32"/>
                    <a:pt x="7" y="34"/>
                    <a:pt x="9" y="35"/>
                  </a:cubicBezTo>
                  <a:cubicBezTo>
                    <a:pt x="34" y="53"/>
                    <a:pt x="62" y="62"/>
                    <a:pt x="91" y="62"/>
                  </a:cubicBezTo>
                  <a:cubicBezTo>
                    <a:pt x="134" y="62"/>
                    <a:pt x="177" y="42"/>
                    <a:pt x="204" y="4"/>
                  </a:cubicBezTo>
                  <a:cubicBezTo>
                    <a:pt x="204" y="3"/>
                    <a:pt x="204" y="2"/>
                    <a:pt x="204" y="1"/>
                  </a:cubicBezTo>
                  <a:cubicBezTo>
                    <a:pt x="204" y="1"/>
                    <a:pt x="204" y="0"/>
                    <a:pt x="204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4" name="iś1ïḍe"/>
            <p:cNvSpPr/>
            <p:nvPr/>
          </p:nvSpPr>
          <p:spPr bwMode="auto">
            <a:xfrm>
              <a:off x="6208713" y="1106488"/>
              <a:ext cx="533400" cy="538163"/>
            </a:xfrm>
            <a:custGeom>
              <a:avLst/>
              <a:gdLst>
                <a:gd name="T0" fmla="*/ 280 w 282"/>
                <a:gd name="T1" fmla="*/ 145 h 285"/>
                <a:gd name="T2" fmla="*/ 140 w 282"/>
                <a:gd name="T3" fmla="*/ 285 h 285"/>
                <a:gd name="T4" fmla="*/ 0 w 282"/>
                <a:gd name="T5" fmla="*/ 145 h 285"/>
                <a:gd name="T6" fmla="*/ 0 w 282"/>
                <a:gd name="T7" fmla="*/ 138 h 285"/>
                <a:gd name="T8" fmla="*/ 143 w 282"/>
                <a:gd name="T9" fmla="*/ 2 h 285"/>
                <a:gd name="T10" fmla="*/ 280 w 282"/>
                <a:gd name="T11" fmla="*/ 14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2" h="285">
                  <a:moveTo>
                    <a:pt x="280" y="145"/>
                  </a:moveTo>
                  <a:cubicBezTo>
                    <a:pt x="280" y="222"/>
                    <a:pt x="217" y="285"/>
                    <a:pt x="140" y="285"/>
                  </a:cubicBezTo>
                  <a:cubicBezTo>
                    <a:pt x="63" y="285"/>
                    <a:pt x="0" y="222"/>
                    <a:pt x="0" y="145"/>
                  </a:cubicBezTo>
                  <a:cubicBezTo>
                    <a:pt x="0" y="143"/>
                    <a:pt x="0" y="140"/>
                    <a:pt x="0" y="138"/>
                  </a:cubicBezTo>
                  <a:cubicBezTo>
                    <a:pt x="2" y="61"/>
                    <a:pt x="66" y="0"/>
                    <a:pt x="143" y="2"/>
                  </a:cubicBezTo>
                  <a:cubicBezTo>
                    <a:pt x="221" y="3"/>
                    <a:pt x="282" y="68"/>
                    <a:pt x="280" y="145"/>
                  </a:cubicBezTo>
                </a:path>
              </a:pathLst>
            </a:custGeom>
            <a:solidFill>
              <a:srgbClr val="DB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5" name="ïşḷîḍé"/>
            <p:cNvSpPr/>
            <p:nvPr/>
          </p:nvSpPr>
          <p:spPr bwMode="auto">
            <a:xfrm>
              <a:off x="6473825" y="1111250"/>
              <a:ext cx="268288" cy="295275"/>
            </a:xfrm>
            <a:custGeom>
              <a:avLst/>
              <a:gdLst>
                <a:gd name="T0" fmla="*/ 140 w 142"/>
                <a:gd name="T1" fmla="*/ 143 h 157"/>
                <a:gd name="T2" fmla="*/ 139 w 142"/>
                <a:gd name="T3" fmla="*/ 157 h 157"/>
                <a:gd name="T4" fmla="*/ 140 w 142"/>
                <a:gd name="T5" fmla="*/ 143 h 157"/>
                <a:gd name="T6" fmla="*/ 0 w 142"/>
                <a:gd name="T7" fmla="*/ 0 h 157"/>
                <a:gd name="T8" fmla="*/ 0 w 142"/>
                <a:gd name="T9" fmla="*/ 0 h 157"/>
                <a:gd name="T10" fmla="*/ 3 w 142"/>
                <a:gd name="T11" fmla="*/ 0 h 157"/>
                <a:gd name="T12" fmla="*/ 140 w 142"/>
                <a:gd name="T13" fmla="*/ 143 h 157"/>
                <a:gd name="T14" fmla="*/ 140 w 142"/>
                <a:gd name="T15" fmla="*/ 143 h 157"/>
                <a:gd name="T16" fmla="*/ 4 w 142"/>
                <a:gd name="T17" fmla="*/ 0 h 157"/>
                <a:gd name="T18" fmla="*/ 0 w 142"/>
                <a:gd name="T19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" h="157">
                  <a:moveTo>
                    <a:pt x="140" y="143"/>
                  </a:moveTo>
                  <a:cubicBezTo>
                    <a:pt x="140" y="148"/>
                    <a:pt x="140" y="152"/>
                    <a:pt x="139" y="157"/>
                  </a:cubicBezTo>
                  <a:cubicBezTo>
                    <a:pt x="140" y="152"/>
                    <a:pt x="140" y="148"/>
                    <a:pt x="140" y="14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81" y="1"/>
                    <a:pt x="142" y="66"/>
                    <a:pt x="140" y="143"/>
                  </a:cubicBezTo>
                  <a:cubicBezTo>
                    <a:pt x="140" y="143"/>
                    <a:pt x="140" y="143"/>
                    <a:pt x="140" y="143"/>
                  </a:cubicBezTo>
                  <a:cubicBezTo>
                    <a:pt x="142" y="66"/>
                    <a:pt x="81" y="1"/>
                    <a:pt x="4" y="0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6" name="îŝḷîḑe"/>
            <p:cNvSpPr/>
            <p:nvPr/>
          </p:nvSpPr>
          <p:spPr bwMode="auto">
            <a:xfrm>
              <a:off x="6208713" y="1111250"/>
              <a:ext cx="533400" cy="342900"/>
            </a:xfrm>
            <a:custGeom>
              <a:avLst/>
              <a:gdLst>
                <a:gd name="T0" fmla="*/ 140 w 282"/>
                <a:gd name="T1" fmla="*/ 0 h 182"/>
                <a:gd name="T2" fmla="*/ 0 w 282"/>
                <a:gd name="T3" fmla="*/ 136 h 182"/>
                <a:gd name="T4" fmla="*/ 2 w 282"/>
                <a:gd name="T5" fmla="*/ 138 h 182"/>
                <a:gd name="T6" fmla="*/ 37 w 282"/>
                <a:gd name="T7" fmla="*/ 148 h 182"/>
                <a:gd name="T8" fmla="*/ 67 w 282"/>
                <a:gd name="T9" fmla="*/ 145 h 182"/>
                <a:gd name="T10" fmla="*/ 128 w 282"/>
                <a:gd name="T11" fmla="*/ 140 h 182"/>
                <a:gd name="T12" fmla="*/ 200 w 282"/>
                <a:gd name="T13" fmla="*/ 155 h 182"/>
                <a:gd name="T14" fmla="*/ 242 w 282"/>
                <a:gd name="T15" fmla="*/ 178 h 182"/>
                <a:gd name="T16" fmla="*/ 263 w 282"/>
                <a:gd name="T17" fmla="*/ 182 h 182"/>
                <a:gd name="T18" fmla="*/ 275 w 282"/>
                <a:gd name="T19" fmla="*/ 181 h 182"/>
                <a:gd name="T20" fmla="*/ 279 w 282"/>
                <a:gd name="T21" fmla="*/ 157 h 182"/>
                <a:gd name="T22" fmla="*/ 280 w 282"/>
                <a:gd name="T23" fmla="*/ 143 h 182"/>
                <a:gd name="T24" fmla="*/ 280 w 282"/>
                <a:gd name="T25" fmla="*/ 143 h 182"/>
                <a:gd name="T26" fmla="*/ 143 w 282"/>
                <a:gd name="T27" fmla="*/ 0 h 182"/>
                <a:gd name="T28" fmla="*/ 140 w 282"/>
                <a:gd name="T2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2" h="182">
                  <a:moveTo>
                    <a:pt x="140" y="0"/>
                  </a:moveTo>
                  <a:cubicBezTo>
                    <a:pt x="64" y="0"/>
                    <a:pt x="2" y="60"/>
                    <a:pt x="0" y="136"/>
                  </a:cubicBezTo>
                  <a:cubicBezTo>
                    <a:pt x="1" y="137"/>
                    <a:pt x="1" y="137"/>
                    <a:pt x="2" y="138"/>
                  </a:cubicBezTo>
                  <a:cubicBezTo>
                    <a:pt x="12" y="146"/>
                    <a:pt x="24" y="148"/>
                    <a:pt x="37" y="148"/>
                  </a:cubicBezTo>
                  <a:cubicBezTo>
                    <a:pt x="47" y="148"/>
                    <a:pt x="57" y="147"/>
                    <a:pt x="67" y="145"/>
                  </a:cubicBezTo>
                  <a:cubicBezTo>
                    <a:pt x="87" y="142"/>
                    <a:pt x="107" y="140"/>
                    <a:pt x="128" y="140"/>
                  </a:cubicBezTo>
                  <a:cubicBezTo>
                    <a:pt x="153" y="140"/>
                    <a:pt x="178" y="144"/>
                    <a:pt x="200" y="155"/>
                  </a:cubicBezTo>
                  <a:cubicBezTo>
                    <a:pt x="215" y="162"/>
                    <a:pt x="227" y="172"/>
                    <a:pt x="242" y="178"/>
                  </a:cubicBezTo>
                  <a:cubicBezTo>
                    <a:pt x="249" y="181"/>
                    <a:pt x="256" y="182"/>
                    <a:pt x="263" y="182"/>
                  </a:cubicBezTo>
                  <a:cubicBezTo>
                    <a:pt x="267" y="182"/>
                    <a:pt x="271" y="182"/>
                    <a:pt x="275" y="181"/>
                  </a:cubicBezTo>
                  <a:cubicBezTo>
                    <a:pt x="277" y="173"/>
                    <a:pt x="278" y="165"/>
                    <a:pt x="279" y="157"/>
                  </a:cubicBezTo>
                  <a:cubicBezTo>
                    <a:pt x="280" y="152"/>
                    <a:pt x="280" y="148"/>
                    <a:pt x="280" y="143"/>
                  </a:cubicBezTo>
                  <a:cubicBezTo>
                    <a:pt x="280" y="143"/>
                    <a:pt x="280" y="143"/>
                    <a:pt x="280" y="143"/>
                  </a:cubicBezTo>
                  <a:cubicBezTo>
                    <a:pt x="282" y="66"/>
                    <a:pt x="221" y="1"/>
                    <a:pt x="143" y="0"/>
                  </a:cubicBezTo>
                  <a:cubicBezTo>
                    <a:pt x="142" y="0"/>
                    <a:pt x="141" y="0"/>
                    <a:pt x="140" y="0"/>
                  </a:cubicBezTo>
                </a:path>
              </a:pathLst>
            </a:custGeom>
            <a:solidFill>
              <a:srgbClr val="C5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7" name="î$lîḓé"/>
            <p:cNvSpPr/>
            <p:nvPr/>
          </p:nvSpPr>
          <p:spPr bwMode="auto">
            <a:xfrm>
              <a:off x="5984875" y="892175"/>
              <a:ext cx="895350" cy="560388"/>
            </a:xfrm>
            <a:custGeom>
              <a:avLst/>
              <a:gdLst>
                <a:gd name="T0" fmla="*/ 18 w 474"/>
                <a:gd name="T1" fmla="*/ 172 h 297"/>
                <a:gd name="T2" fmla="*/ 88 w 474"/>
                <a:gd name="T3" fmla="*/ 220 h 297"/>
                <a:gd name="T4" fmla="*/ 116 w 474"/>
                <a:gd name="T5" fmla="*/ 254 h 297"/>
                <a:gd name="T6" fmla="*/ 178 w 474"/>
                <a:gd name="T7" fmla="*/ 261 h 297"/>
                <a:gd name="T8" fmla="*/ 305 w 474"/>
                <a:gd name="T9" fmla="*/ 270 h 297"/>
                <a:gd name="T10" fmla="*/ 346 w 474"/>
                <a:gd name="T11" fmla="*/ 291 h 297"/>
                <a:gd name="T12" fmla="*/ 389 w 474"/>
                <a:gd name="T13" fmla="*/ 287 h 297"/>
                <a:gd name="T14" fmla="*/ 410 w 474"/>
                <a:gd name="T15" fmla="*/ 259 h 297"/>
                <a:gd name="T16" fmla="*/ 433 w 474"/>
                <a:gd name="T17" fmla="*/ 243 h 297"/>
                <a:gd name="T18" fmla="*/ 461 w 474"/>
                <a:gd name="T19" fmla="*/ 191 h 297"/>
                <a:gd name="T20" fmla="*/ 457 w 474"/>
                <a:gd name="T21" fmla="*/ 72 h 297"/>
                <a:gd name="T22" fmla="*/ 359 w 474"/>
                <a:gd name="T23" fmla="*/ 6 h 297"/>
                <a:gd name="T24" fmla="*/ 319 w 474"/>
                <a:gd name="T25" fmla="*/ 11 h 297"/>
                <a:gd name="T26" fmla="*/ 217 w 474"/>
                <a:gd name="T27" fmla="*/ 1 h 297"/>
                <a:gd name="T28" fmla="*/ 188 w 474"/>
                <a:gd name="T29" fmla="*/ 5 h 297"/>
                <a:gd name="T30" fmla="*/ 170 w 474"/>
                <a:gd name="T31" fmla="*/ 21 h 297"/>
                <a:gd name="T32" fmla="*/ 139 w 474"/>
                <a:gd name="T33" fmla="*/ 91 h 297"/>
                <a:gd name="T34" fmla="*/ 111 w 474"/>
                <a:gd name="T35" fmla="*/ 130 h 297"/>
                <a:gd name="T36" fmla="*/ 18 w 474"/>
                <a:gd name="T37" fmla="*/ 17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74" h="297">
                  <a:moveTo>
                    <a:pt x="18" y="172"/>
                  </a:moveTo>
                  <a:cubicBezTo>
                    <a:pt x="26" y="199"/>
                    <a:pt x="67" y="200"/>
                    <a:pt x="88" y="220"/>
                  </a:cubicBezTo>
                  <a:cubicBezTo>
                    <a:pt x="99" y="230"/>
                    <a:pt x="104" y="245"/>
                    <a:pt x="116" y="254"/>
                  </a:cubicBezTo>
                  <a:cubicBezTo>
                    <a:pt x="133" y="267"/>
                    <a:pt x="157" y="264"/>
                    <a:pt x="178" y="261"/>
                  </a:cubicBezTo>
                  <a:cubicBezTo>
                    <a:pt x="221" y="255"/>
                    <a:pt x="267" y="251"/>
                    <a:pt x="305" y="270"/>
                  </a:cubicBezTo>
                  <a:cubicBezTo>
                    <a:pt x="319" y="276"/>
                    <a:pt x="331" y="285"/>
                    <a:pt x="346" y="291"/>
                  </a:cubicBezTo>
                  <a:cubicBezTo>
                    <a:pt x="360" y="296"/>
                    <a:pt x="378" y="297"/>
                    <a:pt x="389" y="287"/>
                  </a:cubicBezTo>
                  <a:cubicBezTo>
                    <a:pt x="398" y="280"/>
                    <a:pt x="402" y="267"/>
                    <a:pt x="410" y="259"/>
                  </a:cubicBezTo>
                  <a:cubicBezTo>
                    <a:pt x="417" y="252"/>
                    <a:pt x="426" y="249"/>
                    <a:pt x="433" y="243"/>
                  </a:cubicBezTo>
                  <a:cubicBezTo>
                    <a:pt x="450" y="231"/>
                    <a:pt x="457" y="211"/>
                    <a:pt x="461" y="191"/>
                  </a:cubicBezTo>
                  <a:cubicBezTo>
                    <a:pt x="471" y="152"/>
                    <a:pt x="474" y="109"/>
                    <a:pt x="457" y="72"/>
                  </a:cubicBezTo>
                  <a:cubicBezTo>
                    <a:pt x="441" y="34"/>
                    <a:pt x="402" y="4"/>
                    <a:pt x="359" y="6"/>
                  </a:cubicBezTo>
                  <a:cubicBezTo>
                    <a:pt x="345" y="6"/>
                    <a:pt x="333" y="10"/>
                    <a:pt x="319" y="11"/>
                  </a:cubicBezTo>
                  <a:cubicBezTo>
                    <a:pt x="285" y="15"/>
                    <a:pt x="251" y="3"/>
                    <a:pt x="217" y="1"/>
                  </a:cubicBezTo>
                  <a:cubicBezTo>
                    <a:pt x="207" y="0"/>
                    <a:pt x="197" y="1"/>
                    <a:pt x="188" y="5"/>
                  </a:cubicBezTo>
                  <a:cubicBezTo>
                    <a:pt x="181" y="9"/>
                    <a:pt x="175" y="14"/>
                    <a:pt x="170" y="21"/>
                  </a:cubicBezTo>
                  <a:cubicBezTo>
                    <a:pt x="154" y="42"/>
                    <a:pt x="144" y="65"/>
                    <a:pt x="139" y="91"/>
                  </a:cubicBezTo>
                  <a:cubicBezTo>
                    <a:pt x="135" y="110"/>
                    <a:pt x="135" y="127"/>
                    <a:pt x="111" y="130"/>
                  </a:cubicBezTo>
                  <a:cubicBezTo>
                    <a:pt x="84" y="134"/>
                    <a:pt x="0" y="116"/>
                    <a:pt x="18" y="172"/>
                  </a:cubicBezTo>
                  <a:close/>
                </a:path>
              </a:pathLst>
            </a:custGeom>
            <a:solidFill>
              <a:srgbClr val="4727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8" name="îṡlîḋé"/>
            <p:cNvSpPr/>
            <p:nvPr/>
          </p:nvSpPr>
          <p:spPr bwMode="auto">
            <a:xfrm>
              <a:off x="5502275" y="2192338"/>
              <a:ext cx="481013" cy="349250"/>
            </a:xfrm>
            <a:custGeom>
              <a:avLst/>
              <a:gdLst>
                <a:gd name="T0" fmla="*/ 135 w 254"/>
                <a:gd name="T1" fmla="*/ 98 h 185"/>
                <a:gd name="T2" fmla="*/ 136 w 254"/>
                <a:gd name="T3" fmla="*/ 100 h 185"/>
                <a:gd name="T4" fmla="*/ 254 w 254"/>
                <a:gd name="T5" fmla="*/ 185 h 185"/>
                <a:gd name="T6" fmla="*/ 254 w 254"/>
                <a:gd name="T7" fmla="*/ 185 h 185"/>
                <a:gd name="T8" fmla="*/ 135 w 254"/>
                <a:gd name="T9" fmla="*/ 98 h 185"/>
                <a:gd name="T10" fmla="*/ 0 w 254"/>
                <a:gd name="T11" fmla="*/ 0 h 185"/>
                <a:gd name="T12" fmla="*/ 135 w 254"/>
                <a:gd name="T13" fmla="*/ 98 h 185"/>
                <a:gd name="T14" fmla="*/ 0 w 254"/>
                <a:gd name="T1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185">
                  <a:moveTo>
                    <a:pt x="135" y="98"/>
                  </a:moveTo>
                  <a:cubicBezTo>
                    <a:pt x="135" y="99"/>
                    <a:pt x="136" y="100"/>
                    <a:pt x="136" y="100"/>
                  </a:cubicBezTo>
                  <a:cubicBezTo>
                    <a:pt x="168" y="172"/>
                    <a:pt x="253" y="185"/>
                    <a:pt x="254" y="185"/>
                  </a:cubicBezTo>
                  <a:cubicBezTo>
                    <a:pt x="254" y="185"/>
                    <a:pt x="254" y="185"/>
                    <a:pt x="254" y="185"/>
                  </a:cubicBezTo>
                  <a:cubicBezTo>
                    <a:pt x="135" y="98"/>
                    <a:pt x="135" y="98"/>
                    <a:pt x="135" y="98"/>
                  </a:cubicBezTo>
                  <a:moveTo>
                    <a:pt x="0" y="0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02" y="28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9" name="íṩḻíďê"/>
            <p:cNvSpPr/>
            <p:nvPr/>
          </p:nvSpPr>
          <p:spPr bwMode="auto">
            <a:xfrm>
              <a:off x="5983288" y="25415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0" name="íṩḻïḍé"/>
            <p:cNvSpPr/>
            <p:nvPr/>
          </p:nvSpPr>
          <p:spPr bwMode="auto">
            <a:xfrm>
              <a:off x="5789613" y="5181600"/>
              <a:ext cx="454025" cy="142875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1" name="işḷïḓe"/>
            <p:cNvSpPr/>
            <p:nvPr/>
          </p:nvSpPr>
          <p:spPr bwMode="auto">
            <a:xfrm>
              <a:off x="5789613" y="5181600"/>
              <a:ext cx="454025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2" name="îŝlïdê"/>
            <p:cNvSpPr/>
            <p:nvPr/>
          </p:nvSpPr>
          <p:spPr bwMode="auto">
            <a:xfrm>
              <a:off x="5789613" y="5181600"/>
              <a:ext cx="454025" cy="142875"/>
            </a:xfrm>
            <a:custGeom>
              <a:avLst/>
              <a:gdLst>
                <a:gd name="T0" fmla="*/ 286 w 286"/>
                <a:gd name="T1" fmla="*/ 0 h 90"/>
                <a:gd name="T2" fmla="*/ 241 w 286"/>
                <a:gd name="T3" fmla="*/ 0 h 90"/>
                <a:gd name="T4" fmla="*/ 161 w 286"/>
                <a:gd name="T5" fmla="*/ 0 h 90"/>
                <a:gd name="T6" fmla="*/ 92 w 286"/>
                <a:gd name="T7" fmla="*/ 0 h 90"/>
                <a:gd name="T8" fmla="*/ 0 w 286"/>
                <a:gd name="T9" fmla="*/ 0 h 90"/>
                <a:gd name="T10" fmla="*/ 0 w 286"/>
                <a:gd name="T11" fmla="*/ 90 h 90"/>
                <a:gd name="T12" fmla="*/ 286 w 286"/>
                <a:gd name="T13" fmla="*/ 90 h 90"/>
                <a:gd name="T14" fmla="*/ 286 w 286"/>
                <a:gd name="T1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90">
                  <a:moveTo>
                    <a:pt x="286" y="0"/>
                  </a:moveTo>
                  <a:lnTo>
                    <a:pt x="241" y="0"/>
                  </a:lnTo>
                  <a:lnTo>
                    <a:pt x="161" y="0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286" y="9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3" name="îṡľîḍe"/>
            <p:cNvSpPr/>
            <p:nvPr/>
          </p:nvSpPr>
          <p:spPr bwMode="auto">
            <a:xfrm>
              <a:off x="5789613" y="5181600"/>
              <a:ext cx="454025" cy="142875"/>
            </a:xfrm>
            <a:custGeom>
              <a:avLst/>
              <a:gdLst>
                <a:gd name="T0" fmla="*/ 286 w 286"/>
                <a:gd name="T1" fmla="*/ 0 h 90"/>
                <a:gd name="T2" fmla="*/ 241 w 286"/>
                <a:gd name="T3" fmla="*/ 0 h 90"/>
                <a:gd name="T4" fmla="*/ 161 w 286"/>
                <a:gd name="T5" fmla="*/ 0 h 90"/>
                <a:gd name="T6" fmla="*/ 92 w 286"/>
                <a:gd name="T7" fmla="*/ 0 h 90"/>
                <a:gd name="T8" fmla="*/ 0 w 286"/>
                <a:gd name="T9" fmla="*/ 0 h 90"/>
                <a:gd name="T10" fmla="*/ 0 w 286"/>
                <a:gd name="T11" fmla="*/ 90 h 90"/>
                <a:gd name="T12" fmla="*/ 286 w 286"/>
                <a:gd name="T13" fmla="*/ 90 h 90"/>
                <a:gd name="T14" fmla="*/ 286 w 286"/>
                <a:gd name="T15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90">
                  <a:moveTo>
                    <a:pt x="286" y="0"/>
                  </a:moveTo>
                  <a:lnTo>
                    <a:pt x="241" y="0"/>
                  </a:lnTo>
                  <a:lnTo>
                    <a:pt x="161" y="0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286" y="90"/>
                  </a:lnTo>
                  <a:lnTo>
                    <a:pt x="2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4" name="ïśḷidê"/>
            <p:cNvSpPr/>
            <p:nvPr/>
          </p:nvSpPr>
          <p:spPr bwMode="auto">
            <a:xfrm>
              <a:off x="5573713" y="4860925"/>
              <a:ext cx="885825" cy="354013"/>
            </a:xfrm>
            <a:custGeom>
              <a:avLst/>
              <a:gdLst>
                <a:gd name="T0" fmla="*/ 150 w 468"/>
                <a:gd name="T1" fmla="*/ 29 h 188"/>
                <a:gd name="T2" fmla="*/ 192 w 468"/>
                <a:gd name="T3" fmla="*/ 0 h 188"/>
                <a:gd name="T4" fmla="*/ 294 w 468"/>
                <a:gd name="T5" fmla="*/ 75 h 188"/>
                <a:gd name="T6" fmla="*/ 341 w 468"/>
                <a:gd name="T7" fmla="*/ 98 h 188"/>
                <a:gd name="T8" fmla="*/ 412 w 468"/>
                <a:gd name="T9" fmla="*/ 124 h 188"/>
                <a:gd name="T10" fmla="*/ 360 w 468"/>
                <a:gd name="T11" fmla="*/ 180 h 188"/>
                <a:gd name="T12" fmla="*/ 0 w 468"/>
                <a:gd name="T13" fmla="*/ 160 h 188"/>
                <a:gd name="T14" fmla="*/ 16 w 468"/>
                <a:gd name="T15" fmla="*/ 60 h 188"/>
                <a:gd name="T16" fmla="*/ 150 w 468"/>
                <a:gd name="T17" fmla="*/ 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8" h="188">
                  <a:moveTo>
                    <a:pt x="150" y="29"/>
                  </a:moveTo>
                  <a:cubicBezTo>
                    <a:pt x="171" y="17"/>
                    <a:pt x="190" y="5"/>
                    <a:pt x="192" y="0"/>
                  </a:cubicBezTo>
                  <a:cubicBezTo>
                    <a:pt x="192" y="0"/>
                    <a:pt x="246" y="57"/>
                    <a:pt x="294" y="75"/>
                  </a:cubicBezTo>
                  <a:cubicBezTo>
                    <a:pt x="311" y="81"/>
                    <a:pt x="326" y="89"/>
                    <a:pt x="341" y="98"/>
                  </a:cubicBezTo>
                  <a:cubicBezTo>
                    <a:pt x="360" y="110"/>
                    <a:pt x="387" y="124"/>
                    <a:pt x="412" y="124"/>
                  </a:cubicBezTo>
                  <a:cubicBezTo>
                    <a:pt x="412" y="124"/>
                    <a:pt x="468" y="172"/>
                    <a:pt x="360" y="180"/>
                  </a:cubicBezTo>
                  <a:cubicBezTo>
                    <a:pt x="252" y="188"/>
                    <a:pt x="0" y="160"/>
                    <a:pt x="0" y="160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63" y="63"/>
                    <a:pt x="109" y="52"/>
                    <a:pt x="150" y="29"/>
                  </a:cubicBezTo>
                  <a:close/>
                </a:path>
              </a:pathLst>
            </a:custGeom>
            <a:solidFill>
              <a:srgbClr val="ABB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97" name="组合 596"/>
          <p:cNvGrpSpPr/>
          <p:nvPr/>
        </p:nvGrpSpPr>
        <p:grpSpPr>
          <a:xfrm>
            <a:off x="3627965" y="2031013"/>
            <a:ext cx="2485036" cy="1358351"/>
            <a:chOff x="3627965" y="2388888"/>
            <a:chExt cx="2485036" cy="1000476"/>
          </a:xfrm>
        </p:grpSpPr>
        <p:sp>
          <p:nvSpPr>
            <p:cNvPr id="595" name="对话气泡: 圆角矩形 594"/>
            <p:cNvSpPr/>
            <p:nvPr/>
          </p:nvSpPr>
          <p:spPr>
            <a:xfrm>
              <a:off x="3627965" y="2388888"/>
              <a:ext cx="2485036" cy="1000476"/>
            </a:xfrm>
            <a:prstGeom prst="wedgeRoundRectCallou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文本框 595"/>
            <p:cNvSpPr txBox="1"/>
            <p:nvPr/>
          </p:nvSpPr>
          <p:spPr>
            <a:xfrm>
              <a:off x="3795050" y="2470027"/>
              <a:ext cx="2251492" cy="884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新闻说暴雨又把破损井盖冲走了，万一我没看清发生交通事故怎么办</a:t>
              </a: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733" name="组合 732"/>
          <p:cNvGrpSpPr/>
          <p:nvPr/>
        </p:nvGrpSpPr>
        <p:grpSpPr>
          <a:xfrm>
            <a:off x="6583349" y="2688887"/>
            <a:ext cx="2887508" cy="1444167"/>
            <a:chOff x="3627965" y="2388888"/>
            <a:chExt cx="2485036" cy="1261296"/>
          </a:xfrm>
        </p:grpSpPr>
        <p:sp>
          <p:nvSpPr>
            <p:cNvPr id="734" name="对话气泡: 圆角矩形 733"/>
            <p:cNvSpPr/>
            <p:nvPr/>
          </p:nvSpPr>
          <p:spPr>
            <a:xfrm>
              <a:off x="3627965" y="2388888"/>
              <a:ext cx="2485036" cy="1000476"/>
            </a:xfrm>
            <a:prstGeom prst="wedgeRoundRectCallou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5" name="文本框 734"/>
            <p:cNvSpPr txBox="1"/>
            <p:nvPr/>
          </p:nvSpPr>
          <p:spPr>
            <a:xfrm>
              <a:off x="3815649" y="2449855"/>
              <a:ext cx="21313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今天车轮卡井盖里了，不仅上班迟到了，维修又是一大笔费用</a:t>
              </a: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951" name="组合 950"/>
          <p:cNvGrpSpPr/>
          <p:nvPr/>
        </p:nvGrpSpPr>
        <p:grpSpPr>
          <a:xfrm>
            <a:off x="9850363" y="3612567"/>
            <a:ext cx="1424944" cy="2905721"/>
            <a:chOff x="5097463" y="1243013"/>
            <a:chExt cx="1992312" cy="4338637"/>
          </a:xfrm>
        </p:grpSpPr>
        <p:sp>
          <p:nvSpPr>
            <p:cNvPr id="952" name="任意多边形 4"/>
            <p:cNvSpPr/>
            <p:nvPr/>
          </p:nvSpPr>
          <p:spPr bwMode="auto">
            <a:xfrm>
              <a:off x="5664200" y="3163888"/>
              <a:ext cx="285750" cy="285750"/>
            </a:xfrm>
            <a:custGeom>
              <a:avLst/>
              <a:gdLst>
                <a:gd name="T0" fmla="*/ 14 w 50"/>
                <a:gd name="T1" fmla="*/ 6 h 50"/>
                <a:gd name="T2" fmla="*/ 44 w 50"/>
                <a:gd name="T3" fmla="*/ 13 h 50"/>
                <a:gd name="T4" fmla="*/ 36 w 50"/>
                <a:gd name="T5" fmla="*/ 43 h 50"/>
                <a:gd name="T6" fmla="*/ 6 w 50"/>
                <a:gd name="T7" fmla="*/ 36 h 50"/>
                <a:gd name="T8" fmla="*/ 14 w 50"/>
                <a:gd name="T9" fmla="*/ 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0">
                  <a:moveTo>
                    <a:pt x="14" y="6"/>
                  </a:moveTo>
                  <a:cubicBezTo>
                    <a:pt x="24" y="0"/>
                    <a:pt x="37" y="3"/>
                    <a:pt x="44" y="13"/>
                  </a:cubicBezTo>
                  <a:cubicBezTo>
                    <a:pt x="50" y="24"/>
                    <a:pt x="47" y="37"/>
                    <a:pt x="36" y="43"/>
                  </a:cubicBezTo>
                  <a:cubicBezTo>
                    <a:pt x="26" y="50"/>
                    <a:pt x="12" y="46"/>
                    <a:pt x="6" y="36"/>
                  </a:cubicBezTo>
                  <a:cubicBezTo>
                    <a:pt x="0" y="26"/>
                    <a:pt x="3" y="12"/>
                    <a:pt x="14" y="6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3" name="任意多边形 5"/>
            <p:cNvSpPr/>
            <p:nvPr/>
          </p:nvSpPr>
          <p:spPr bwMode="auto">
            <a:xfrm>
              <a:off x="5565775" y="2947988"/>
              <a:ext cx="315913" cy="358775"/>
            </a:xfrm>
            <a:custGeom>
              <a:avLst/>
              <a:gdLst>
                <a:gd name="T0" fmla="*/ 55 w 55"/>
                <a:gd name="T1" fmla="*/ 45 h 63"/>
                <a:gd name="T2" fmla="*/ 16 w 55"/>
                <a:gd name="T3" fmla="*/ 0 h 63"/>
                <a:gd name="T4" fmla="*/ 0 w 55"/>
                <a:gd name="T5" fmla="*/ 19 h 63"/>
                <a:gd name="T6" fmla="*/ 35 w 55"/>
                <a:gd name="T7" fmla="*/ 63 h 63"/>
                <a:gd name="T8" fmla="*/ 55 w 55"/>
                <a:gd name="T9" fmla="*/ 4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63">
                  <a:moveTo>
                    <a:pt x="55" y="45"/>
                  </a:moveTo>
                  <a:cubicBezTo>
                    <a:pt x="55" y="45"/>
                    <a:pt x="16" y="0"/>
                    <a:pt x="16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35" y="63"/>
                    <a:pt x="35" y="63"/>
                    <a:pt x="35" y="63"/>
                  </a:cubicBezTo>
                  <a:lnTo>
                    <a:pt x="55" y="45"/>
                  </a:ln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4" name="任意多边形 6"/>
            <p:cNvSpPr/>
            <p:nvPr/>
          </p:nvSpPr>
          <p:spPr bwMode="auto">
            <a:xfrm>
              <a:off x="5464175" y="5192713"/>
              <a:ext cx="233363" cy="279400"/>
            </a:xfrm>
            <a:custGeom>
              <a:avLst/>
              <a:gdLst>
                <a:gd name="T0" fmla="*/ 147 w 147"/>
                <a:gd name="T1" fmla="*/ 15 h 176"/>
                <a:gd name="T2" fmla="*/ 111 w 147"/>
                <a:gd name="T3" fmla="*/ 176 h 176"/>
                <a:gd name="T4" fmla="*/ 0 w 147"/>
                <a:gd name="T5" fmla="*/ 158 h 176"/>
                <a:gd name="T6" fmla="*/ 36 w 147"/>
                <a:gd name="T7" fmla="*/ 0 h 176"/>
                <a:gd name="T8" fmla="*/ 147 w 147"/>
                <a:gd name="T9" fmla="*/ 1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76">
                  <a:moveTo>
                    <a:pt x="147" y="15"/>
                  </a:moveTo>
                  <a:lnTo>
                    <a:pt x="111" y="176"/>
                  </a:lnTo>
                  <a:lnTo>
                    <a:pt x="0" y="158"/>
                  </a:lnTo>
                  <a:lnTo>
                    <a:pt x="36" y="0"/>
                  </a:lnTo>
                  <a:lnTo>
                    <a:pt x="147" y="15"/>
                  </a:ln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5" name="任意多边形 7"/>
            <p:cNvSpPr/>
            <p:nvPr/>
          </p:nvSpPr>
          <p:spPr bwMode="auto">
            <a:xfrm>
              <a:off x="6316663" y="5192713"/>
              <a:ext cx="177800" cy="274638"/>
            </a:xfrm>
            <a:custGeom>
              <a:avLst/>
              <a:gdLst>
                <a:gd name="T0" fmla="*/ 112 w 112"/>
                <a:gd name="T1" fmla="*/ 0 h 173"/>
                <a:gd name="T2" fmla="*/ 112 w 112"/>
                <a:gd name="T3" fmla="*/ 166 h 173"/>
                <a:gd name="T4" fmla="*/ 0 w 112"/>
                <a:gd name="T5" fmla="*/ 173 h 173"/>
                <a:gd name="T6" fmla="*/ 0 w 112"/>
                <a:gd name="T7" fmla="*/ 11 h 173"/>
                <a:gd name="T8" fmla="*/ 112 w 112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73">
                  <a:moveTo>
                    <a:pt x="112" y="0"/>
                  </a:moveTo>
                  <a:lnTo>
                    <a:pt x="112" y="166"/>
                  </a:lnTo>
                  <a:lnTo>
                    <a:pt x="0" y="173"/>
                  </a:lnTo>
                  <a:lnTo>
                    <a:pt x="0" y="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6" name="任意多边形 8"/>
            <p:cNvSpPr/>
            <p:nvPr/>
          </p:nvSpPr>
          <p:spPr bwMode="auto">
            <a:xfrm>
              <a:off x="5097463" y="5381625"/>
              <a:ext cx="577850" cy="200025"/>
            </a:xfrm>
            <a:custGeom>
              <a:avLst/>
              <a:gdLst>
                <a:gd name="T0" fmla="*/ 99 w 101"/>
                <a:gd name="T1" fmla="*/ 8 h 35"/>
                <a:gd name="T2" fmla="*/ 94 w 101"/>
                <a:gd name="T3" fmla="*/ 7 h 35"/>
                <a:gd name="T4" fmla="*/ 77 w 101"/>
                <a:gd name="T5" fmla="*/ 11 h 35"/>
                <a:gd name="T6" fmla="*/ 65 w 101"/>
                <a:gd name="T7" fmla="*/ 2 h 35"/>
                <a:gd name="T8" fmla="*/ 61 w 101"/>
                <a:gd name="T9" fmla="*/ 0 h 35"/>
                <a:gd name="T10" fmla="*/ 8 w 101"/>
                <a:gd name="T11" fmla="*/ 21 h 35"/>
                <a:gd name="T12" fmla="*/ 1 w 101"/>
                <a:gd name="T13" fmla="*/ 28 h 35"/>
                <a:gd name="T14" fmla="*/ 1 w 101"/>
                <a:gd name="T15" fmla="*/ 28 h 35"/>
                <a:gd name="T16" fmla="*/ 5 w 101"/>
                <a:gd name="T17" fmla="*/ 35 h 35"/>
                <a:gd name="T18" fmla="*/ 95 w 101"/>
                <a:gd name="T19" fmla="*/ 35 h 35"/>
                <a:gd name="T20" fmla="*/ 101 w 101"/>
                <a:gd name="T21" fmla="*/ 29 h 35"/>
                <a:gd name="T22" fmla="*/ 100 w 101"/>
                <a:gd name="T23" fmla="*/ 12 h 35"/>
                <a:gd name="T24" fmla="*/ 100 w 101"/>
                <a:gd name="T25" fmla="*/ 11 h 35"/>
                <a:gd name="T26" fmla="*/ 99 w 101"/>
                <a:gd name="T27" fmla="*/ 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35">
                  <a:moveTo>
                    <a:pt x="99" y="8"/>
                  </a:moveTo>
                  <a:cubicBezTo>
                    <a:pt x="98" y="6"/>
                    <a:pt x="96" y="6"/>
                    <a:pt x="94" y="7"/>
                  </a:cubicBezTo>
                  <a:cubicBezTo>
                    <a:pt x="91" y="9"/>
                    <a:pt x="86" y="12"/>
                    <a:pt x="77" y="11"/>
                  </a:cubicBezTo>
                  <a:cubicBezTo>
                    <a:pt x="69" y="10"/>
                    <a:pt x="66" y="5"/>
                    <a:pt x="65" y="2"/>
                  </a:cubicBezTo>
                  <a:cubicBezTo>
                    <a:pt x="64" y="1"/>
                    <a:pt x="63" y="0"/>
                    <a:pt x="61" y="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5" y="23"/>
                    <a:pt x="3" y="25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31"/>
                    <a:pt x="2" y="35"/>
                    <a:pt x="5" y="35"/>
                  </a:cubicBezTo>
                  <a:cubicBezTo>
                    <a:pt x="95" y="35"/>
                    <a:pt x="95" y="35"/>
                    <a:pt x="95" y="35"/>
                  </a:cubicBezTo>
                  <a:cubicBezTo>
                    <a:pt x="98" y="35"/>
                    <a:pt x="101" y="32"/>
                    <a:pt x="101" y="29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1"/>
                    <a:pt x="100" y="11"/>
                    <a:pt x="100" y="11"/>
                  </a:cubicBezTo>
                  <a:lnTo>
                    <a:pt x="99" y="8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7" name="任意多边形 9"/>
            <p:cNvSpPr/>
            <p:nvPr/>
          </p:nvSpPr>
          <p:spPr bwMode="auto">
            <a:xfrm>
              <a:off x="6288088" y="5381625"/>
              <a:ext cx="577850" cy="200025"/>
            </a:xfrm>
            <a:custGeom>
              <a:avLst/>
              <a:gdLst>
                <a:gd name="T0" fmla="*/ 2 w 101"/>
                <a:gd name="T1" fmla="*/ 8 h 35"/>
                <a:gd name="T2" fmla="*/ 6 w 101"/>
                <a:gd name="T3" fmla="*/ 7 h 35"/>
                <a:gd name="T4" fmla="*/ 23 w 101"/>
                <a:gd name="T5" fmla="*/ 11 h 35"/>
                <a:gd name="T6" fmla="*/ 36 w 101"/>
                <a:gd name="T7" fmla="*/ 2 h 35"/>
                <a:gd name="T8" fmla="*/ 40 w 101"/>
                <a:gd name="T9" fmla="*/ 0 h 35"/>
                <a:gd name="T10" fmla="*/ 92 w 101"/>
                <a:gd name="T11" fmla="*/ 21 h 35"/>
                <a:gd name="T12" fmla="*/ 100 w 101"/>
                <a:gd name="T13" fmla="*/ 28 h 35"/>
                <a:gd name="T14" fmla="*/ 100 w 101"/>
                <a:gd name="T15" fmla="*/ 28 h 35"/>
                <a:gd name="T16" fmla="*/ 95 w 101"/>
                <a:gd name="T17" fmla="*/ 35 h 35"/>
                <a:gd name="T18" fmla="*/ 6 w 101"/>
                <a:gd name="T19" fmla="*/ 35 h 35"/>
                <a:gd name="T20" fmla="*/ 0 w 101"/>
                <a:gd name="T21" fmla="*/ 29 h 35"/>
                <a:gd name="T22" fmla="*/ 1 w 101"/>
                <a:gd name="T23" fmla="*/ 12 h 35"/>
                <a:gd name="T24" fmla="*/ 1 w 101"/>
                <a:gd name="T25" fmla="*/ 11 h 35"/>
                <a:gd name="T26" fmla="*/ 2 w 101"/>
                <a:gd name="T27" fmla="*/ 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35">
                  <a:moveTo>
                    <a:pt x="2" y="8"/>
                  </a:moveTo>
                  <a:cubicBezTo>
                    <a:pt x="2" y="6"/>
                    <a:pt x="5" y="6"/>
                    <a:pt x="6" y="7"/>
                  </a:cubicBezTo>
                  <a:cubicBezTo>
                    <a:pt x="10" y="9"/>
                    <a:pt x="15" y="12"/>
                    <a:pt x="23" y="11"/>
                  </a:cubicBezTo>
                  <a:cubicBezTo>
                    <a:pt x="32" y="10"/>
                    <a:pt x="35" y="5"/>
                    <a:pt x="36" y="2"/>
                  </a:cubicBezTo>
                  <a:cubicBezTo>
                    <a:pt x="37" y="1"/>
                    <a:pt x="38" y="0"/>
                    <a:pt x="40" y="0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96" y="23"/>
                    <a:pt x="98" y="25"/>
                    <a:pt x="100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101" y="31"/>
                    <a:pt x="99" y="35"/>
                    <a:pt x="95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3" y="35"/>
                    <a:pt x="0" y="32"/>
                    <a:pt x="0" y="29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lnTo>
                    <a:pt x="2" y="8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8" name="任意多边形 10"/>
            <p:cNvSpPr/>
            <p:nvPr/>
          </p:nvSpPr>
          <p:spPr bwMode="auto">
            <a:xfrm>
              <a:off x="5886450" y="1916113"/>
              <a:ext cx="669925" cy="1162050"/>
            </a:xfrm>
            <a:custGeom>
              <a:avLst/>
              <a:gdLst>
                <a:gd name="T0" fmla="*/ 256 w 422"/>
                <a:gd name="T1" fmla="*/ 0 h 732"/>
                <a:gd name="T2" fmla="*/ 159 w 422"/>
                <a:gd name="T3" fmla="*/ 10 h 732"/>
                <a:gd name="T4" fmla="*/ 0 w 422"/>
                <a:gd name="T5" fmla="*/ 97 h 732"/>
                <a:gd name="T6" fmla="*/ 0 w 422"/>
                <a:gd name="T7" fmla="*/ 732 h 732"/>
                <a:gd name="T8" fmla="*/ 422 w 422"/>
                <a:gd name="T9" fmla="*/ 732 h 732"/>
                <a:gd name="T10" fmla="*/ 422 w 422"/>
                <a:gd name="T11" fmla="*/ 97 h 732"/>
                <a:gd name="T12" fmla="*/ 256 w 422"/>
                <a:gd name="T13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2" h="732">
                  <a:moveTo>
                    <a:pt x="256" y="0"/>
                  </a:moveTo>
                  <a:lnTo>
                    <a:pt x="159" y="10"/>
                  </a:lnTo>
                  <a:lnTo>
                    <a:pt x="0" y="97"/>
                  </a:lnTo>
                  <a:lnTo>
                    <a:pt x="0" y="732"/>
                  </a:lnTo>
                  <a:lnTo>
                    <a:pt x="422" y="732"/>
                  </a:lnTo>
                  <a:lnTo>
                    <a:pt x="422" y="97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rgbClr val="54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9" name="任意多边形 11"/>
            <p:cNvSpPr/>
            <p:nvPr/>
          </p:nvSpPr>
          <p:spPr bwMode="auto">
            <a:xfrm>
              <a:off x="6121400" y="1762125"/>
              <a:ext cx="217488" cy="255588"/>
            </a:xfrm>
            <a:custGeom>
              <a:avLst/>
              <a:gdLst>
                <a:gd name="T0" fmla="*/ 23 w 38"/>
                <a:gd name="T1" fmla="*/ 45 h 45"/>
                <a:gd name="T2" fmla="*/ 15 w 38"/>
                <a:gd name="T3" fmla="*/ 45 h 45"/>
                <a:gd name="T4" fmla="*/ 0 w 38"/>
                <a:gd name="T5" fmla="*/ 30 h 45"/>
                <a:gd name="T6" fmla="*/ 0 w 38"/>
                <a:gd name="T7" fmla="*/ 0 h 45"/>
                <a:gd name="T8" fmla="*/ 38 w 38"/>
                <a:gd name="T9" fmla="*/ 0 h 45"/>
                <a:gd name="T10" fmla="*/ 38 w 38"/>
                <a:gd name="T11" fmla="*/ 30 h 45"/>
                <a:gd name="T12" fmla="*/ 23 w 38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45">
                  <a:moveTo>
                    <a:pt x="23" y="45"/>
                  </a:moveTo>
                  <a:cubicBezTo>
                    <a:pt x="15" y="45"/>
                    <a:pt x="15" y="45"/>
                    <a:pt x="15" y="45"/>
                  </a:cubicBezTo>
                  <a:cubicBezTo>
                    <a:pt x="7" y="45"/>
                    <a:pt x="0" y="38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8"/>
                    <a:pt x="31" y="45"/>
                    <a:pt x="23" y="45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0" name="任意多边形 12"/>
            <p:cNvSpPr/>
            <p:nvPr/>
          </p:nvSpPr>
          <p:spPr bwMode="auto">
            <a:xfrm>
              <a:off x="6121400" y="1847850"/>
              <a:ext cx="217488" cy="68263"/>
            </a:xfrm>
            <a:custGeom>
              <a:avLst/>
              <a:gdLst>
                <a:gd name="T0" fmla="*/ 0 w 38"/>
                <a:gd name="T1" fmla="*/ 0 h 12"/>
                <a:gd name="T2" fmla="*/ 19 w 38"/>
                <a:gd name="T3" fmla="*/ 12 h 12"/>
                <a:gd name="T4" fmla="*/ 38 w 38"/>
                <a:gd name="T5" fmla="*/ 0 h 12"/>
                <a:gd name="T6" fmla="*/ 0 w 38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2">
                  <a:moveTo>
                    <a:pt x="0" y="0"/>
                  </a:moveTo>
                  <a:cubicBezTo>
                    <a:pt x="0" y="0"/>
                    <a:pt x="6" y="12"/>
                    <a:pt x="19" y="12"/>
                  </a:cubicBezTo>
                  <a:cubicBezTo>
                    <a:pt x="33" y="12"/>
                    <a:pt x="38" y="0"/>
                    <a:pt x="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4BE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1" name="任意多边形 13"/>
            <p:cNvSpPr/>
            <p:nvPr/>
          </p:nvSpPr>
          <p:spPr bwMode="auto">
            <a:xfrm>
              <a:off x="6013450" y="1357313"/>
              <a:ext cx="434975" cy="517525"/>
            </a:xfrm>
            <a:custGeom>
              <a:avLst/>
              <a:gdLst>
                <a:gd name="T0" fmla="*/ 38 w 76"/>
                <a:gd name="T1" fmla="*/ 91 h 91"/>
                <a:gd name="T2" fmla="*/ 37 w 76"/>
                <a:gd name="T3" fmla="*/ 91 h 91"/>
                <a:gd name="T4" fmla="*/ 1 w 76"/>
                <a:gd name="T5" fmla="*/ 57 h 91"/>
                <a:gd name="T6" fmla="*/ 0 w 76"/>
                <a:gd name="T7" fmla="*/ 38 h 91"/>
                <a:gd name="T8" fmla="*/ 36 w 76"/>
                <a:gd name="T9" fmla="*/ 0 h 91"/>
                <a:gd name="T10" fmla="*/ 39 w 76"/>
                <a:gd name="T11" fmla="*/ 0 h 91"/>
                <a:gd name="T12" fmla="*/ 75 w 76"/>
                <a:gd name="T13" fmla="*/ 38 h 91"/>
                <a:gd name="T14" fmla="*/ 74 w 76"/>
                <a:gd name="T15" fmla="*/ 57 h 91"/>
                <a:gd name="T16" fmla="*/ 38 w 76"/>
                <a:gd name="T17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1">
                  <a:moveTo>
                    <a:pt x="38" y="91"/>
                  </a:moveTo>
                  <a:cubicBezTo>
                    <a:pt x="37" y="91"/>
                    <a:pt x="37" y="91"/>
                    <a:pt x="37" y="91"/>
                  </a:cubicBezTo>
                  <a:cubicBezTo>
                    <a:pt x="18" y="91"/>
                    <a:pt x="2" y="76"/>
                    <a:pt x="1" y="5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54" y="0"/>
                    <a:pt x="76" y="17"/>
                    <a:pt x="75" y="38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3" y="76"/>
                    <a:pt x="57" y="91"/>
                    <a:pt x="38" y="91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2" name="任意多边形 14"/>
            <p:cNvSpPr/>
            <p:nvPr/>
          </p:nvSpPr>
          <p:spPr bwMode="auto">
            <a:xfrm>
              <a:off x="5943600" y="1590675"/>
              <a:ext cx="144463" cy="136525"/>
            </a:xfrm>
            <a:custGeom>
              <a:avLst/>
              <a:gdLst>
                <a:gd name="T0" fmla="*/ 24 w 25"/>
                <a:gd name="T1" fmla="*/ 11 h 24"/>
                <a:gd name="T2" fmla="*/ 13 w 25"/>
                <a:gd name="T3" fmla="*/ 24 h 24"/>
                <a:gd name="T4" fmla="*/ 1 w 25"/>
                <a:gd name="T5" fmla="*/ 13 h 24"/>
                <a:gd name="T6" fmla="*/ 12 w 25"/>
                <a:gd name="T7" fmla="*/ 0 h 24"/>
                <a:gd name="T8" fmla="*/ 24 w 25"/>
                <a:gd name="T9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4">
                  <a:moveTo>
                    <a:pt x="24" y="11"/>
                  </a:moveTo>
                  <a:cubicBezTo>
                    <a:pt x="25" y="18"/>
                    <a:pt x="20" y="23"/>
                    <a:pt x="13" y="24"/>
                  </a:cubicBezTo>
                  <a:cubicBezTo>
                    <a:pt x="7" y="24"/>
                    <a:pt x="1" y="19"/>
                    <a:pt x="1" y="13"/>
                  </a:cubicBezTo>
                  <a:cubicBezTo>
                    <a:pt x="0" y="6"/>
                    <a:pt x="5" y="1"/>
                    <a:pt x="12" y="0"/>
                  </a:cubicBezTo>
                  <a:cubicBezTo>
                    <a:pt x="18" y="0"/>
                    <a:pt x="24" y="5"/>
                    <a:pt x="24" y="11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3" name="任意多边形 15"/>
            <p:cNvSpPr/>
            <p:nvPr/>
          </p:nvSpPr>
          <p:spPr bwMode="auto">
            <a:xfrm>
              <a:off x="6373813" y="1590675"/>
              <a:ext cx="136525" cy="136525"/>
            </a:xfrm>
            <a:custGeom>
              <a:avLst/>
              <a:gdLst>
                <a:gd name="T0" fmla="*/ 23 w 24"/>
                <a:gd name="T1" fmla="*/ 11 h 24"/>
                <a:gd name="T2" fmla="*/ 13 w 24"/>
                <a:gd name="T3" fmla="*/ 24 h 24"/>
                <a:gd name="T4" fmla="*/ 0 w 24"/>
                <a:gd name="T5" fmla="*/ 13 h 24"/>
                <a:gd name="T6" fmla="*/ 11 w 24"/>
                <a:gd name="T7" fmla="*/ 0 h 24"/>
                <a:gd name="T8" fmla="*/ 23 w 24"/>
                <a:gd name="T9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4">
                  <a:moveTo>
                    <a:pt x="23" y="11"/>
                  </a:moveTo>
                  <a:cubicBezTo>
                    <a:pt x="24" y="18"/>
                    <a:pt x="19" y="23"/>
                    <a:pt x="13" y="24"/>
                  </a:cubicBezTo>
                  <a:cubicBezTo>
                    <a:pt x="6" y="24"/>
                    <a:pt x="1" y="19"/>
                    <a:pt x="0" y="13"/>
                  </a:cubicBezTo>
                  <a:cubicBezTo>
                    <a:pt x="0" y="6"/>
                    <a:pt x="5" y="1"/>
                    <a:pt x="11" y="0"/>
                  </a:cubicBezTo>
                  <a:cubicBezTo>
                    <a:pt x="17" y="0"/>
                    <a:pt x="23" y="5"/>
                    <a:pt x="23" y="11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4" name="任意多边形 16"/>
            <p:cNvSpPr/>
            <p:nvPr/>
          </p:nvSpPr>
          <p:spPr bwMode="auto">
            <a:xfrm>
              <a:off x="5464175" y="3073400"/>
              <a:ext cx="852488" cy="2216150"/>
            </a:xfrm>
            <a:custGeom>
              <a:avLst/>
              <a:gdLst>
                <a:gd name="T0" fmla="*/ 266 w 537"/>
                <a:gd name="T1" fmla="*/ 0 h 1396"/>
                <a:gd name="T2" fmla="*/ 0 w 537"/>
                <a:gd name="T3" fmla="*/ 1396 h 1396"/>
                <a:gd name="T4" fmla="*/ 151 w 537"/>
                <a:gd name="T5" fmla="*/ 1396 h 1396"/>
                <a:gd name="T6" fmla="*/ 537 w 537"/>
                <a:gd name="T7" fmla="*/ 3 h 1396"/>
                <a:gd name="T8" fmla="*/ 266 w 537"/>
                <a:gd name="T9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7" h="1396">
                  <a:moveTo>
                    <a:pt x="266" y="0"/>
                  </a:moveTo>
                  <a:lnTo>
                    <a:pt x="0" y="1396"/>
                  </a:lnTo>
                  <a:lnTo>
                    <a:pt x="151" y="1396"/>
                  </a:lnTo>
                  <a:lnTo>
                    <a:pt x="537" y="3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5" name="任意多边形 17"/>
            <p:cNvSpPr/>
            <p:nvPr/>
          </p:nvSpPr>
          <p:spPr bwMode="auto">
            <a:xfrm>
              <a:off x="6173788" y="3078163"/>
              <a:ext cx="382588" cy="2217738"/>
            </a:xfrm>
            <a:custGeom>
              <a:avLst/>
              <a:gdLst>
                <a:gd name="T0" fmla="*/ 241 w 241"/>
                <a:gd name="T1" fmla="*/ 0 h 1397"/>
                <a:gd name="T2" fmla="*/ 227 w 241"/>
                <a:gd name="T3" fmla="*/ 1397 h 1397"/>
                <a:gd name="T4" fmla="*/ 65 w 241"/>
                <a:gd name="T5" fmla="*/ 1397 h 1397"/>
                <a:gd name="T6" fmla="*/ 0 w 241"/>
                <a:gd name="T7" fmla="*/ 11 h 1397"/>
                <a:gd name="T8" fmla="*/ 241 w 241"/>
                <a:gd name="T9" fmla="*/ 0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1397">
                  <a:moveTo>
                    <a:pt x="241" y="0"/>
                  </a:moveTo>
                  <a:lnTo>
                    <a:pt x="227" y="1397"/>
                  </a:lnTo>
                  <a:lnTo>
                    <a:pt x="65" y="1397"/>
                  </a:lnTo>
                  <a:lnTo>
                    <a:pt x="0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6" name="任意多边形 18"/>
            <p:cNvSpPr/>
            <p:nvPr/>
          </p:nvSpPr>
          <p:spPr bwMode="auto">
            <a:xfrm>
              <a:off x="5159375" y="2070100"/>
              <a:ext cx="750888" cy="728663"/>
            </a:xfrm>
            <a:custGeom>
              <a:avLst/>
              <a:gdLst>
                <a:gd name="T0" fmla="*/ 127 w 131"/>
                <a:gd name="T1" fmla="*/ 0 h 128"/>
                <a:gd name="T2" fmla="*/ 127 w 131"/>
                <a:gd name="T3" fmla="*/ 0 h 128"/>
                <a:gd name="T4" fmla="*/ 4 w 131"/>
                <a:gd name="T5" fmla="*/ 101 h 128"/>
                <a:gd name="T6" fmla="*/ 14 w 131"/>
                <a:gd name="T7" fmla="*/ 124 h 128"/>
                <a:gd name="T8" fmla="*/ 14 w 131"/>
                <a:gd name="T9" fmla="*/ 124 h 128"/>
                <a:gd name="T10" fmla="*/ 40 w 131"/>
                <a:gd name="T11" fmla="*/ 116 h 128"/>
                <a:gd name="T12" fmla="*/ 131 w 131"/>
                <a:gd name="T13" fmla="*/ 64 h 128"/>
                <a:gd name="T14" fmla="*/ 127 w 131"/>
                <a:gd name="T1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1" h="128">
                  <a:moveTo>
                    <a:pt x="127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28" y="60"/>
                    <a:pt x="4" y="101"/>
                  </a:cubicBezTo>
                  <a:cubicBezTo>
                    <a:pt x="0" y="109"/>
                    <a:pt x="6" y="119"/>
                    <a:pt x="14" y="124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23" y="128"/>
                    <a:pt x="35" y="125"/>
                    <a:pt x="40" y="116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31" y="64"/>
                    <a:pt x="127" y="18"/>
                    <a:pt x="127" y="0"/>
                  </a:cubicBezTo>
                  <a:close/>
                </a:path>
              </a:pathLst>
            </a:custGeom>
            <a:solidFill>
              <a:srgbClr val="54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7" name="任意多边形 19"/>
            <p:cNvSpPr/>
            <p:nvPr/>
          </p:nvSpPr>
          <p:spPr bwMode="auto">
            <a:xfrm>
              <a:off x="5978525" y="1243013"/>
              <a:ext cx="487363" cy="369888"/>
            </a:xfrm>
            <a:custGeom>
              <a:avLst/>
              <a:gdLst>
                <a:gd name="T0" fmla="*/ 4 w 85"/>
                <a:gd name="T1" fmla="*/ 36 h 65"/>
                <a:gd name="T2" fmla="*/ 7 w 85"/>
                <a:gd name="T3" fmla="*/ 65 h 65"/>
                <a:gd name="T4" fmla="*/ 12 w 85"/>
                <a:gd name="T5" fmla="*/ 65 h 65"/>
                <a:gd name="T6" fmla="*/ 12 w 85"/>
                <a:gd name="T7" fmla="*/ 50 h 65"/>
                <a:gd name="T8" fmla="*/ 25 w 85"/>
                <a:gd name="T9" fmla="*/ 31 h 65"/>
                <a:gd name="T10" fmla="*/ 74 w 85"/>
                <a:gd name="T11" fmla="*/ 45 h 65"/>
                <a:gd name="T12" fmla="*/ 76 w 85"/>
                <a:gd name="T13" fmla="*/ 65 h 65"/>
                <a:gd name="T14" fmla="*/ 80 w 85"/>
                <a:gd name="T15" fmla="*/ 64 h 65"/>
                <a:gd name="T16" fmla="*/ 83 w 85"/>
                <a:gd name="T17" fmla="*/ 43 h 65"/>
                <a:gd name="T18" fmla="*/ 83 w 85"/>
                <a:gd name="T19" fmla="*/ 22 h 65"/>
                <a:gd name="T20" fmla="*/ 35 w 85"/>
                <a:gd name="T21" fmla="*/ 10 h 65"/>
                <a:gd name="T22" fmla="*/ 35 w 85"/>
                <a:gd name="T23" fmla="*/ 10 h 65"/>
                <a:gd name="T24" fmla="*/ 4 w 85"/>
                <a:gd name="T25" fmla="*/ 3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65">
                  <a:moveTo>
                    <a:pt x="4" y="36"/>
                  </a:moveTo>
                  <a:cubicBezTo>
                    <a:pt x="7" y="65"/>
                    <a:pt x="7" y="65"/>
                    <a:pt x="7" y="65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5" y="44"/>
                    <a:pt x="25" y="31"/>
                  </a:cubicBezTo>
                  <a:cubicBezTo>
                    <a:pt x="25" y="31"/>
                    <a:pt x="32" y="49"/>
                    <a:pt x="74" y="45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4" y="36"/>
                    <a:pt x="85" y="30"/>
                    <a:pt x="83" y="22"/>
                  </a:cubicBezTo>
                  <a:cubicBezTo>
                    <a:pt x="81" y="8"/>
                    <a:pt x="69" y="0"/>
                    <a:pt x="35" y="10"/>
                  </a:cubicBezTo>
                  <a:cubicBezTo>
                    <a:pt x="32" y="11"/>
                    <a:pt x="38" y="11"/>
                    <a:pt x="35" y="10"/>
                  </a:cubicBezTo>
                  <a:cubicBezTo>
                    <a:pt x="25" y="9"/>
                    <a:pt x="0" y="9"/>
                    <a:pt x="4" y="36"/>
                  </a:cubicBezTo>
                  <a:close/>
                </a:path>
              </a:pathLst>
            </a:custGeom>
            <a:solidFill>
              <a:srgbClr val="2E2A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8" name="任意多边形 20"/>
            <p:cNvSpPr/>
            <p:nvPr/>
          </p:nvSpPr>
          <p:spPr bwMode="auto">
            <a:xfrm>
              <a:off x="6230938" y="3021013"/>
              <a:ext cx="823913" cy="798513"/>
            </a:xfrm>
            <a:custGeom>
              <a:avLst/>
              <a:gdLst>
                <a:gd name="T0" fmla="*/ 10 w 144"/>
                <a:gd name="T1" fmla="*/ 7 h 140"/>
                <a:gd name="T2" fmla="*/ 1 w 144"/>
                <a:gd name="T3" fmla="*/ 109 h 140"/>
                <a:gd name="T4" fmla="*/ 7 w 144"/>
                <a:gd name="T5" fmla="*/ 117 h 140"/>
                <a:gd name="T6" fmla="*/ 124 w 144"/>
                <a:gd name="T7" fmla="*/ 139 h 140"/>
                <a:gd name="T8" fmla="*/ 132 w 144"/>
                <a:gd name="T9" fmla="*/ 133 h 140"/>
                <a:gd name="T10" fmla="*/ 143 w 144"/>
                <a:gd name="T11" fmla="*/ 36 h 140"/>
                <a:gd name="T12" fmla="*/ 137 w 144"/>
                <a:gd name="T13" fmla="*/ 28 h 140"/>
                <a:gd name="T14" fmla="*/ 19 w 144"/>
                <a:gd name="T15" fmla="*/ 1 h 140"/>
                <a:gd name="T16" fmla="*/ 10 w 144"/>
                <a:gd name="T17" fmla="*/ 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140">
                  <a:moveTo>
                    <a:pt x="10" y="7"/>
                  </a:moveTo>
                  <a:cubicBezTo>
                    <a:pt x="1" y="109"/>
                    <a:pt x="1" y="109"/>
                    <a:pt x="1" y="109"/>
                  </a:cubicBezTo>
                  <a:cubicBezTo>
                    <a:pt x="0" y="113"/>
                    <a:pt x="3" y="116"/>
                    <a:pt x="7" y="117"/>
                  </a:cubicBezTo>
                  <a:cubicBezTo>
                    <a:pt x="124" y="139"/>
                    <a:pt x="124" y="139"/>
                    <a:pt x="124" y="139"/>
                  </a:cubicBezTo>
                  <a:cubicBezTo>
                    <a:pt x="128" y="140"/>
                    <a:pt x="132" y="137"/>
                    <a:pt x="132" y="133"/>
                  </a:cubicBezTo>
                  <a:cubicBezTo>
                    <a:pt x="143" y="36"/>
                    <a:pt x="143" y="36"/>
                    <a:pt x="143" y="36"/>
                  </a:cubicBezTo>
                  <a:cubicBezTo>
                    <a:pt x="144" y="32"/>
                    <a:pt x="141" y="29"/>
                    <a:pt x="137" y="28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5" y="0"/>
                    <a:pt x="11" y="3"/>
                    <a:pt x="10" y="7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9" name="任意多边形 21"/>
            <p:cNvSpPr/>
            <p:nvPr/>
          </p:nvSpPr>
          <p:spPr bwMode="auto">
            <a:xfrm>
              <a:off x="6270625" y="3027363"/>
              <a:ext cx="819150" cy="803275"/>
            </a:xfrm>
            <a:custGeom>
              <a:avLst/>
              <a:gdLst>
                <a:gd name="T0" fmla="*/ 10 w 143"/>
                <a:gd name="T1" fmla="*/ 8 h 141"/>
                <a:gd name="T2" fmla="*/ 0 w 143"/>
                <a:gd name="T3" fmla="*/ 110 h 141"/>
                <a:gd name="T4" fmla="*/ 6 w 143"/>
                <a:gd name="T5" fmla="*/ 118 h 141"/>
                <a:gd name="T6" fmla="*/ 123 w 143"/>
                <a:gd name="T7" fmla="*/ 140 h 141"/>
                <a:gd name="T8" fmla="*/ 132 w 143"/>
                <a:gd name="T9" fmla="*/ 134 h 141"/>
                <a:gd name="T10" fmla="*/ 143 w 143"/>
                <a:gd name="T11" fmla="*/ 37 h 141"/>
                <a:gd name="T12" fmla="*/ 137 w 143"/>
                <a:gd name="T13" fmla="*/ 29 h 141"/>
                <a:gd name="T14" fmla="*/ 19 w 143"/>
                <a:gd name="T15" fmla="*/ 1 h 141"/>
                <a:gd name="T16" fmla="*/ 10 w 143"/>
                <a:gd name="T17" fmla="*/ 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3" h="141">
                  <a:moveTo>
                    <a:pt x="10" y="8"/>
                  </a:moveTo>
                  <a:cubicBezTo>
                    <a:pt x="0" y="110"/>
                    <a:pt x="0" y="110"/>
                    <a:pt x="0" y="110"/>
                  </a:cubicBezTo>
                  <a:cubicBezTo>
                    <a:pt x="0" y="114"/>
                    <a:pt x="3" y="117"/>
                    <a:pt x="6" y="118"/>
                  </a:cubicBezTo>
                  <a:cubicBezTo>
                    <a:pt x="123" y="140"/>
                    <a:pt x="123" y="140"/>
                    <a:pt x="123" y="140"/>
                  </a:cubicBezTo>
                  <a:cubicBezTo>
                    <a:pt x="127" y="141"/>
                    <a:pt x="131" y="138"/>
                    <a:pt x="132" y="134"/>
                  </a:cubicBezTo>
                  <a:cubicBezTo>
                    <a:pt x="143" y="37"/>
                    <a:pt x="143" y="37"/>
                    <a:pt x="143" y="37"/>
                  </a:cubicBezTo>
                  <a:cubicBezTo>
                    <a:pt x="143" y="33"/>
                    <a:pt x="141" y="30"/>
                    <a:pt x="137" y="29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4" y="0"/>
                    <a:pt x="10" y="4"/>
                    <a:pt x="10" y="8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0" name="任意多边形 22"/>
            <p:cNvSpPr/>
            <p:nvPr/>
          </p:nvSpPr>
          <p:spPr bwMode="auto">
            <a:xfrm>
              <a:off x="6499225" y="3648075"/>
              <a:ext cx="280988" cy="279400"/>
            </a:xfrm>
            <a:custGeom>
              <a:avLst/>
              <a:gdLst>
                <a:gd name="T0" fmla="*/ 31 w 49"/>
                <a:gd name="T1" fmla="*/ 3 h 49"/>
                <a:gd name="T2" fmla="*/ 45 w 49"/>
                <a:gd name="T3" fmla="*/ 30 h 49"/>
                <a:gd name="T4" fmla="*/ 18 w 49"/>
                <a:gd name="T5" fmla="*/ 45 h 49"/>
                <a:gd name="T6" fmla="*/ 3 w 49"/>
                <a:gd name="T7" fmla="*/ 18 h 49"/>
                <a:gd name="T8" fmla="*/ 31 w 49"/>
                <a:gd name="T9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9">
                  <a:moveTo>
                    <a:pt x="31" y="3"/>
                  </a:moveTo>
                  <a:cubicBezTo>
                    <a:pt x="42" y="6"/>
                    <a:pt x="49" y="19"/>
                    <a:pt x="45" y="30"/>
                  </a:cubicBezTo>
                  <a:cubicBezTo>
                    <a:pt x="42" y="42"/>
                    <a:pt x="30" y="49"/>
                    <a:pt x="18" y="45"/>
                  </a:cubicBezTo>
                  <a:cubicBezTo>
                    <a:pt x="7" y="42"/>
                    <a:pt x="0" y="29"/>
                    <a:pt x="3" y="18"/>
                  </a:cubicBezTo>
                  <a:cubicBezTo>
                    <a:pt x="7" y="6"/>
                    <a:pt x="19" y="0"/>
                    <a:pt x="31" y="3"/>
                  </a:cubicBez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1" name="任意多边形 23"/>
            <p:cNvSpPr/>
            <p:nvPr/>
          </p:nvSpPr>
          <p:spPr bwMode="auto">
            <a:xfrm>
              <a:off x="6624638" y="3421063"/>
              <a:ext cx="138113" cy="352425"/>
            </a:xfrm>
            <a:custGeom>
              <a:avLst/>
              <a:gdLst>
                <a:gd name="T0" fmla="*/ 24 w 24"/>
                <a:gd name="T1" fmla="*/ 62 h 62"/>
                <a:gd name="T2" fmla="*/ 20 w 24"/>
                <a:gd name="T3" fmla="*/ 0 h 62"/>
                <a:gd name="T4" fmla="*/ 0 w 24"/>
                <a:gd name="T5" fmla="*/ 4 h 62"/>
                <a:gd name="T6" fmla="*/ 2 w 24"/>
                <a:gd name="T7" fmla="*/ 56 h 62"/>
                <a:gd name="T8" fmla="*/ 24 w 24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62">
                  <a:moveTo>
                    <a:pt x="24" y="62"/>
                  </a:moveTo>
                  <a:cubicBezTo>
                    <a:pt x="24" y="62"/>
                    <a:pt x="20" y="0"/>
                    <a:pt x="2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56"/>
                    <a:pt x="2" y="56"/>
                    <a:pt x="2" y="56"/>
                  </a:cubicBezTo>
                  <a:lnTo>
                    <a:pt x="24" y="62"/>
                  </a:ln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2" name="任意多边形 24"/>
            <p:cNvSpPr/>
            <p:nvPr/>
          </p:nvSpPr>
          <p:spPr bwMode="auto">
            <a:xfrm>
              <a:off x="6534150" y="2070100"/>
              <a:ext cx="274638" cy="1463675"/>
            </a:xfrm>
            <a:custGeom>
              <a:avLst/>
              <a:gdLst>
                <a:gd name="T0" fmla="*/ 4 w 48"/>
                <a:gd name="T1" fmla="*/ 0 h 257"/>
                <a:gd name="T2" fmla="*/ 38 w 48"/>
                <a:gd name="T3" fmla="*/ 55 h 257"/>
                <a:gd name="T4" fmla="*/ 47 w 48"/>
                <a:gd name="T5" fmla="*/ 130 h 257"/>
                <a:gd name="T6" fmla="*/ 48 w 48"/>
                <a:gd name="T7" fmla="*/ 143 h 257"/>
                <a:gd name="T8" fmla="*/ 44 w 48"/>
                <a:gd name="T9" fmla="*/ 257 h 257"/>
                <a:gd name="T10" fmla="*/ 1 w 48"/>
                <a:gd name="T11" fmla="*/ 257 h 257"/>
                <a:gd name="T12" fmla="*/ 0 w 48"/>
                <a:gd name="T13" fmla="*/ 134 h 257"/>
                <a:gd name="T14" fmla="*/ 4 w 48"/>
                <a:gd name="T15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257">
                  <a:moveTo>
                    <a:pt x="4" y="0"/>
                  </a:moveTo>
                  <a:cubicBezTo>
                    <a:pt x="4" y="0"/>
                    <a:pt x="36" y="23"/>
                    <a:pt x="38" y="55"/>
                  </a:cubicBezTo>
                  <a:cubicBezTo>
                    <a:pt x="47" y="130"/>
                    <a:pt x="47" y="130"/>
                    <a:pt x="47" y="130"/>
                  </a:cubicBezTo>
                  <a:cubicBezTo>
                    <a:pt x="48" y="134"/>
                    <a:pt x="48" y="139"/>
                    <a:pt x="48" y="143"/>
                  </a:cubicBezTo>
                  <a:cubicBezTo>
                    <a:pt x="44" y="257"/>
                    <a:pt x="44" y="257"/>
                    <a:pt x="44" y="257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0" y="134"/>
                    <a:pt x="0" y="134"/>
                    <a:pt x="0" y="13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54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3" name="任意多边形 25"/>
            <p:cNvSpPr/>
            <p:nvPr/>
          </p:nvSpPr>
          <p:spPr bwMode="auto">
            <a:xfrm>
              <a:off x="6042025" y="1916113"/>
              <a:ext cx="371475" cy="198438"/>
            </a:xfrm>
            <a:custGeom>
              <a:avLst/>
              <a:gdLst>
                <a:gd name="T0" fmla="*/ 20 w 65"/>
                <a:gd name="T1" fmla="*/ 0 h 35"/>
                <a:gd name="T2" fmla="*/ 0 w 65"/>
                <a:gd name="T3" fmla="*/ 12 h 35"/>
                <a:gd name="T4" fmla="*/ 35 w 65"/>
                <a:gd name="T5" fmla="*/ 33 h 35"/>
                <a:gd name="T6" fmla="*/ 65 w 65"/>
                <a:gd name="T7" fmla="*/ 13 h 35"/>
                <a:gd name="T8" fmla="*/ 44 w 65"/>
                <a:gd name="T9" fmla="*/ 0 h 35"/>
                <a:gd name="T10" fmla="*/ 20 w 65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35">
                  <a:moveTo>
                    <a:pt x="20" y="0"/>
                  </a:moveTo>
                  <a:cubicBezTo>
                    <a:pt x="17" y="3"/>
                    <a:pt x="0" y="12"/>
                    <a:pt x="0" y="12"/>
                  </a:cubicBezTo>
                  <a:cubicBezTo>
                    <a:pt x="0" y="12"/>
                    <a:pt x="1" y="35"/>
                    <a:pt x="35" y="33"/>
                  </a:cubicBezTo>
                  <a:cubicBezTo>
                    <a:pt x="65" y="31"/>
                    <a:pt x="65" y="13"/>
                    <a:pt x="65" y="13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FCC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4" name="直接连接符 973"/>
            <p:cNvSpPr/>
            <p:nvPr/>
          </p:nvSpPr>
          <p:spPr bwMode="auto">
            <a:xfrm>
              <a:off x="6534150" y="307340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5" name="直接连接符 974"/>
            <p:cNvSpPr/>
            <p:nvPr/>
          </p:nvSpPr>
          <p:spPr bwMode="auto">
            <a:xfrm>
              <a:off x="6534150" y="307340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6" name="任意多边形 28"/>
            <p:cNvSpPr/>
            <p:nvPr/>
          </p:nvSpPr>
          <p:spPr bwMode="auto">
            <a:xfrm>
              <a:off x="5187950" y="2559050"/>
              <a:ext cx="612775" cy="684213"/>
            </a:xfrm>
            <a:custGeom>
              <a:avLst/>
              <a:gdLst>
                <a:gd name="T0" fmla="*/ 174 w 386"/>
                <a:gd name="T1" fmla="*/ 0 h 431"/>
                <a:gd name="T2" fmla="*/ 386 w 386"/>
                <a:gd name="T3" fmla="*/ 338 h 431"/>
                <a:gd name="T4" fmla="*/ 285 w 386"/>
                <a:gd name="T5" fmla="*/ 431 h 431"/>
                <a:gd name="T6" fmla="*/ 0 w 386"/>
                <a:gd name="T7" fmla="*/ 101 h 431"/>
                <a:gd name="T8" fmla="*/ 174 w 386"/>
                <a:gd name="T9" fmla="*/ 0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6" h="431">
                  <a:moveTo>
                    <a:pt x="174" y="0"/>
                  </a:moveTo>
                  <a:lnTo>
                    <a:pt x="386" y="338"/>
                  </a:lnTo>
                  <a:lnTo>
                    <a:pt x="285" y="431"/>
                  </a:lnTo>
                  <a:lnTo>
                    <a:pt x="0" y="101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54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980" name="组合 979"/>
          <p:cNvGrpSpPr/>
          <p:nvPr/>
        </p:nvGrpSpPr>
        <p:grpSpPr>
          <a:xfrm>
            <a:off x="9697063" y="1810248"/>
            <a:ext cx="2393489" cy="1395303"/>
            <a:chOff x="3627965" y="2388888"/>
            <a:chExt cx="2485036" cy="1000476"/>
          </a:xfrm>
        </p:grpSpPr>
        <p:sp>
          <p:nvSpPr>
            <p:cNvPr id="981" name="对话气泡: 圆角矩形 980"/>
            <p:cNvSpPr/>
            <p:nvPr/>
          </p:nvSpPr>
          <p:spPr>
            <a:xfrm>
              <a:off x="3627965" y="2388888"/>
              <a:ext cx="2485036" cy="1000476"/>
            </a:xfrm>
            <a:prstGeom prst="wedgeRoundRectCallou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2" name="文本框 981"/>
            <p:cNvSpPr txBox="1"/>
            <p:nvPr/>
          </p:nvSpPr>
          <p:spPr>
            <a:xfrm>
              <a:off x="3837153" y="2449676"/>
              <a:ext cx="2131308" cy="860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井盖破损让污水泄漏进入地下水系统了，这该如何治理呢？真头疼</a:t>
              </a: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5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397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46685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3007"/>
            <a:ext cx="7724341" cy="442222"/>
            <a:chOff x="3002280" y="2957798"/>
            <a:chExt cx="7724341" cy="442222"/>
          </a:xfrm>
        </p:grpSpPr>
        <p:grpSp>
          <p:nvGrpSpPr>
            <p:cNvPr id="3" name="组合 2"/>
            <p:cNvGrpSpPr/>
            <p:nvPr/>
          </p:nvGrpSpPr>
          <p:grpSpPr>
            <a:xfrm>
              <a:off x="3129930" y="2957798"/>
              <a:ext cx="5929487" cy="402754"/>
              <a:chOff x="1987231" y="3564544"/>
              <a:chExt cx="5929487" cy="402754"/>
            </a:xfrm>
          </p:grpSpPr>
          <p:sp>
            <p:nvSpPr>
              <p:cNvPr id="7" name="Rectangle 8"/>
              <p:cNvSpPr>
                <a:spLocks noChangeArrowheads="1"/>
              </p:cNvSpPr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987231" y="3564544"/>
                <a:ext cx="1411366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项目背景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5000196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解决方案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60" name="Google Shape;9437;p40"/>
          <p:cNvGrpSpPr/>
          <p:nvPr/>
        </p:nvGrpSpPr>
        <p:grpSpPr>
          <a:xfrm>
            <a:off x="6602252" y="1538669"/>
            <a:ext cx="5099831" cy="3089953"/>
            <a:chOff x="2345366" y="140710"/>
            <a:chExt cx="6483441" cy="4437974"/>
          </a:xfrm>
        </p:grpSpPr>
        <p:sp>
          <p:nvSpPr>
            <p:cNvPr id="161" name="Google Shape;9438;p40"/>
            <p:cNvSpPr/>
            <p:nvPr/>
          </p:nvSpPr>
          <p:spPr>
            <a:xfrm>
              <a:off x="2362377" y="163678"/>
              <a:ext cx="6449417" cy="4392004"/>
            </a:xfrm>
            <a:custGeom>
              <a:avLst/>
              <a:gdLst/>
              <a:ahLst/>
              <a:cxnLst/>
              <a:rect l="l" t="t" r="r" b="b"/>
              <a:pathLst>
                <a:path w="7889195" h="6142663" extrusionOk="0">
                  <a:moveTo>
                    <a:pt x="-761" y="5760719"/>
                  </a:moveTo>
                  <a:cubicBezTo>
                    <a:pt x="-761" y="5972461"/>
                    <a:pt x="170183" y="6142933"/>
                    <a:pt x="382397" y="6142933"/>
                  </a:cubicBezTo>
                  <a:lnTo>
                    <a:pt x="7505412" y="6142933"/>
                  </a:lnTo>
                  <a:cubicBezTo>
                    <a:pt x="7717828" y="6142933"/>
                    <a:pt x="7888435" y="5972461"/>
                    <a:pt x="7888435" y="5760719"/>
                  </a:cubicBezTo>
                  <a:lnTo>
                    <a:pt x="7888435" y="382415"/>
                  </a:lnTo>
                  <a:cubicBezTo>
                    <a:pt x="7888435" y="170673"/>
                    <a:pt x="7717828" y="269"/>
                    <a:pt x="7505412" y="269"/>
                  </a:cubicBezTo>
                  <a:lnTo>
                    <a:pt x="382397" y="269"/>
                  </a:lnTo>
                  <a:cubicBezTo>
                    <a:pt x="170251" y="269"/>
                    <a:pt x="-693" y="170471"/>
                    <a:pt x="-693" y="382145"/>
                  </a:cubicBezTo>
                  <a:lnTo>
                    <a:pt x="-693" y="5760449"/>
                  </a:lnTo>
                  <a:close/>
                </a:path>
              </a:pathLst>
            </a:custGeom>
            <a:solidFill>
              <a:srgbClr val="262626"/>
            </a:solidFill>
            <a:ln w="3810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77800" dist="1143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62" name="Google Shape;9439;p40"/>
            <p:cNvGrpSpPr/>
            <p:nvPr/>
          </p:nvGrpSpPr>
          <p:grpSpPr>
            <a:xfrm>
              <a:off x="2345366" y="140710"/>
              <a:ext cx="6483441" cy="4437974"/>
              <a:chOff x="390725" y="192900"/>
              <a:chExt cx="9367780" cy="6412330"/>
            </a:xfrm>
          </p:grpSpPr>
          <p:sp>
            <p:nvSpPr>
              <p:cNvPr id="165" name="Google Shape;9440;p40"/>
              <p:cNvSpPr/>
              <p:nvPr/>
            </p:nvSpPr>
            <p:spPr>
              <a:xfrm>
                <a:off x="433022" y="255001"/>
                <a:ext cx="9309250" cy="6342300"/>
              </a:xfrm>
              <a:custGeom>
                <a:avLst/>
                <a:gdLst/>
                <a:ahLst/>
                <a:cxnLst/>
                <a:rect l="l" t="t" r="r" b="b"/>
                <a:pathLst>
                  <a:path w="7889195" h="6142663" extrusionOk="0">
                    <a:moveTo>
                      <a:pt x="-761" y="5760719"/>
                    </a:moveTo>
                    <a:cubicBezTo>
                      <a:pt x="-761" y="5972461"/>
                      <a:pt x="170183" y="6142933"/>
                      <a:pt x="382397" y="6142933"/>
                    </a:cubicBezTo>
                    <a:lnTo>
                      <a:pt x="7505412" y="6142933"/>
                    </a:lnTo>
                    <a:cubicBezTo>
                      <a:pt x="7717828" y="6142933"/>
                      <a:pt x="7888435" y="5972461"/>
                      <a:pt x="7888435" y="5760719"/>
                    </a:cubicBezTo>
                    <a:lnTo>
                      <a:pt x="7888435" y="382415"/>
                    </a:lnTo>
                    <a:cubicBezTo>
                      <a:pt x="7888435" y="170673"/>
                      <a:pt x="7717828" y="269"/>
                      <a:pt x="7505412" y="269"/>
                    </a:cubicBezTo>
                    <a:lnTo>
                      <a:pt x="382397" y="269"/>
                    </a:lnTo>
                    <a:cubicBezTo>
                      <a:pt x="170251" y="269"/>
                      <a:pt x="-693" y="170471"/>
                      <a:pt x="-693" y="382145"/>
                    </a:cubicBezTo>
                    <a:lnTo>
                      <a:pt x="-693" y="5760449"/>
                    </a:lnTo>
                    <a:close/>
                  </a:path>
                </a:pathLst>
              </a:custGeom>
              <a:gradFill>
                <a:gsLst>
                  <a:gs pos="0">
                    <a:srgbClr val="4E4F51"/>
                  </a:gs>
                  <a:gs pos="15000">
                    <a:srgbClr val="4E4F51"/>
                  </a:gs>
                  <a:gs pos="97000">
                    <a:srgbClr val="000000"/>
                  </a:gs>
                  <a:gs pos="100000">
                    <a:srgbClr val="00000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66" name="Google Shape;9441;p40"/>
              <p:cNvGrpSpPr/>
              <p:nvPr/>
            </p:nvGrpSpPr>
            <p:grpSpPr>
              <a:xfrm>
                <a:off x="9036093" y="3183174"/>
                <a:ext cx="492960" cy="492960"/>
                <a:chOff x="9132580" y="3159701"/>
                <a:chExt cx="371233" cy="371233"/>
              </a:xfrm>
            </p:grpSpPr>
            <p:sp>
              <p:nvSpPr>
                <p:cNvPr id="185" name="Google Shape;9442;p40"/>
                <p:cNvSpPr/>
                <p:nvPr/>
              </p:nvSpPr>
              <p:spPr>
                <a:xfrm>
                  <a:off x="9132580" y="3159701"/>
                  <a:ext cx="371233" cy="37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679" h="358679" extrusionOk="0">
                      <a:moveTo>
                        <a:pt x="178613" y="269"/>
                      </a:moveTo>
                      <a:cubicBezTo>
                        <a:pt x="277673" y="269"/>
                        <a:pt x="357919" y="80562"/>
                        <a:pt x="357919" y="179608"/>
                      </a:cubicBezTo>
                      <a:cubicBezTo>
                        <a:pt x="357919" y="278655"/>
                        <a:pt x="277673" y="358948"/>
                        <a:pt x="178613" y="358948"/>
                      </a:cubicBezTo>
                      <a:cubicBezTo>
                        <a:pt x="79553" y="358948"/>
                        <a:pt x="-761" y="278655"/>
                        <a:pt x="-761" y="179608"/>
                      </a:cubicBezTo>
                      <a:cubicBezTo>
                        <a:pt x="-761" y="80562"/>
                        <a:pt x="79553" y="269"/>
                        <a:pt x="178613" y="269"/>
                      </a:cubicBezTo>
                      <a:close/>
                    </a:path>
                  </a:pathLst>
                </a:custGeom>
                <a:solidFill>
                  <a:srgbClr val="15151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6" name="Google Shape;9443;p40"/>
                <p:cNvSpPr/>
                <p:nvPr/>
              </p:nvSpPr>
              <p:spPr>
                <a:xfrm>
                  <a:off x="9138858" y="3166118"/>
                  <a:ext cx="267486" cy="358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441" h="346069" extrusionOk="0">
                      <a:moveTo>
                        <a:pt x="172543" y="269"/>
                      </a:moveTo>
                      <a:cubicBezTo>
                        <a:pt x="76788" y="269"/>
                        <a:pt x="-761" y="77750"/>
                        <a:pt x="-761" y="173303"/>
                      </a:cubicBezTo>
                      <a:cubicBezTo>
                        <a:pt x="-761" y="268857"/>
                        <a:pt x="76788" y="346338"/>
                        <a:pt x="172543" y="346338"/>
                      </a:cubicBezTo>
                      <a:cubicBezTo>
                        <a:pt x="188728" y="346338"/>
                        <a:pt x="204912" y="343978"/>
                        <a:pt x="219747" y="339662"/>
                      </a:cubicBezTo>
                      <a:cubicBezTo>
                        <a:pt x="270997" y="207155"/>
                        <a:pt x="269648" y="108769"/>
                        <a:pt x="219747" y="6810"/>
                      </a:cubicBezTo>
                      <a:cubicBezTo>
                        <a:pt x="204238" y="2561"/>
                        <a:pt x="188728" y="269"/>
                        <a:pt x="172543" y="269"/>
                      </a:cubicBezTo>
                      <a:close/>
                    </a:path>
                  </a:pathLst>
                </a:custGeom>
                <a:solidFill>
                  <a:srgbClr val="07070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7" name="Google Shape;9444;p40"/>
                <p:cNvSpPr/>
                <p:nvPr/>
              </p:nvSpPr>
              <p:spPr>
                <a:xfrm>
                  <a:off x="9249765" y="3279048"/>
                  <a:ext cx="129816" cy="13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26" h="125898" extrusionOk="0">
                      <a:moveTo>
                        <a:pt x="-761" y="98857"/>
                      </a:moveTo>
                      <a:cubicBezTo>
                        <a:pt x="-761" y="113962"/>
                        <a:pt x="11377" y="126167"/>
                        <a:pt x="26213" y="126167"/>
                      </a:cubicBezTo>
                      <a:lnTo>
                        <a:pt x="97692" y="126167"/>
                      </a:lnTo>
                      <a:cubicBezTo>
                        <a:pt x="112527" y="126167"/>
                        <a:pt x="124666" y="113962"/>
                        <a:pt x="124666" y="98857"/>
                      </a:cubicBezTo>
                      <a:lnTo>
                        <a:pt x="124666" y="27579"/>
                      </a:lnTo>
                      <a:cubicBezTo>
                        <a:pt x="124666" y="12474"/>
                        <a:pt x="112527" y="269"/>
                        <a:pt x="97692" y="269"/>
                      </a:cubicBezTo>
                      <a:lnTo>
                        <a:pt x="26213" y="269"/>
                      </a:lnTo>
                      <a:cubicBezTo>
                        <a:pt x="11377" y="269"/>
                        <a:pt x="-761" y="12474"/>
                        <a:pt x="-761" y="27579"/>
                      </a:cubicBezTo>
                      <a:lnTo>
                        <a:pt x="-761" y="98857"/>
                      </a:lnTo>
                      <a:close/>
                      <a:moveTo>
                        <a:pt x="9354" y="96429"/>
                      </a:moveTo>
                      <a:lnTo>
                        <a:pt x="9354" y="30007"/>
                      </a:lnTo>
                      <a:cubicBezTo>
                        <a:pt x="9354" y="19352"/>
                        <a:pt x="18120" y="10721"/>
                        <a:pt x="28910" y="10721"/>
                      </a:cubicBezTo>
                      <a:lnTo>
                        <a:pt x="94995" y="10721"/>
                      </a:lnTo>
                      <a:cubicBezTo>
                        <a:pt x="105784" y="10721"/>
                        <a:pt x="114551" y="19352"/>
                        <a:pt x="114551" y="30007"/>
                      </a:cubicBezTo>
                      <a:lnTo>
                        <a:pt x="114551" y="96429"/>
                      </a:lnTo>
                      <a:cubicBezTo>
                        <a:pt x="114551" y="107083"/>
                        <a:pt x="105784" y="115580"/>
                        <a:pt x="94995" y="115580"/>
                      </a:cubicBezTo>
                      <a:lnTo>
                        <a:pt x="28910" y="115580"/>
                      </a:lnTo>
                      <a:cubicBezTo>
                        <a:pt x="18120" y="115580"/>
                        <a:pt x="9354" y="107083"/>
                        <a:pt x="9354" y="96429"/>
                      </a:cubicBezTo>
                      <a:close/>
                    </a:path>
                  </a:pathLst>
                </a:custGeom>
                <a:solidFill>
                  <a:srgbClr val="CCCED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67" name="Google Shape;9445;p40"/>
              <p:cNvGrpSpPr/>
              <p:nvPr/>
            </p:nvGrpSpPr>
            <p:grpSpPr>
              <a:xfrm>
                <a:off x="390725" y="192900"/>
                <a:ext cx="9367780" cy="6412330"/>
                <a:chOff x="1194635" y="234866"/>
                <a:chExt cx="9244824" cy="6489556"/>
              </a:xfrm>
            </p:grpSpPr>
            <p:sp>
              <p:nvSpPr>
                <p:cNvPr id="168" name="Google Shape;9446;p40"/>
                <p:cNvSpPr/>
                <p:nvPr/>
              </p:nvSpPr>
              <p:spPr>
                <a:xfrm>
                  <a:off x="1217565" y="240980"/>
                  <a:ext cx="9221894" cy="648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1894" h="6483314" extrusionOk="0">
                      <a:moveTo>
                        <a:pt x="0" y="6063936"/>
                      </a:moveTo>
                      <a:cubicBezTo>
                        <a:pt x="0" y="6296301"/>
                        <a:pt x="187014" y="6483315"/>
                        <a:pt x="419380" y="6483315"/>
                      </a:cubicBezTo>
                      <a:lnTo>
                        <a:pt x="8802005" y="6483315"/>
                      </a:lnTo>
                      <a:cubicBezTo>
                        <a:pt x="9034371" y="6483315"/>
                        <a:pt x="9221895" y="6296301"/>
                        <a:pt x="9221895" y="6063936"/>
                      </a:cubicBezTo>
                      <a:lnTo>
                        <a:pt x="9221895" y="419634"/>
                      </a:lnTo>
                      <a:cubicBezTo>
                        <a:pt x="9221895" y="187269"/>
                        <a:pt x="9034371" y="0"/>
                        <a:pt x="8802005" y="0"/>
                      </a:cubicBezTo>
                      <a:lnTo>
                        <a:pt x="419380" y="0"/>
                      </a:lnTo>
                      <a:cubicBezTo>
                        <a:pt x="187014" y="0"/>
                        <a:pt x="0" y="187141"/>
                        <a:pt x="0" y="419634"/>
                      </a:cubicBezTo>
                      <a:lnTo>
                        <a:pt x="0" y="6063936"/>
                      </a:lnTo>
                      <a:lnTo>
                        <a:pt x="0" y="6063936"/>
                      </a:lnTo>
                      <a:lnTo>
                        <a:pt x="0" y="6063936"/>
                      </a:lnTo>
                      <a:close/>
                      <a:moveTo>
                        <a:pt x="16052" y="6040495"/>
                      </a:moveTo>
                      <a:lnTo>
                        <a:pt x="16052" y="432119"/>
                      </a:lnTo>
                      <a:cubicBezTo>
                        <a:pt x="16052" y="200772"/>
                        <a:pt x="202301" y="14523"/>
                        <a:pt x="433648" y="14523"/>
                      </a:cubicBezTo>
                      <a:lnTo>
                        <a:pt x="8782642" y="14523"/>
                      </a:lnTo>
                      <a:cubicBezTo>
                        <a:pt x="9014244" y="14650"/>
                        <a:pt x="9200365" y="200772"/>
                        <a:pt x="9200365" y="432119"/>
                      </a:cubicBezTo>
                      <a:lnTo>
                        <a:pt x="9200365" y="6051196"/>
                      </a:lnTo>
                      <a:cubicBezTo>
                        <a:pt x="9200365" y="6282543"/>
                        <a:pt x="9014244" y="6468792"/>
                        <a:pt x="8782642" y="6468792"/>
                      </a:cubicBezTo>
                      <a:lnTo>
                        <a:pt x="433648" y="6457964"/>
                      </a:lnTo>
                      <a:cubicBezTo>
                        <a:pt x="202556" y="6457964"/>
                        <a:pt x="16306" y="6271714"/>
                        <a:pt x="16306" y="6040368"/>
                      </a:cubicBezTo>
                      <a:lnTo>
                        <a:pt x="16052" y="6040368"/>
                      </a:lnTo>
                      <a:close/>
                    </a:path>
                  </a:pathLst>
                </a:custGeom>
                <a:solidFill>
                  <a:srgbClr val="DCDDE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69" name="Google Shape;9447;p40"/>
                <p:cNvSpPr/>
                <p:nvPr/>
              </p:nvSpPr>
              <p:spPr>
                <a:xfrm>
                  <a:off x="2119512" y="237923"/>
                  <a:ext cx="97838" cy="1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38" h="15287" extrusionOk="0">
                      <a:moveTo>
                        <a:pt x="0" y="0"/>
                      </a:moveTo>
                      <a:lnTo>
                        <a:pt x="0" y="15287"/>
                      </a:lnTo>
                      <a:lnTo>
                        <a:pt x="97838" y="15287"/>
                      </a:lnTo>
                      <a:lnTo>
                        <a:pt x="97838" y="8790"/>
                      </a:lnTo>
                      <a:cubicBezTo>
                        <a:pt x="97838" y="4204"/>
                        <a:pt x="92615" y="0"/>
                        <a:pt x="84207" y="0"/>
                      </a:cubicBez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0" name="Google Shape;9448;p40"/>
                <p:cNvSpPr/>
                <p:nvPr/>
              </p:nvSpPr>
              <p:spPr>
                <a:xfrm>
                  <a:off x="2510865" y="234866"/>
                  <a:ext cx="203320" cy="18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320" h="18344" extrusionOk="0">
                      <a:moveTo>
                        <a:pt x="0" y="7261"/>
                      </a:moveTo>
                      <a:lnTo>
                        <a:pt x="0" y="18345"/>
                      </a:lnTo>
                      <a:lnTo>
                        <a:pt x="203320" y="18345"/>
                      </a:lnTo>
                      <a:lnTo>
                        <a:pt x="203320" y="10701"/>
                      </a:lnTo>
                      <a:cubicBezTo>
                        <a:pt x="187906" y="9045"/>
                        <a:pt x="124591" y="0"/>
                        <a:pt x="107648" y="0"/>
                      </a:cubicBezTo>
                      <a:lnTo>
                        <a:pt x="3567" y="0"/>
                      </a:lnTo>
                      <a:cubicBezTo>
                        <a:pt x="1401" y="0"/>
                        <a:pt x="0" y="3312"/>
                        <a:pt x="0" y="7261"/>
                      </a:cubicBezTo>
                      <a:lnTo>
                        <a:pt x="0" y="7261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1" name="Google Shape;9449;p40"/>
                <p:cNvSpPr/>
                <p:nvPr/>
              </p:nvSpPr>
              <p:spPr>
                <a:xfrm>
                  <a:off x="2831897" y="234866"/>
                  <a:ext cx="201791" cy="18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91" h="18344" extrusionOk="0">
                      <a:moveTo>
                        <a:pt x="201791" y="7261"/>
                      </a:moveTo>
                      <a:lnTo>
                        <a:pt x="201791" y="18345"/>
                      </a:lnTo>
                      <a:lnTo>
                        <a:pt x="0" y="18345"/>
                      </a:lnTo>
                      <a:lnTo>
                        <a:pt x="0" y="10701"/>
                      </a:lnTo>
                      <a:cubicBezTo>
                        <a:pt x="15415" y="9045"/>
                        <a:pt x="78220" y="0"/>
                        <a:pt x="94908" y="0"/>
                      </a:cubicBezTo>
                      <a:lnTo>
                        <a:pt x="198224" y="0"/>
                      </a:lnTo>
                      <a:cubicBezTo>
                        <a:pt x="200390" y="0"/>
                        <a:pt x="201791" y="3312"/>
                        <a:pt x="201791" y="7261"/>
                      </a:cubicBezTo>
                      <a:lnTo>
                        <a:pt x="201791" y="7261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2" name="Google Shape;9450;p40"/>
                <p:cNvSpPr/>
                <p:nvPr/>
              </p:nvSpPr>
              <p:spPr>
                <a:xfrm>
                  <a:off x="2510865" y="245567"/>
                  <a:ext cx="203320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320" h="7643" extrusionOk="0">
                      <a:moveTo>
                        <a:pt x="0" y="0"/>
                      </a:moveTo>
                      <a:lnTo>
                        <a:pt x="203320" y="0"/>
                      </a:lnTo>
                      <a:lnTo>
                        <a:pt x="203320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93A3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3" name="Google Shape;9451;p40"/>
                <p:cNvSpPr/>
                <p:nvPr/>
              </p:nvSpPr>
              <p:spPr>
                <a:xfrm>
                  <a:off x="2831897" y="245567"/>
                  <a:ext cx="201791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91" h="7643" extrusionOk="0">
                      <a:moveTo>
                        <a:pt x="0" y="0"/>
                      </a:moveTo>
                      <a:lnTo>
                        <a:pt x="201791" y="0"/>
                      </a:lnTo>
                      <a:lnTo>
                        <a:pt x="201791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444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4" name="Google Shape;9452;p40"/>
                <p:cNvSpPr/>
                <p:nvPr/>
              </p:nvSpPr>
              <p:spPr>
                <a:xfrm>
                  <a:off x="2119512" y="245567"/>
                  <a:ext cx="97838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38" h="7643" extrusionOk="0">
                      <a:moveTo>
                        <a:pt x="0" y="0"/>
                      </a:moveTo>
                      <a:lnTo>
                        <a:pt x="97838" y="0"/>
                      </a:lnTo>
                      <a:lnTo>
                        <a:pt x="97838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353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5" name="Google Shape;9453;p40"/>
                <p:cNvSpPr/>
                <p:nvPr/>
              </p:nvSpPr>
              <p:spPr>
                <a:xfrm>
                  <a:off x="1217565" y="251681"/>
                  <a:ext cx="9221894" cy="6472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1894" h="6472613" extrusionOk="0">
                      <a:moveTo>
                        <a:pt x="0" y="6053234"/>
                      </a:moveTo>
                      <a:cubicBezTo>
                        <a:pt x="0" y="6285600"/>
                        <a:pt x="187014" y="6472614"/>
                        <a:pt x="419380" y="6472614"/>
                      </a:cubicBezTo>
                      <a:lnTo>
                        <a:pt x="8802005" y="6472614"/>
                      </a:lnTo>
                      <a:cubicBezTo>
                        <a:pt x="9034371" y="6472614"/>
                        <a:pt x="9221895" y="6285600"/>
                        <a:pt x="9221895" y="6053234"/>
                      </a:cubicBezTo>
                      <a:lnTo>
                        <a:pt x="9221895" y="419634"/>
                      </a:lnTo>
                      <a:cubicBezTo>
                        <a:pt x="9221895" y="187269"/>
                        <a:pt x="9034371" y="0"/>
                        <a:pt x="8802005" y="0"/>
                      </a:cubicBezTo>
                      <a:lnTo>
                        <a:pt x="419380" y="0"/>
                      </a:lnTo>
                      <a:cubicBezTo>
                        <a:pt x="187014" y="0"/>
                        <a:pt x="0" y="187269"/>
                        <a:pt x="0" y="419634"/>
                      </a:cubicBezTo>
                      <a:lnTo>
                        <a:pt x="0" y="6053234"/>
                      </a:lnTo>
                      <a:lnTo>
                        <a:pt x="0" y="6053234"/>
                      </a:lnTo>
                      <a:lnTo>
                        <a:pt x="0" y="6053234"/>
                      </a:lnTo>
                      <a:close/>
                      <a:moveTo>
                        <a:pt x="16052" y="6040622"/>
                      </a:moveTo>
                      <a:lnTo>
                        <a:pt x="16052" y="432246"/>
                      </a:lnTo>
                      <a:cubicBezTo>
                        <a:pt x="16052" y="200900"/>
                        <a:pt x="202301" y="14650"/>
                        <a:pt x="433648" y="14650"/>
                      </a:cubicBezTo>
                      <a:lnTo>
                        <a:pt x="8782642" y="14650"/>
                      </a:lnTo>
                      <a:cubicBezTo>
                        <a:pt x="9014244" y="14650"/>
                        <a:pt x="9200365" y="200900"/>
                        <a:pt x="9200365" y="432246"/>
                      </a:cubicBezTo>
                      <a:lnTo>
                        <a:pt x="9200365" y="6040622"/>
                      </a:lnTo>
                      <a:cubicBezTo>
                        <a:pt x="9200365" y="6271969"/>
                        <a:pt x="9014244" y="6458218"/>
                        <a:pt x="8782642" y="6458218"/>
                      </a:cubicBezTo>
                      <a:lnTo>
                        <a:pt x="433648" y="6458218"/>
                      </a:lnTo>
                      <a:cubicBezTo>
                        <a:pt x="202556" y="6458218"/>
                        <a:pt x="16306" y="6271969"/>
                        <a:pt x="16306" y="6040622"/>
                      </a:cubicBezTo>
                      <a:lnTo>
                        <a:pt x="16052" y="6040622"/>
                      </a:lnTo>
                      <a:close/>
                    </a:path>
                  </a:pathLst>
                </a:custGeom>
                <a:solidFill>
                  <a:srgbClr val="989A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6" name="Google Shape;9454;p40"/>
                <p:cNvSpPr/>
                <p:nvPr/>
              </p:nvSpPr>
              <p:spPr>
                <a:xfrm>
                  <a:off x="1232853" y="266969"/>
                  <a:ext cx="9184950" cy="6442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4950" h="6442039" extrusionOk="0">
                      <a:moveTo>
                        <a:pt x="0" y="6024571"/>
                      </a:moveTo>
                      <a:cubicBezTo>
                        <a:pt x="0" y="6255917"/>
                        <a:pt x="186249" y="6442040"/>
                        <a:pt x="417596" y="6442040"/>
                      </a:cubicBezTo>
                      <a:lnTo>
                        <a:pt x="8767227" y="6442040"/>
                      </a:lnTo>
                      <a:cubicBezTo>
                        <a:pt x="8998829" y="6442040"/>
                        <a:pt x="9184951" y="6255917"/>
                        <a:pt x="9184951" y="6024571"/>
                      </a:cubicBezTo>
                      <a:lnTo>
                        <a:pt x="9184951" y="417469"/>
                      </a:lnTo>
                      <a:cubicBezTo>
                        <a:pt x="9184951" y="186122"/>
                        <a:pt x="8998829" y="0"/>
                        <a:pt x="8767227" y="0"/>
                      </a:cubicBezTo>
                      <a:lnTo>
                        <a:pt x="417596" y="0"/>
                      </a:lnTo>
                      <a:cubicBezTo>
                        <a:pt x="186504" y="0"/>
                        <a:pt x="255" y="186122"/>
                        <a:pt x="255" y="417469"/>
                      </a:cubicBezTo>
                      <a:lnTo>
                        <a:pt x="255" y="6024571"/>
                      </a:lnTo>
                      <a:lnTo>
                        <a:pt x="0" y="6024571"/>
                      </a:lnTo>
                      <a:lnTo>
                        <a:pt x="0" y="6024571"/>
                      </a:lnTo>
                      <a:close/>
                      <a:moveTo>
                        <a:pt x="28791" y="6016672"/>
                      </a:moveTo>
                      <a:lnTo>
                        <a:pt x="28791" y="425495"/>
                      </a:lnTo>
                      <a:cubicBezTo>
                        <a:pt x="28791" y="205358"/>
                        <a:pt x="205995" y="28154"/>
                        <a:pt x="426132" y="28154"/>
                      </a:cubicBezTo>
                      <a:lnTo>
                        <a:pt x="8743659" y="28154"/>
                      </a:lnTo>
                      <a:cubicBezTo>
                        <a:pt x="8964051" y="28154"/>
                        <a:pt x="9141127" y="205358"/>
                        <a:pt x="9141127" y="425495"/>
                      </a:cubicBezTo>
                      <a:lnTo>
                        <a:pt x="9141127" y="6016672"/>
                      </a:lnTo>
                      <a:cubicBezTo>
                        <a:pt x="9141127" y="6236808"/>
                        <a:pt x="8964051" y="6414013"/>
                        <a:pt x="8743659" y="6414013"/>
                      </a:cubicBezTo>
                      <a:lnTo>
                        <a:pt x="426132" y="6414013"/>
                      </a:lnTo>
                      <a:cubicBezTo>
                        <a:pt x="205741" y="6414013"/>
                        <a:pt x="28409" y="6236808"/>
                        <a:pt x="28409" y="6016672"/>
                      </a:cubicBezTo>
                      <a:lnTo>
                        <a:pt x="28791" y="6016672"/>
                      </a:lnTo>
                      <a:close/>
                    </a:path>
                  </a:pathLst>
                </a:custGeom>
                <a:solidFill>
                  <a:srgbClr val="EAEAE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7" name="Google Shape;9455;p40"/>
                <p:cNvSpPr/>
                <p:nvPr/>
              </p:nvSpPr>
              <p:spPr>
                <a:xfrm>
                  <a:off x="1261898" y="294486"/>
                  <a:ext cx="8971056" cy="638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1056" h="6387005" extrusionOk="0">
                      <a:moveTo>
                        <a:pt x="255" y="5989665"/>
                      </a:moveTo>
                      <a:cubicBezTo>
                        <a:pt x="255" y="6209801"/>
                        <a:pt x="177459" y="6387006"/>
                        <a:pt x="397595" y="6387006"/>
                      </a:cubicBezTo>
                      <a:lnTo>
                        <a:pt x="8714232" y="6387006"/>
                      </a:lnTo>
                      <a:cubicBezTo>
                        <a:pt x="8811433" y="6387006"/>
                        <a:pt x="8900990" y="6351972"/>
                        <a:pt x="8970292" y="6293881"/>
                      </a:cubicBezTo>
                      <a:cubicBezTo>
                        <a:pt x="8902392" y="6348023"/>
                        <a:pt x="8815637" y="6380381"/>
                        <a:pt x="8721875" y="6380381"/>
                      </a:cubicBezTo>
                      <a:lnTo>
                        <a:pt x="401035" y="6380254"/>
                      </a:lnTo>
                      <a:cubicBezTo>
                        <a:pt x="180899" y="6380254"/>
                        <a:pt x="3567" y="6203431"/>
                        <a:pt x="3567" y="5983677"/>
                      </a:cubicBezTo>
                      <a:lnTo>
                        <a:pt x="3567" y="403073"/>
                      </a:lnTo>
                      <a:cubicBezTo>
                        <a:pt x="3567" y="183319"/>
                        <a:pt x="180899" y="6497"/>
                        <a:pt x="401162" y="6497"/>
                      </a:cubicBezTo>
                      <a:lnTo>
                        <a:pt x="8722002" y="6497"/>
                      </a:lnTo>
                      <a:cubicBezTo>
                        <a:pt x="8816401" y="6497"/>
                        <a:pt x="8902519" y="38982"/>
                        <a:pt x="8971057" y="93507"/>
                      </a:cubicBezTo>
                      <a:cubicBezTo>
                        <a:pt x="8901755" y="35161"/>
                        <a:pt x="8812197" y="0"/>
                        <a:pt x="8714232" y="0"/>
                      </a:cubicBezTo>
                      <a:lnTo>
                        <a:pt x="397595" y="0"/>
                      </a:lnTo>
                      <a:cubicBezTo>
                        <a:pt x="177205" y="0"/>
                        <a:pt x="0" y="177205"/>
                        <a:pt x="0" y="397341"/>
                      </a:cubicBezTo>
                      <a:lnTo>
                        <a:pt x="0" y="5989665"/>
                      </a:lnTo>
                      <a:lnTo>
                        <a:pt x="255" y="5989665"/>
                      </a:lnTo>
                      <a:lnTo>
                        <a:pt x="255" y="5989665"/>
                      </a:lnTo>
                      <a:close/>
                    </a:path>
                  </a:pathLst>
                </a:custGeom>
                <a:solidFill>
                  <a:srgbClr val="000000">
                    <a:alpha val="2392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8" name="Google Shape;9456;p40"/>
                <p:cNvSpPr/>
                <p:nvPr/>
              </p:nvSpPr>
              <p:spPr>
                <a:xfrm>
                  <a:off x="1266484" y="294484"/>
                  <a:ext cx="9114629" cy="6380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4629" h="6380892" extrusionOk="0">
                      <a:moveTo>
                        <a:pt x="0" y="5984316"/>
                      </a:moveTo>
                      <a:cubicBezTo>
                        <a:pt x="0" y="6204070"/>
                        <a:pt x="177332" y="6380892"/>
                        <a:pt x="397468" y="6380892"/>
                      </a:cubicBezTo>
                      <a:lnTo>
                        <a:pt x="8717289" y="6380892"/>
                      </a:lnTo>
                      <a:cubicBezTo>
                        <a:pt x="8937679" y="6380892"/>
                        <a:pt x="9114629" y="6204070"/>
                        <a:pt x="9114629" y="5984316"/>
                      </a:cubicBezTo>
                      <a:lnTo>
                        <a:pt x="9114629" y="396578"/>
                      </a:lnTo>
                      <a:cubicBezTo>
                        <a:pt x="9114629" y="176824"/>
                        <a:pt x="8937679" y="2"/>
                        <a:pt x="8717289" y="2"/>
                      </a:cubicBezTo>
                      <a:lnTo>
                        <a:pt x="397468" y="2"/>
                      </a:lnTo>
                      <a:cubicBezTo>
                        <a:pt x="177459" y="-635"/>
                        <a:pt x="127" y="163575"/>
                        <a:pt x="127" y="383202"/>
                      </a:cubicBezTo>
                      <a:lnTo>
                        <a:pt x="127" y="5983679"/>
                      </a:lnTo>
                      <a:lnTo>
                        <a:pt x="0" y="5984316"/>
                      </a:lnTo>
                      <a:lnTo>
                        <a:pt x="0" y="5984316"/>
                      </a:lnTo>
                      <a:close/>
                      <a:moveTo>
                        <a:pt x="8663" y="5979475"/>
                      </a:moveTo>
                      <a:lnTo>
                        <a:pt x="8663" y="389826"/>
                      </a:lnTo>
                      <a:cubicBezTo>
                        <a:pt x="8663" y="170582"/>
                        <a:pt x="185740" y="6626"/>
                        <a:pt x="405494" y="6626"/>
                      </a:cubicBezTo>
                      <a:lnTo>
                        <a:pt x="8712066" y="6626"/>
                      </a:lnTo>
                      <a:cubicBezTo>
                        <a:pt x="8931692" y="6626"/>
                        <a:pt x="9108770" y="183066"/>
                        <a:pt x="9108770" y="402311"/>
                      </a:cubicBezTo>
                      <a:lnTo>
                        <a:pt x="9108770" y="5979348"/>
                      </a:lnTo>
                      <a:cubicBezTo>
                        <a:pt x="9108770" y="6198592"/>
                        <a:pt x="8931820" y="6375032"/>
                        <a:pt x="8712066" y="6375032"/>
                      </a:cubicBezTo>
                      <a:lnTo>
                        <a:pt x="405494" y="6375032"/>
                      </a:lnTo>
                      <a:cubicBezTo>
                        <a:pt x="185995" y="6375032"/>
                        <a:pt x="8918" y="6198465"/>
                        <a:pt x="8918" y="5979348"/>
                      </a:cubicBezTo>
                      <a:lnTo>
                        <a:pt x="8663" y="5979475"/>
                      </a:lnTo>
                      <a:close/>
                    </a:path>
                  </a:pathLst>
                </a:custGeom>
                <a:solidFill>
                  <a:srgbClr val="A6A7A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79" name="Google Shape;9457;p40"/>
                <p:cNvSpPr/>
                <p:nvPr/>
              </p:nvSpPr>
              <p:spPr>
                <a:xfrm>
                  <a:off x="1217565" y="6135737"/>
                  <a:ext cx="434157" cy="588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157" h="588685" extrusionOk="0">
                      <a:moveTo>
                        <a:pt x="127" y="169561"/>
                      </a:moveTo>
                      <a:cubicBezTo>
                        <a:pt x="127" y="401799"/>
                        <a:pt x="187269" y="588686"/>
                        <a:pt x="419889" y="588686"/>
                      </a:cubicBezTo>
                      <a:lnTo>
                        <a:pt x="434157" y="574163"/>
                      </a:lnTo>
                      <a:cubicBezTo>
                        <a:pt x="202556" y="574163"/>
                        <a:pt x="16052" y="388041"/>
                        <a:pt x="16052" y="156949"/>
                      </a:cubicBezTo>
                      <a:lnTo>
                        <a:pt x="16052" y="0"/>
                      </a:lnTo>
                      <a:lnTo>
                        <a:pt x="0" y="0"/>
                      </a:lnTo>
                      <a:lnTo>
                        <a:pt x="127" y="169561"/>
                      </a:lnTo>
                      <a:lnTo>
                        <a:pt x="127" y="169561"/>
                      </a:lnTo>
                      <a:lnTo>
                        <a:pt x="127" y="169561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0" name="Google Shape;9458;p40"/>
                <p:cNvSpPr/>
                <p:nvPr/>
              </p:nvSpPr>
              <p:spPr>
                <a:xfrm>
                  <a:off x="1217565" y="251681"/>
                  <a:ext cx="843855" cy="336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855" h="3364719" extrusionOk="0">
                      <a:moveTo>
                        <a:pt x="16052" y="432374"/>
                      </a:moveTo>
                      <a:cubicBezTo>
                        <a:pt x="16052" y="201027"/>
                        <a:pt x="202301" y="14778"/>
                        <a:pt x="433648" y="14778"/>
                      </a:cubicBezTo>
                      <a:lnTo>
                        <a:pt x="843855" y="14778"/>
                      </a:lnTo>
                      <a:lnTo>
                        <a:pt x="843855" y="0"/>
                      </a:lnTo>
                      <a:lnTo>
                        <a:pt x="419380" y="0"/>
                      </a:lnTo>
                      <a:cubicBezTo>
                        <a:pt x="187014" y="0"/>
                        <a:pt x="0" y="187269"/>
                        <a:pt x="0" y="419762"/>
                      </a:cubicBezTo>
                      <a:lnTo>
                        <a:pt x="0" y="3364720"/>
                      </a:lnTo>
                      <a:lnTo>
                        <a:pt x="16052" y="3364720"/>
                      </a:lnTo>
                      <a:lnTo>
                        <a:pt x="16052" y="432374"/>
                      </a:lnTo>
                      <a:lnTo>
                        <a:pt x="16052" y="432374"/>
                      </a:lnTo>
                      <a:lnTo>
                        <a:pt x="16052" y="432374"/>
                      </a:lnTo>
                      <a:close/>
                    </a:path>
                  </a:pathLst>
                </a:custGeom>
                <a:solidFill>
                  <a:srgbClr val="5D5E6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1" name="Google Shape;9459;p40"/>
                <p:cNvSpPr/>
                <p:nvPr/>
              </p:nvSpPr>
              <p:spPr>
                <a:xfrm>
                  <a:off x="9999061" y="251681"/>
                  <a:ext cx="438743" cy="43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743" h="432628" extrusionOk="0">
                      <a:moveTo>
                        <a:pt x="0" y="14650"/>
                      </a:moveTo>
                      <a:cubicBezTo>
                        <a:pt x="231601" y="14650"/>
                        <a:pt x="417723" y="201027"/>
                        <a:pt x="417723" y="432629"/>
                      </a:cubicBezTo>
                      <a:lnTo>
                        <a:pt x="438744" y="419889"/>
                      </a:lnTo>
                      <a:cubicBezTo>
                        <a:pt x="438744" y="187269"/>
                        <a:pt x="251857" y="0"/>
                        <a:pt x="19618" y="0"/>
                      </a:cubicBezTo>
                      <a:lnTo>
                        <a:pt x="0" y="14650"/>
                      </a:lnTo>
                      <a:lnTo>
                        <a:pt x="0" y="14650"/>
                      </a:lnTo>
                      <a:lnTo>
                        <a:pt x="0" y="14650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2" name="Google Shape;9460;p40"/>
                <p:cNvSpPr/>
                <p:nvPr/>
              </p:nvSpPr>
              <p:spPr>
                <a:xfrm>
                  <a:off x="10000589" y="6291667"/>
                  <a:ext cx="438743" cy="43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743" h="432628" extrusionOk="0">
                      <a:moveTo>
                        <a:pt x="18854" y="432629"/>
                      </a:moveTo>
                      <a:cubicBezTo>
                        <a:pt x="251221" y="432629"/>
                        <a:pt x="438744" y="245360"/>
                        <a:pt x="438744" y="12612"/>
                      </a:cubicBezTo>
                      <a:lnTo>
                        <a:pt x="417087" y="0"/>
                      </a:lnTo>
                      <a:cubicBezTo>
                        <a:pt x="417087" y="231601"/>
                        <a:pt x="230965" y="418106"/>
                        <a:pt x="0" y="418106"/>
                      </a:cubicBezTo>
                      <a:lnTo>
                        <a:pt x="18854" y="432629"/>
                      </a:lnTo>
                      <a:lnTo>
                        <a:pt x="18854" y="432629"/>
                      </a:lnTo>
                      <a:lnTo>
                        <a:pt x="18854" y="432629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3" name="Google Shape;9461;p40"/>
                <p:cNvSpPr/>
                <p:nvPr/>
              </p:nvSpPr>
              <p:spPr>
                <a:xfrm>
                  <a:off x="1194635" y="927377"/>
                  <a:ext cx="19873" cy="337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3" h="337847" extrusionOk="0">
                      <a:moveTo>
                        <a:pt x="0" y="328930"/>
                      </a:moveTo>
                      <a:lnTo>
                        <a:pt x="0" y="8918"/>
                      </a:lnTo>
                      <a:cubicBezTo>
                        <a:pt x="0" y="3949"/>
                        <a:pt x="4331" y="0"/>
                        <a:pt x="9555" y="0"/>
                      </a:cubicBezTo>
                      <a:lnTo>
                        <a:pt x="19873" y="0"/>
                      </a:lnTo>
                      <a:lnTo>
                        <a:pt x="19873" y="337848"/>
                      </a:lnTo>
                      <a:lnTo>
                        <a:pt x="9555" y="337848"/>
                      </a:lnTo>
                      <a:cubicBezTo>
                        <a:pt x="4331" y="337848"/>
                        <a:pt x="0" y="333899"/>
                        <a:pt x="0" y="328930"/>
                      </a:cubicBezTo>
                      <a:lnTo>
                        <a:pt x="0" y="328930"/>
                      </a:lnTo>
                      <a:close/>
                    </a:path>
                  </a:pathLst>
                </a:custGeom>
                <a:solidFill>
                  <a:srgbClr val="14141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84" name="Google Shape;9462;p40"/>
                <p:cNvSpPr/>
                <p:nvPr/>
              </p:nvSpPr>
              <p:spPr>
                <a:xfrm>
                  <a:off x="1200749" y="925848"/>
                  <a:ext cx="13758" cy="339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8" h="339376" extrusionOk="0">
                      <a:moveTo>
                        <a:pt x="13759" y="339376"/>
                      </a:moveTo>
                      <a:lnTo>
                        <a:pt x="3057" y="339376"/>
                      </a:lnTo>
                      <a:cubicBezTo>
                        <a:pt x="1911" y="339376"/>
                        <a:pt x="1019" y="338994"/>
                        <a:pt x="0" y="338740"/>
                      </a:cubicBezTo>
                      <a:cubicBezTo>
                        <a:pt x="3949" y="337593"/>
                        <a:pt x="6879" y="334408"/>
                        <a:pt x="6879" y="330332"/>
                      </a:cubicBezTo>
                      <a:lnTo>
                        <a:pt x="6879" y="8918"/>
                      </a:lnTo>
                      <a:cubicBezTo>
                        <a:pt x="6879" y="4968"/>
                        <a:pt x="3949" y="1529"/>
                        <a:pt x="0" y="382"/>
                      </a:cubicBezTo>
                      <a:cubicBezTo>
                        <a:pt x="1019" y="127"/>
                        <a:pt x="1911" y="0"/>
                        <a:pt x="3057" y="0"/>
                      </a:cubicBezTo>
                      <a:lnTo>
                        <a:pt x="13759" y="0"/>
                      </a:lnTo>
                      <a:lnTo>
                        <a:pt x="13759" y="339376"/>
                      </a:lnTo>
                      <a:lnTo>
                        <a:pt x="13759" y="339376"/>
                      </a:lnTo>
                      <a:lnTo>
                        <a:pt x="13759" y="33937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64" name="Google Shape;9464;p40"/>
            <p:cNvSpPr/>
            <p:nvPr/>
          </p:nvSpPr>
          <p:spPr>
            <a:xfrm rot="5829469">
              <a:off x="2617236" y="2327108"/>
              <a:ext cx="65007" cy="65007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46086" y="5078339"/>
            <a:ext cx="6658702" cy="1481243"/>
            <a:chOff x="934365" y="4827575"/>
            <a:chExt cx="4278216" cy="1481243"/>
          </a:xfrm>
        </p:grpSpPr>
        <p:sp>
          <p:nvSpPr>
            <p:cNvPr id="14" name="矩形: 对角圆角 122"/>
            <p:cNvSpPr/>
            <p:nvPr/>
          </p:nvSpPr>
          <p:spPr>
            <a:xfrm flipH="1">
              <a:off x="934365" y="4827575"/>
              <a:ext cx="4278216" cy="1481243"/>
            </a:xfrm>
            <a:prstGeom prst="round2DiagRect">
              <a:avLst>
                <a:gd name="adj1" fmla="val 7425"/>
                <a:gd name="adj2" fmla="val 0"/>
              </a:avLst>
            </a:prstGeom>
            <a:gradFill flip="none" rotWithShape="1">
              <a:gsLst>
                <a:gs pos="0">
                  <a:srgbClr val="0F6FC6">
                    <a:lumMod val="75000"/>
                    <a:alpha val="0"/>
                  </a:srgbClr>
                </a:gs>
                <a:gs pos="81000">
                  <a:srgbClr val="17406D">
                    <a:alpha val="98000"/>
                  </a:srgbClr>
                </a:gs>
              </a:gsLst>
              <a:lin ang="5400000" scaled="1"/>
            </a:gradFill>
            <a:ln w="12700" cap="flat" cmpd="sng" algn="ctr">
              <a:gradFill flip="none" rotWithShape="1">
                <a:gsLst>
                  <a:gs pos="0">
                    <a:srgbClr val="009DD9"/>
                  </a:gs>
                  <a:gs pos="100000">
                    <a:srgbClr val="0BD0D9">
                      <a:lumMod val="20000"/>
                      <a:lumOff val="80000"/>
                      <a:alpha val="0"/>
                    </a:srgbClr>
                  </a:gs>
                </a:gsLst>
                <a:lin ang="16200000" scaled="1"/>
              </a:gradFill>
              <a:prstDash val="solid"/>
              <a:miter lim="800000"/>
            </a:ln>
            <a:effectLst>
              <a:outerShdw blurRad="254000" sx="102000" sy="102000" algn="ctr" rotWithShape="0">
                <a:srgbClr val="0F6FC6">
                  <a:alpha val="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5" name="文本框 50"/>
            <p:cNvSpPr txBox="1"/>
            <p:nvPr/>
          </p:nvSpPr>
          <p:spPr>
            <a:xfrm>
              <a:off x="1121598" y="5217929"/>
              <a:ext cx="3932309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b="1" dirty="0">
                  <a:solidFill>
                    <a:srgbClr val="FFFF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+mn-lt"/>
                </a:rPr>
                <a:t>井盖隐患智能识别</a:t>
              </a:r>
              <a:r>
                <a:rPr lang="zh-CN" altLang="en-US" sz="2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+mn-lt"/>
                </a:rPr>
                <a:t>助推</a:t>
              </a:r>
              <a:r>
                <a:rPr lang="zh-CN" altLang="en-US" sz="2400" b="1" dirty="0">
                  <a:solidFill>
                    <a:srgbClr val="FFFF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+mn-lt"/>
                </a:rPr>
                <a:t>窨井盖安全管理</a:t>
              </a:r>
              <a:r>
                <a:rPr lang="zh-CN" altLang="en-US" sz="2400" b="1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+mn-lt"/>
                </a:rPr>
                <a:t>建设</a:t>
              </a:r>
              <a:endParaRPr lang="en-US" altLang="zh-CN" sz="2400" b="1" dirty="0">
                <a:solidFill>
                  <a:srgbClr val="FFFF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endParaRPr>
            </a:p>
            <a:p>
              <a:pPr algn="ctr">
                <a:lnSpc>
                  <a:spcPct val="12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" panose="020B0400000000000000" pitchFamily="34" charset="-122"/>
                </a:rPr>
                <a:t>人工智能产业战略目标 </a:t>
              </a:r>
              <a:r>
                <a:rPr lang="zh-CN" altLang="en-US" sz="2400" b="1" dirty="0">
                  <a:solidFill>
                    <a:srgbClr val="FFFF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" panose="020B0400000000000000" pitchFamily="34" charset="-122"/>
                </a:rPr>
                <a:t>国家要求</a:t>
              </a:r>
              <a:endParaRPr lang="en-US" altLang="zh-CN" sz="2400" b="1" dirty="0">
                <a:solidFill>
                  <a:srgbClr val="FFFF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195" y="1752600"/>
            <a:ext cx="4499610" cy="2596515"/>
          </a:xfrm>
          <a:prstGeom prst="rect">
            <a:avLst/>
          </a:prstGeom>
        </p:spPr>
      </p:pic>
      <p:grpSp>
        <p:nvGrpSpPr>
          <p:cNvPr id="21" name="Google Shape;9437;p40"/>
          <p:cNvGrpSpPr/>
          <p:nvPr/>
        </p:nvGrpSpPr>
        <p:grpSpPr>
          <a:xfrm>
            <a:off x="5342683" y="2382212"/>
            <a:ext cx="5099831" cy="3089953"/>
            <a:chOff x="2345366" y="140710"/>
            <a:chExt cx="6483441" cy="4437974"/>
          </a:xfrm>
        </p:grpSpPr>
        <p:sp>
          <p:nvSpPr>
            <p:cNvPr id="22" name="Google Shape;9438;p40"/>
            <p:cNvSpPr/>
            <p:nvPr/>
          </p:nvSpPr>
          <p:spPr>
            <a:xfrm>
              <a:off x="2362377" y="163678"/>
              <a:ext cx="6449417" cy="4392004"/>
            </a:xfrm>
            <a:custGeom>
              <a:avLst/>
              <a:gdLst/>
              <a:ahLst/>
              <a:cxnLst/>
              <a:rect l="l" t="t" r="r" b="b"/>
              <a:pathLst>
                <a:path w="7889195" h="6142663" extrusionOk="0">
                  <a:moveTo>
                    <a:pt x="-761" y="5760719"/>
                  </a:moveTo>
                  <a:cubicBezTo>
                    <a:pt x="-761" y="5972461"/>
                    <a:pt x="170183" y="6142933"/>
                    <a:pt x="382397" y="6142933"/>
                  </a:cubicBezTo>
                  <a:lnTo>
                    <a:pt x="7505412" y="6142933"/>
                  </a:lnTo>
                  <a:cubicBezTo>
                    <a:pt x="7717828" y="6142933"/>
                    <a:pt x="7888435" y="5972461"/>
                    <a:pt x="7888435" y="5760719"/>
                  </a:cubicBezTo>
                  <a:lnTo>
                    <a:pt x="7888435" y="382415"/>
                  </a:lnTo>
                  <a:cubicBezTo>
                    <a:pt x="7888435" y="170673"/>
                    <a:pt x="7717828" y="269"/>
                    <a:pt x="7505412" y="269"/>
                  </a:cubicBezTo>
                  <a:lnTo>
                    <a:pt x="382397" y="269"/>
                  </a:lnTo>
                  <a:cubicBezTo>
                    <a:pt x="170251" y="269"/>
                    <a:pt x="-693" y="170471"/>
                    <a:pt x="-693" y="382145"/>
                  </a:cubicBezTo>
                  <a:lnTo>
                    <a:pt x="-693" y="5760449"/>
                  </a:lnTo>
                  <a:close/>
                </a:path>
              </a:pathLst>
            </a:custGeom>
            <a:solidFill>
              <a:srgbClr val="262626"/>
            </a:solidFill>
            <a:ln w="3810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77800" dist="1143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3" name="Google Shape;9439;p40"/>
            <p:cNvGrpSpPr/>
            <p:nvPr/>
          </p:nvGrpSpPr>
          <p:grpSpPr>
            <a:xfrm>
              <a:off x="2345366" y="140710"/>
              <a:ext cx="6483441" cy="4437974"/>
              <a:chOff x="390725" y="192900"/>
              <a:chExt cx="9367780" cy="6412330"/>
            </a:xfrm>
          </p:grpSpPr>
          <p:sp>
            <p:nvSpPr>
              <p:cNvPr id="24" name="Google Shape;9440;p40"/>
              <p:cNvSpPr/>
              <p:nvPr/>
            </p:nvSpPr>
            <p:spPr>
              <a:xfrm>
                <a:off x="433022" y="255001"/>
                <a:ext cx="9309250" cy="6342300"/>
              </a:xfrm>
              <a:custGeom>
                <a:avLst/>
                <a:gdLst/>
                <a:ahLst/>
                <a:cxnLst/>
                <a:rect l="l" t="t" r="r" b="b"/>
                <a:pathLst>
                  <a:path w="7889195" h="6142663" extrusionOk="0">
                    <a:moveTo>
                      <a:pt x="-761" y="5760719"/>
                    </a:moveTo>
                    <a:cubicBezTo>
                      <a:pt x="-761" y="5972461"/>
                      <a:pt x="170183" y="6142933"/>
                      <a:pt x="382397" y="6142933"/>
                    </a:cubicBezTo>
                    <a:lnTo>
                      <a:pt x="7505412" y="6142933"/>
                    </a:lnTo>
                    <a:cubicBezTo>
                      <a:pt x="7717828" y="6142933"/>
                      <a:pt x="7888435" y="5972461"/>
                      <a:pt x="7888435" y="5760719"/>
                    </a:cubicBezTo>
                    <a:lnTo>
                      <a:pt x="7888435" y="382415"/>
                    </a:lnTo>
                    <a:cubicBezTo>
                      <a:pt x="7888435" y="170673"/>
                      <a:pt x="7717828" y="269"/>
                      <a:pt x="7505412" y="269"/>
                    </a:cubicBezTo>
                    <a:lnTo>
                      <a:pt x="382397" y="269"/>
                    </a:lnTo>
                    <a:cubicBezTo>
                      <a:pt x="170251" y="269"/>
                      <a:pt x="-693" y="170471"/>
                      <a:pt x="-693" y="382145"/>
                    </a:cubicBezTo>
                    <a:lnTo>
                      <a:pt x="-693" y="5760449"/>
                    </a:lnTo>
                    <a:close/>
                  </a:path>
                </a:pathLst>
              </a:custGeom>
              <a:gradFill>
                <a:gsLst>
                  <a:gs pos="0">
                    <a:srgbClr val="4E4F51"/>
                  </a:gs>
                  <a:gs pos="15000">
                    <a:srgbClr val="4E4F51"/>
                  </a:gs>
                  <a:gs pos="97000">
                    <a:srgbClr val="000000"/>
                  </a:gs>
                  <a:gs pos="100000">
                    <a:srgbClr val="00000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25" name="Google Shape;9441;p40"/>
              <p:cNvGrpSpPr/>
              <p:nvPr/>
            </p:nvGrpSpPr>
            <p:grpSpPr>
              <a:xfrm>
                <a:off x="9036093" y="3183174"/>
                <a:ext cx="492960" cy="492960"/>
                <a:chOff x="9132580" y="3159701"/>
                <a:chExt cx="371233" cy="371233"/>
              </a:xfrm>
            </p:grpSpPr>
            <p:sp>
              <p:nvSpPr>
                <p:cNvPr id="26" name="Google Shape;9442;p40"/>
                <p:cNvSpPr/>
                <p:nvPr/>
              </p:nvSpPr>
              <p:spPr>
                <a:xfrm>
                  <a:off x="9132580" y="3159701"/>
                  <a:ext cx="371233" cy="37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679" h="358679" extrusionOk="0">
                      <a:moveTo>
                        <a:pt x="178613" y="269"/>
                      </a:moveTo>
                      <a:cubicBezTo>
                        <a:pt x="277673" y="269"/>
                        <a:pt x="357919" y="80562"/>
                        <a:pt x="357919" y="179608"/>
                      </a:cubicBezTo>
                      <a:cubicBezTo>
                        <a:pt x="357919" y="278655"/>
                        <a:pt x="277673" y="358948"/>
                        <a:pt x="178613" y="358948"/>
                      </a:cubicBezTo>
                      <a:cubicBezTo>
                        <a:pt x="79553" y="358948"/>
                        <a:pt x="-761" y="278655"/>
                        <a:pt x="-761" y="179608"/>
                      </a:cubicBezTo>
                      <a:cubicBezTo>
                        <a:pt x="-761" y="80562"/>
                        <a:pt x="79553" y="269"/>
                        <a:pt x="178613" y="269"/>
                      </a:cubicBezTo>
                      <a:close/>
                    </a:path>
                  </a:pathLst>
                </a:custGeom>
                <a:solidFill>
                  <a:srgbClr val="15151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7" name="Google Shape;9443;p40"/>
                <p:cNvSpPr/>
                <p:nvPr/>
              </p:nvSpPr>
              <p:spPr>
                <a:xfrm>
                  <a:off x="9138858" y="3166118"/>
                  <a:ext cx="267486" cy="358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441" h="346069" extrusionOk="0">
                      <a:moveTo>
                        <a:pt x="172543" y="269"/>
                      </a:moveTo>
                      <a:cubicBezTo>
                        <a:pt x="76788" y="269"/>
                        <a:pt x="-761" y="77750"/>
                        <a:pt x="-761" y="173303"/>
                      </a:cubicBezTo>
                      <a:cubicBezTo>
                        <a:pt x="-761" y="268857"/>
                        <a:pt x="76788" y="346338"/>
                        <a:pt x="172543" y="346338"/>
                      </a:cubicBezTo>
                      <a:cubicBezTo>
                        <a:pt x="188728" y="346338"/>
                        <a:pt x="204912" y="343978"/>
                        <a:pt x="219747" y="339662"/>
                      </a:cubicBezTo>
                      <a:cubicBezTo>
                        <a:pt x="270997" y="207155"/>
                        <a:pt x="269648" y="108769"/>
                        <a:pt x="219747" y="6810"/>
                      </a:cubicBezTo>
                      <a:cubicBezTo>
                        <a:pt x="204238" y="2561"/>
                        <a:pt x="188728" y="269"/>
                        <a:pt x="172543" y="269"/>
                      </a:cubicBezTo>
                      <a:close/>
                    </a:path>
                  </a:pathLst>
                </a:custGeom>
                <a:solidFill>
                  <a:srgbClr val="07070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8" name="Google Shape;9444;p40"/>
                <p:cNvSpPr/>
                <p:nvPr/>
              </p:nvSpPr>
              <p:spPr>
                <a:xfrm>
                  <a:off x="9249765" y="3279048"/>
                  <a:ext cx="129816" cy="13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26" h="125898" extrusionOk="0">
                      <a:moveTo>
                        <a:pt x="-761" y="98857"/>
                      </a:moveTo>
                      <a:cubicBezTo>
                        <a:pt x="-761" y="113962"/>
                        <a:pt x="11377" y="126167"/>
                        <a:pt x="26213" y="126167"/>
                      </a:cubicBezTo>
                      <a:lnTo>
                        <a:pt x="97692" y="126167"/>
                      </a:lnTo>
                      <a:cubicBezTo>
                        <a:pt x="112527" y="126167"/>
                        <a:pt x="124666" y="113962"/>
                        <a:pt x="124666" y="98857"/>
                      </a:cubicBezTo>
                      <a:lnTo>
                        <a:pt x="124666" y="27579"/>
                      </a:lnTo>
                      <a:cubicBezTo>
                        <a:pt x="124666" y="12474"/>
                        <a:pt x="112527" y="269"/>
                        <a:pt x="97692" y="269"/>
                      </a:cubicBezTo>
                      <a:lnTo>
                        <a:pt x="26213" y="269"/>
                      </a:lnTo>
                      <a:cubicBezTo>
                        <a:pt x="11377" y="269"/>
                        <a:pt x="-761" y="12474"/>
                        <a:pt x="-761" y="27579"/>
                      </a:cubicBezTo>
                      <a:lnTo>
                        <a:pt x="-761" y="98857"/>
                      </a:lnTo>
                      <a:close/>
                      <a:moveTo>
                        <a:pt x="9354" y="96429"/>
                      </a:moveTo>
                      <a:lnTo>
                        <a:pt x="9354" y="30007"/>
                      </a:lnTo>
                      <a:cubicBezTo>
                        <a:pt x="9354" y="19352"/>
                        <a:pt x="18120" y="10721"/>
                        <a:pt x="28910" y="10721"/>
                      </a:cubicBezTo>
                      <a:lnTo>
                        <a:pt x="94995" y="10721"/>
                      </a:lnTo>
                      <a:cubicBezTo>
                        <a:pt x="105784" y="10721"/>
                        <a:pt x="114551" y="19352"/>
                        <a:pt x="114551" y="30007"/>
                      </a:cubicBezTo>
                      <a:lnTo>
                        <a:pt x="114551" y="96429"/>
                      </a:lnTo>
                      <a:cubicBezTo>
                        <a:pt x="114551" y="107083"/>
                        <a:pt x="105784" y="115580"/>
                        <a:pt x="94995" y="115580"/>
                      </a:cubicBezTo>
                      <a:lnTo>
                        <a:pt x="28910" y="115580"/>
                      </a:lnTo>
                      <a:cubicBezTo>
                        <a:pt x="18120" y="115580"/>
                        <a:pt x="9354" y="107083"/>
                        <a:pt x="9354" y="96429"/>
                      </a:cubicBezTo>
                      <a:close/>
                    </a:path>
                  </a:pathLst>
                </a:custGeom>
                <a:solidFill>
                  <a:srgbClr val="CCCED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29" name="Google Shape;9445;p40"/>
              <p:cNvGrpSpPr/>
              <p:nvPr/>
            </p:nvGrpSpPr>
            <p:grpSpPr>
              <a:xfrm>
                <a:off x="390725" y="192900"/>
                <a:ext cx="9367780" cy="6412330"/>
                <a:chOff x="1194635" y="234866"/>
                <a:chExt cx="9244824" cy="6489556"/>
              </a:xfrm>
            </p:grpSpPr>
            <p:sp>
              <p:nvSpPr>
                <p:cNvPr id="30" name="Google Shape;9446;p40"/>
                <p:cNvSpPr/>
                <p:nvPr/>
              </p:nvSpPr>
              <p:spPr>
                <a:xfrm>
                  <a:off x="1217565" y="240980"/>
                  <a:ext cx="9221894" cy="648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1894" h="6483314" extrusionOk="0">
                      <a:moveTo>
                        <a:pt x="0" y="6063936"/>
                      </a:moveTo>
                      <a:cubicBezTo>
                        <a:pt x="0" y="6296301"/>
                        <a:pt x="187014" y="6483315"/>
                        <a:pt x="419380" y="6483315"/>
                      </a:cubicBezTo>
                      <a:lnTo>
                        <a:pt x="8802005" y="6483315"/>
                      </a:lnTo>
                      <a:cubicBezTo>
                        <a:pt x="9034371" y="6483315"/>
                        <a:pt x="9221895" y="6296301"/>
                        <a:pt x="9221895" y="6063936"/>
                      </a:cubicBezTo>
                      <a:lnTo>
                        <a:pt x="9221895" y="419634"/>
                      </a:lnTo>
                      <a:cubicBezTo>
                        <a:pt x="9221895" y="187269"/>
                        <a:pt x="9034371" y="0"/>
                        <a:pt x="8802005" y="0"/>
                      </a:cubicBezTo>
                      <a:lnTo>
                        <a:pt x="419380" y="0"/>
                      </a:lnTo>
                      <a:cubicBezTo>
                        <a:pt x="187014" y="0"/>
                        <a:pt x="0" y="187141"/>
                        <a:pt x="0" y="419634"/>
                      </a:cubicBezTo>
                      <a:lnTo>
                        <a:pt x="0" y="6063936"/>
                      </a:lnTo>
                      <a:lnTo>
                        <a:pt x="0" y="6063936"/>
                      </a:lnTo>
                      <a:lnTo>
                        <a:pt x="0" y="6063936"/>
                      </a:lnTo>
                      <a:close/>
                      <a:moveTo>
                        <a:pt x="16052" y="6040495"/>
                      </a:moveTo>
                      <a:lnTo>
                        <a:pt x="16052" y="432119"/>
                      </a:lnTo>
                      <a:cubicBezTo>
                        <a:pt x="16052" y="200772"/>
                        <a:pt x="202301" y="14523"/>
                        <a:pt x="433648" y="14523"/>
                      </a:cubicBezTo>
                      <a:lnTo>
                        <a:pt x="8782642" y="14523"/>
                      </a:lnTo>
                      <a:cubicBezTo>
                        <a:pt x="9014244" y="14650"/>
                        <a:pt x="9200365" y="200772"/>
                        <a:pt x="9200365" y="432119"/>
                      </a:cubicBezTo>
                      <a:lnTo>
                        <a:pt x="9200365" y="6051196"/>
                      </a:lnTo>
                      <a:cubicBezTo>
                        <a:pt x="9200365" y="6282543"/>
                        <a:pt x="9014244" y="6468792"/>
                        <a:pt x="8782642" y="6468792"/>
                      </a:cubicBezTo>
                      <a:lnTo>
                        <a:pt x="433648" y="6457964"/>
                      </a:lnTo>
                      <a:cubicBezTo>
                        <a:pt x="202556" y="6457964"/>
                        <a:pt x="16306" y="6271714"/>
                        <a:pt x="16306" y="6040368"/>
                      </a:cubicBezTo>
                      <a:lnTo>
                        <a:pt x="16052" y="6040368"/>
                      </a:lnTo>
                      <a:close/>
                    </a:path>
                  </a:pathLst>
                </a:custGeom>
                <a:solidFill>
                  <a:srgbClr val="DCDDE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2" name="Google Shape;9447;p40"/>
                <p:cNvSpPr/>
                <p:nvPr/>
              </p:nvSpPr>
              <p:spPr>
                <a:xfrm>
                  <a:off x="2119512" y="237923"/>
                  <a:ext cx="97838" cy="1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38" h="15287" extrusionOk="0">
                      <a:moveTo>
                        <a:pt x="0" y="0"/>
                      </a:moveTo>
                      <a:lnTo>
                        <a:pt x="0" y="15287"/>
                      </a:lnTo>
                      <a:lnTo>
                        <a:pt x="97838" y="15287"/>
                      </a:lnTo>
                      <a:lnTo>
                        <a:pt x="97838" y="8790"/>
                      </a:lnTo>
                      <a:cubicBezTo>
                        <a:pt x="97838" y="4204"/>
                        <a:pt x="92615" y="0"/>
                        <a:pt x="84207" y="0"/>
                      </a:cubicBez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3" name="Google Shape;9448;p40"/>
                <p:cNvSpPr/>
                <p:nvPr/>
              </p:nvSpPr>
              <p:spPr>
                <a:xfrm>
                  <a:off x="2510865" y="234866"/>
                  <a:ext cx="203320" cy="18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320" h="18344" extrusionOk="0">
                      <a:moveTo>
                        <a:pt x="0" y="7261"/>
                      </a:moveTo>
                      <a:lnTo>
                        <a:pt x="0" y="18345"/>
                      </a:lnTo>
                      <a:lnTo>
                        <a:pt x="203320" y="18345"/>
                      </a:lnTo>
                      <a:lnTo>
                        <a:pt x="203320" y="10701"/>
                      </a:lnTo>
                      <a:cubicBezTo>
                        <a:pt x="187906" y="9045"/>
                        <a:pt x="124591" y="0"/>
                        <a:pt x="107648" y="0"/>
                      </a:cubicBezTo>
                      <a:lnTo>
                        <a:pt x="3567" y="0"/>
                      </a:lnTo>
                      <a:cubicBezTo>
                        <a:pt x="1401" y="0"/>
                        <a:pt x="0" y="3312"/>
                        <a:pt x="0" y="7261"/>
                      </a:cubicBezTo>
                      <a:lnTo>
                        <a:pt x="0" y="7261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4" name="Google Shape;9449;p40"/>
                <p:cNvSpPr/>
                <p:nvPr/>
              </p:nvSpPr>
              <p:spPr>
                <a:xfrm>
                  <a:off x="2831897" y="234866"/>
                  <a:ext cx="201791" cy="18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91" h="18344" extrusionOk="0">
                      <a:moveTo>
                        <a:pt x="201791" y="7261"/>
                      </a:moveTo>
                      <a:lnTo>
                        <a:pt x="201791" y="18345"/>
                      </a:lnTo>
                      <a:lnTo>
                        <a:pt x="0" y="18345"/>
                      </a:lnTo>
                      <a:lnTo>
                        <a:pt x="0" y="10701"/>
                      </a:lnTo>
                      <a:cubicBezTo>
                        <a:pt x="15415" y="9045"/>
                        <a:pt x="78220" y="0"/>
                        <a:pt x="94908" y="0"/>
                      </a:cubicBezTo>
                      <a:lnTo>
                        <a:pt x="198224" y="0"/>
                      </a:lnTo>
                      <a:cubicBezTo>
                        <a:pt x="200390" y="0"/>
                        <a:pt x="201791" y="3312"/>
                        <a:pt x="201791" y="7261"/>
                      </a:cubicBezTo>
                      <a:lnTo>
                        <a:pt x="201791" y="7261"/>
                      </a:lnTo>
                      <a:close/>
                    </a:path>
                  </a:pathLst>
                </a:custGeom>
                <a:solidFill>
                  <a:srgbClr val="262A2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" name="Google Shape;9450;p40"/>
                <p:cNvSpPr/>
                <p:nvPr/>
              </p:nvSpPr>
              <p:spPr>
                <a:xfrm>
                  <a:off x="2510865" y="245567"/>
                  <a:ext cx="203320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320" h="7643" extrusionOk="0">
                      <a:moveTo>
                        <a:pt x="0" y="0"/>
                      </a:moveTo>
                      <a:lnTo>
                        <a:pt x="203320" y="0"/>
                      </a:lnTo>
                      <a:lnTo>
                        <a:pt x="203320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93A3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" name="Google Shape;9451;p40"/>
                <p:cNvSpPr/>
                <p:nvPr/>
              </p:nvSpPr>
              <p:spPr>
                <a:xfrm>
                  <a:off x="2831897" y="245567"/>
                  <a:ext cx="201791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91" h="7643" extrusionOk="0">
                      <a:moveTo>
                        <a:pt x="0" y="0"/>
                      </a:moveTo>
                      <a:lnTo>
                        <a:pt x="201791" y="0"/>
                      </a:lnTo>
                      <a:lnTo>
                        <a:pt x="201791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444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8" name="Google Shape;9452;p40"/>
                <p:cNvSpPr/>
                <p:nvPr/>
              </p:nvSpPr>
              <p:spPr>
                <a:xfrm>
                  <a:off x="2119512" y="245567"/>
                  <a:ext cx="97838" cy="7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38" h="7643" extrusionOk="0">
                      <a:moveTo>
                        <a:pt x="0" y="0"/>
                      </a:moveTo>
                      <a:lnTo>
                        <a:pt x="97838" y="0"/>
                      </a:lnTo>
                      <a:lnTo>
                        <a:pt x="97838" y="7644"/>
                      </a:lnTo>
                      <a:lnTo>
                        <a:pt x="0" y="76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353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9" name="Google Shape;9453;p40"/>
                <p:cNvSpPr/>
                <p:nvPr/>
              </p:nvSpPr>
              <p:spPr>
                <a:xfrm>
                  <a:off x="1217565" y="251681"/>
                  <a:ext cx="9221894" cy="6472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1894" h="6472613" extrusionOk="0">
                      <a:moveTo>
                        <a:pt x="0" y="6053234"/>
                      </a:moveTo>
                      <a:cubicBezTo>
                        <a:pt x="0" y="6285600"/>
                        <a:pt x="187014" y="6472614"/>
                        <a:pt x="419380" y="6472614"/>
                      </a:cubicBezTo>
                      <a:lnTo>
                        <a:pt x="8802005" y="6472614"/>
                      </a:lnTo>
                      <a:cubicBezTo>
                        <a:pt x="9034371" y="6472614"/>
                        <a:pt x="9221895" y="6285600"/>
                        <a:pt x="9221895" y="6053234"/>
                      </a:cubicBezTo>
                      <a:lnTo>
                        <a:pt x="9221895" y="419634"/>
                      </a:lnTo>
                      <a:cubicBezTo>
                        <a:pt x="9221895" y="187269"/>
                        <a:pt x="9034371" y="0"/>
                        <a:pt x="8802005" y="0"/>
                      </a:cubicBezTo>
                      <a:lnTo>
                        <a:pt x="419380" y="0"/>
                      </a:lnTo>
                      <a:cubicBezTo>
                        <a:pt x="187014" y="0"/>
                        <a:pt x="0" y="187269"/>
                        <a:pt x="0" y="419634"/>
                      </a:cubicBezTo>
                      <a:lnTo>
                        <a:pt x="0" y="6053234"/>
                      </a:lnTo>
                      <a:lnTo>
                        <a:pt x="0" y="6053234"/>
                      </a:lnTo>
                      <a:lnTo>
                        <a:pt x="0" y="6053234"/>
                      </a:lnTo>
                      <a:close/>
                      <a:moveTo>
                        <a:pt x="16052" y="6040622"/>
                      </a:moveTo>
                      <a:lnTo>
                        <a:pt x="16052" y="432246"/>
                      </a:lnTo>
                      <a:cubicBezTo>
                        <a:pt x="16052" y="200900"/>
                        <a:pt x="202301" y="14650"/>
                        <a:pt x="433648" y="14650"/>
                      </a:cubicBezTo>
                      <a:lnTo>
                        <a:pt x="8782642" y="14650"/>
                      </a:lnTo>
                      <a:cubicBezTo>
                        <a:pt x="9014244" y="14650"/>
                        <a:pt x="9200365" y="200900"/>
                        <a:pt x="9200365" y="432246"/>
                      </a:cubicBezTo>
                      <a:lnTo>
                        <a:pt x="9200365" y="6040622"/>
                      </a:lnTo>
                      <a:cubicBezTo>
                        <a:pt x="9200365" y="6271969"/>
                        <a:pt x="9014244" y="6458218"/>
                        <a:pt x="8782642" y="6458218"/>
                      </a:cubicBezTo>
                      <a:lnTo>
                        <a:pt x="433648" y="6458218"/>
                      </a:lnTo>
                      <a:cubicBezTo>
                        <a:pt x="202556" y="6458218"/>
                        <a:pt x="16306" y="6271969"/>
                        <a:pt x="16306" y="6040622"/>
                      </a:cubicBezTo>
                      <a:lnTo>
                        <a:pt x="16052" y="6040622"/>
                      </a:lnTo>
                      <a:close/>
                    </a:path>
                  </a:pathLst>
                </a:custGeom>
                <a:solidFill>
                  <a:srgbClr val="989AA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0" name="Google Shape;9454;p40"/>
                <p:cNvSpPr/>
                <p:nvPr/>
              </p:nvSpPr>
              <p:spPr>
                <a:xfrm>
                  <a:off x="1232853" y="266969"/>
                  <a:ext cx="9184950" cy="6442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4950" h="6442039" extrusionOk="0">
                      <a:moveTo>
                        <a:pt x="0" y="6024571"/>
                      </a:moveTo>
                      <a:cubicBezTo>
                        <a:pt x="0" y="6255917"/>
                        <a:pt x="186249" y="6442040"/>
                        <a:pt x="417596" y="6442040"/>
                      </a:cubicBezTo>
                      <a:lnTo>
                        <a:pt x="8767227" y="6442040"/>
                      </a:lnTo>
                      <a:cubicBezTo>
                        <a:pt x="8998829" y="6442040"/>
                        <a:pt x="9184951" y="6255917"/>
                        <a:pt x="9184951" y="6024571"/>
                      </a:cubicBezTo>
                      <a:lnTo>
                        <a:pt x="9184951" y="417469"/>
                      </a:lnTo>
                      <a:cubicBezTo>
                        <a:pt x="9184951" y="186122"/>
                        <a:pt x="8998829" y="0"/>
                        <a:pt x="8767227" y="0"/>
                      </a:cubicBezTo>
                      <a:lnTo>
                        <a:pt x="417596" y="0"/>
                      </a:lnTo>
                      <a:cubicBezTo>
                        <a:pt x="186504" y="0"/>
                        <a:pt x="255" y="186122"/>
                        <a:pt x="255" y="417469"/>
                      </a:cubicBezTo>
                      <a:lnTo>
                        <a:pt x="255" y="6024571"/>
                      </a:lnTo>
                      <a:lnTo>
                        <a:pt x="0" y="6024571"/>
                      </a:lnTo>
                      <a:lnTo>
                        <a:pt x="0" y="6024571"/>
                      </a:lnTo>
                      <a:close/>
                      <a:moveTo>
                        <a:pt x="28791" y="6016672"/>
                      </a:moveTo>
                      <a:lnTo>
                        <a:pt x="28791" y="425495"/>
                      </a:lnTo>
                      <a:cubicBezTo>
                        <a:pt x="28791" y="205358"/>
                        <a:pt x="205995" y="28154"/>
                        <a:pt x="426132" y="28154"/>
                      </a:cubicBezTo>
                      <a:lnTo>
                        <a:pt x="8743659" y="28154"/>
                      </a:lnTo>
                      <a:cubicBezTo>
                        <a:pt x="8964051" y="28154"/>
                        <a:pt x="9141127" y="205358"/>
                        <a:pt x="9141127" y="425495"/>
                      </a:cubicBezTo>
                      <a:lnTo>
                        <a:pt x="9141127" y="6016672"/>
                      </a:lnTo>
                      <a:cubicBezTo>
                        <a:pt x="9141127" y="6236808"/>
                        <a:pt x="8964051" y="6414013"/>
                        <a:pt x="8743659" y="6414013"/>
                      </a:cubicBezTo>
                      <a:lnTo>
                        <a:pt x="426132" y="6414013"/>
                      </a:lnTo>
                      <a:cubicBezTo>
                        <a:pt x="205741" y="6414013"/>
                        <a:pt x="28409" y="6236808"/>
                        <a:pt x="28409" y="6016672"/>
                      </a:cubicBezTo>
                      <a:lnTo>
                        <a:pt x="28791" y="6016672"/>
                      </a:lnTo>
                      <a:close/>
                    </a:path>
                  </a:pathLst>
                </a:custGeom>
                <a:solidFill>
                  <a:srgbClr val="EAEAE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1" name="Google Shape;9455;p40"/>
                <p:cNvSpPr/>
                <p:nvPr/>
              </p:nvSpPr>
              <p:spPr>
                <a:xfrm>
                  <a:off x="1261898" y="294486"/>
                  <a:ext cx="8971056" cy="638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1056" h="6387005" extrusionOk="0">
                      <a:moveTo>
                        <a:pt x="255" y="5989665"/>
                      </a:moveTo>
                      <a:cubicBezTo>
                        <a:pt x="255" y="6209801"/>
                        <a:pt x="177459" y="6387006"/>
                        <a:pt x="397595" y="6387006"/>
                      </a:cubicBezTo>
                      <a:lnTo>
                        <a:pt x="8714232" y="6387006"/>
                      </a:lnTo>
                      <a:cubicBezTo>
                        <a:pt x="8811433" y="6387006"/>
                        <a:pt x="8900990" y="6351972"/>
                        <a:pt x="8970292" y="6293881"/>
                      </a:cubicBezTo>
                      <a:cubicBezTo>
                        <a:pt x="8902392" y="6348023"/>
                        <a:pt x="8815637" y="6380381"/>
                        <a:pt x="8721875" y="6380381"/>
                      </a:cubicBezTo>
                      <a:lnTo>
                        <a:pt x="401035" y="6380254"/>
                      </a:lnTo>
                      <a:cubicBezTo>
                        <a:pt x="180899" y="6380254"/>
                        <a:pt x="3567" y="6203431"/>
                        <a:pt x="3567" y="5983677"/>
                      </a:cubicBezTo>
                      <a:lnTo>
                        <a:pt x="3567" y="403073"/>
                      </a:lnTo>
                      <a:cubicBezTo>
                        <a:pt x="3567" y="183319"/>
                        <a:pt x="180899" y="6497"/>
                        <a:pt x="401162" y="6497"/>
                      </a:cubicBezTo>
                      <a:lnTo>
                        <a:pt x="8722002" y="6497"/>
                      </a:lnTo>
                      <a:cubicBezTo>
                        <a:pt x="8816401" y="6497"/>
                        <a:pt x="8902519" y="38982"/>
                        <a:pt x="8971057" y="93507"/>
                      </a:cubicBezTo>
                      <a:cubicBezTo>
                        <a:pt x="8901755" y="35161"/>
                        <a:pt x="8812197" y="0"/>
                        <a:pt x="8714232" y="0"/>
                      </a:cubicBezTo>
                      <a:lnTo>
                        <a:pt x="397595" y="0"/>
                      </a:lnTo>
                      <a:cubicBezTo>
                        <a:pt x="177205" y="0"/>
                        <a:pt x="0" y="177205"/>
                        <a:pt x="0" y="397341"/>
                      </a:cubicBezTo>
                      <a:lnTo>
                        <a:pt x="0" y="5989665"/>
                      </a:lnTo>
                      <a:lnTo>
                        <a:pt x="255" y="5989665"/>
                      </a:lnTo>
                      <a:lnTo>
                        <a:pt x="255" y="5989665"/>
                      </a:lnTo>
                      <a:close/>
                    </a:path>
                  </a:pathLst>
                </a:custGeom>
                <a:solidFill>
                  <a:srgbClr val="000000">
                    <a:alpha val="2392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2" name="Google Shape;9456;p40"/>
                <p:cNvSpPr/>
                <p:nvPr/>
              </p:nvSpPr>
              <p:spPr>
                <a:xfrm>
                  <a:off x="1266484" y="294484"/>
                  <a:ext cx="9114629" cy="63808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4629" h="6380892" extrusionOk="0">
                      <a:moveTo>
                        <a:pt x="0" y="5984316"/>
                      </a:moveTo>
                      <a:cubicBezTo>
                        <a:pt x="0" y="6204070"/>
                        <a:pt x="177332" y="6380892"/>
                        <a:pt x="397468" y="6380892"/>
                      </a:cubicBezTo>
                      <a:lnTo>
                        <a:pt x="8717289" y="6380892"/>
                      </a:lnTo>
                      <a:cubicBezTo>
                        <a:pt x="8937679" y="6380892"/>
                        <a:pt x="9114629" y="6204070"/>
                        <a:pt x="9114629" y="5984316"/>
                      </a:cubicBezTo>
                      <a:lnTo>
                        <a:pt x="9114629" y="396578"/>
                      </a:lnTo>
                      <a:cubicBezTo>
                        <a:pt x="9114629" y="176824"/>
                        <a:pt x="8937679" y="2"/>
                        <a:pt x="8717289" y="2"/>
                      </a:cubicBezTo>
                      <a:lnTo>
                        <a:pt x="397468" y="2"/>
                      </a:lnTo>
                      <a:cubicBezTo>
                        <a:pt x="177459" y="-635"/>
                        <a:pt x="127" y="163575"/>
                        <a:pt x="127" y="383202"/>
                      </a:cubicBezTo>
                      <a:lnTo>
                        <a:pt x="127" y="5983679"/>
                      </a:lnTo>
                      <a:lnTo>
                        <a:pt x="0" y="5984316"/>
                      </a:lnTo>
                      <a:lnTo>
                        <a:pt x="0" y="5984316"/>
                      </a:lnTo>
                      <a:close/>
                      <a:moveTo>
                        <a:pt x="8663" y="5979475"/>
                      </a:moveTo>
                      <a:lnTo>
                        <a:pt x="8663" y="389826"/>
                      </a:lnTo>
                      <a:cubicBezTo>
                        <a:pt x="8663" y="170582"/>
                        <a:pt x="185740" y="6626"/>
                        <a:pt x="405494" y="6626"/>
                      </a:cubicBezTo>
                      <a:lnTo>
                        <a:pt x="8712066" y="6626"/>
                      </a:lnTo>
                      <a:cubicBezTo>
                        <a:pt x="8931692" y="6626"/>
                        <a:pt x="9108770" y="183066"/>
                        <a:pt x="9108770" y="402311"/>
                      </a:cubicBezTo>
                      <a:lnTo>
                        <a:pt x="9108770" y="5979348"/>
                      </a:lnTo>
                      <a:cubicBezTo>
                        <a:pt x="9108770" y="6198592"/>
                        <a:pt x="8931820" y="6375032"/>
                        <a:pt x="8712066" y="6375032"/>
                      </a:cubicBezTo>
                      <a:lnTo>
                        <a:pt x="405494" y="6375032"/>
                      </a:lnTo>
                      <a:cubicBezTo>
                        <a:pt x="185995" y="6375032"/>
                        <a:pt x="8918" y="6198465"/>
                        <a:pt x="8918" y="5979348"/>
                      </a:cubicBezTo>
                      <a:lnTo>
                        <a:pt x="8663" y="5979475"/>
                      </a:lnTo>
                      <a:close/>
                    </a:path>
                  </a:pathLst>
                </a:custGeom>
                <a:solidFill>
                  <a:srgbClr val="A6A7A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3" name="Google Shape;9457;p40"/>
                <p:cNvSpPr/>
                <p:nvPr/>
              </p:nvSpPr>
              <p:spPr>
                <a:xfrm>
                  <a:off x="1217565" y="6135737"/>
                  <a:ext cx="434157" cy="588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157" h="588685" extrusionOk="0">
                      <a:moveTo>
                        <a:pt x="127" y="169561"/>
                      </a:moveTo>
                      <a:cubicBezTo>
                        <a:pt x="127" y="401799"/>
                        <a:pt x="187269" y="588686"/>
                        <a:pt x="419889" y="588686"/>
                      </a:cubicBezTo>
                      <a:lnTo>
                        <a:pt x="434157" y="574163"/>
                      </a:lnTo>
                      <a:cubicBezTo>
                        <a:pt x="202556" y="574163"/>
                        <a:pt x="16052" y="388041"/>
                        <a:pt x="16052" y="156949"/>
                      </a:cubicBezTo>
                      <a:lnTo>
                        <a:pt x="16052" y="0"/>
                      </a:lnTo>
                      <a:lnTo>
                        <a:pt x="0" y="0"/>
                      </a:lnTo>
                      <a:lnTo>
                        <a:pt x="127" y="169561"/>
                      </a:lnTo>
                      <a:lnTo>
                        <a:pt x="127" y="169561"/>
                      </a:lnTo>
                      <a:lnTo>
                        <a:pt x="127" y="169561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4" name="Google Shape;9458;p40"/>
                <p:cNvSpPr/>
                <p:nvPr/>
              </p:nvSpPr>
              <p:spPr>
                <a:xfrm>
                  <a:off x="1217565" y="251681"/>
                  <a:ext cx="843855" cy="336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855" h="3364719" extrusionOk="0">
                      <a:moveTo>
                        <a:pt x="16052" y="432374"/>
                      </a:moveTo>
                      <a:cubicBezTo>
                        <a:pt x="16052" y="201027"/>
                        <a:pt x="202301" y="14778"/>
                        <a:pt x="433648" y="14778"/>
                      </a:cubicBezTo>
                      <a:lnTo>
                        <a:pt x="843855" y="14778"/>
                      </a:lnTo>
                      <a:lnTo>
                        <a:pt x="843855" y="0"/>
                      </a:lnTo>
                      <a:lnTo>
                        <a:pt x="419380" y="0"/>
                      </a:lnTo>
                      <a:cubicBezTo>
                        <a:pt x="187014" y="0"/>
                        <a:pt x="0" y="187269"/>
                        <a:pt x="0" y="419762"/>
                      </a:cubicBezTo>
                      <a:lnTo>
                        <a:pt x="0" y="3364720"/>
                      </a:lnTo>
                      <a:lnTo>
                        <a:pt x="16052" y="3364720"/>
                      </a:lnTo>
                      <a:lnTo>
                        <a:pt x="16052" y="432374"/>
                      </a:lnTo>
                      <a:lnTo>
                        <a:pt x="16052" y="432374"/>
                      </a:lnTo>
                      <a:lnTo>
                        <a:pt x="16052" y="432374"/>
                      </a:lnTo>
                      <a:close/>
                    </a:path>
                  </a:pathLst>
                </a:custGeom>
                <a:solidFill>
                  <a:srgbClr val="5D5E6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5" name="Google Shape;9459;p40"/>
                <p:cNvSpPr/>
                <p:nvPr/>
              </p:nvSpPr>
              <p:spPr>
                <a:xfrm>
                  <a:off x="9999061" y="251681"/>
                  <a:ext cx="438743" cy="43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743" h="432628" extrusionOk="0">
                      <a:moveTo>
                        <a:pt x="0" y="14650"/>
                      </a:moveTo>
                      <a:cubicBezTo>
                        <a:pt x="231601" y="14650"/>
                        <a:pt x="417723" y="201027"/>
                        <a:pt x="417723" y="432629"/>
                      </a:cubicBezTo>
                      <a:lnTo>
                        <a:pt x="438744" y="419889"/>
                      </a:lnTo>
                      <a:cubicBezTo>
                        <a:pt x="438744" y="187269"/>
                        <a:pt x="251857" y="0"/>
                        <a:pt x="19618" y="0"/>
                      </a:cubicBezTo>
                      <a:lnTo>
                        <a:pt x="0" y="14650"/>
                      </a:lnTo>
                      <a:lnTo>
                        <a:pt x="0" y="14650"/>
                      </a:lnTo>
                      <a:lnTo>
                        <a:pt x="0" y="14650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6" name="Google Shape;9460;p40"/>
                <p:cNvSpPr/>
                <p:nvPr/>
              </p:nvSpPr>
              <p:spPr>
                <a:xfrm>
                  <a:off x="10000589" y="6291667"/>
                  <a:ext cx="438743" cy="4326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743" h="432628" extrusionOk="0">
                      <a:moveTo>
                        <a:pt x="18854" y="432629"/>
                      </a:moveTo>
                      <a:cubicBezTo>
                        <a:pt x="251221" y="432629"/>
                        <a:pt x="438744" y="245360"/>
                        <a:pt x="438744" y="12612"/>
                      </a:cubicBezTo>
                      <a:lnTo>
                        <a:pt x="417087" y="0"/>
                      </a:lnTo>
                      <a:cubicBezTo>
                        <a:pt x="417087" y="231601"/>
                        <a:pt x="230965" y="418106"/>
                        <a:pt x="0" y="418106"/>
                      </a:cubicBezTo>
                      <a:lnTo>
                        <a:pt x="18854" y="432629"/>
                      </a:lnTo>
                      <a:lnTo>
                        <a:pt x="18854" y="432629"/>
                      </a:lnTo>
                      <a:lnTo>
                        <a:pt x="18854" y="432629"/>
                      </a:lnTo>
                      <a:close/>
                    </a:path>
                  </a:pathLst>
                </a:custGeom>
                <a:solidFill>
                  <a:srgbClr val="686A6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7" name="Google Shape;9461;p40"/>
                <p:cNvSpPr/>
                <p:nvPr/>
              </p:nvSpPr>
              <p:spPr>
                <a:xfrm>
                  <a:off x="1194635" y="927377"/>
                  <a:ext cx="19873" cy="337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73" h="337847" extrusionOk="0">
                      <a:moveTo>
                        <a:pt x="0" y="328930"/>
                      </a:moveTo>
                      <a:lnTo>
                        <a:pt x="0" y="8918"/>
                      </a:lnTo>
                      <a:cubicBezTo>
                        <a:pt x="0" y="3949"/>
                        <a:pt x="4331" y="0"/>
                        <a:pt x="9555" y="0"/>
                      </a:cubicBezTo>
                      <a:lnTo>
                        <a:pt x="19873" y="0"/>
                      </a:lnTo>
                      <a:lnTo>
                        <a:pt x="19873" y="337848"/>
                      </a:lnTo>
                      <a:lnTo>
                        <a:pt x="9555" y="337848"/>
                      </a:lnTo>
                      <a:cubicBezTo>
                        <a:pt x="4331" y="337848"/>
                        <a:pt x="0" y="333899"/>
                        <a:pt x="0" y="328930"/>
                      </a:cubicBezTo>
                      <a:lnTo>
                        <a:pt x="0" y="328930"/>
                      </a:lnTo>
                      <a:close/>
                    </a:path>
                  </a:pathLst>
                </a:custGeom>
                <a:solidFill>
                  <a:srgbClr val="14141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8" name="Google Shape;9462;p40"/>
                <p:cNvSpPr/>
                <p:nvPr/>
              </p:nvSpPr>
              <p:spPr>
                <a:xfrm>
                  <a:off x="1200749" y="925848"/>
                  <a:ext cx="13758" cy="339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8" h="339376" extrusionOk="0">
                      <a:moveTo>
                        <a:pt x="13759" y="339376"/>
                      </a:moveTo>
                      <a:lnTo>
                        <a:pt x="3057" y="339376"/>
                      </a:lnTo>
                      <a:cubicBezTo>
                        <a:pt x="1911" y="339376"/>
                        <a:pt x="1019" y="338994"/>
                        <a:pt x="0" y="338740"/>
                      </a:cubicBezTo>
                      <a:cubicBezTo>
                        <a:pt x="3949" y="337593"/>
                        <a:pt x="6879" y="334408"/>
                        <a:pt x="6879" y="330332"/>
                      </a:cubicBezTo>
                      <a:lnTo>
                        <a:pt x="6879" y="8918"/>
                      </a:lnTo>
                      <a:cubicBezTo>
                        <a:pt x="6879" y="4968"/>
                        <a:pt x="3949" y="1529"/>
                        <a:pt x="0" y="382"/>
                      </a:cubicBezTo>
                      <a:cubicBezTo>
                        <a:pt x="1019" y="127"/>
                        <a:pt x="1911" y="0"/>
                        <a:pt x="3057" y="0"/>
                      </a:cubicBezTo>
                      <a:lnTo>
                        <a:pt x="13759" y="0"/>
                      </a:lnTo>
                      <a:lnTo>
                        <a:pt x="13759" y="339376"/>
                      </a:lnTo>
                      <a:lnTo>
                        <a:pt x="13759" y="339376"/>
                      </a:lnTo>
                      <a:lnTo>
                        <a:pt x="13759" y="33937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 panose="020B0604020202020204"/>
                    <a:defRPr sz="14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49" name="Google Shape;9464;p40"/>
            <p:cNvSpPr/>
            <p:nvPr/>
          </p:nvSpPr>
          <p:spPr>
            <a:xfrm rot="5829469">
              <a:off x="2617236" y="2327108"/>
              <a:ext cx="65007" cy="65007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10225" y="2649220"/>
            <a:ext cx="4524375" cy="2563495"/>
            <a:chOff x="2940" y="3259"/>
            <a:chExt cx="6911" cy="3991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rcRect l="8393" t="53481"/>
            <a:stretch>
              <a:fillRect/>
            </a:stretch>
          </p:blipFill>
          <p:spPr>
            <a:xfrm>
              <a:off x="2940" y="4154"/>
              <a:ext cx="6911" cy="3096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/>
            <a:srcRect r="33150"/>
            <a:stretch>
              <a:fillRect/>
            </a:stretch>
          </p:blipFill>
          <p:spPr>
            <a:xfrm>
              <a:off x="2940" y="3259"/>
              <a:ext cx="6911" cy="895"/>
            </a:xfrm>
            <a:prstGeom prst="rect">
              <a:avLst/>
            </a:prstGeom>
          </p:spPr>
        </p:pic>
      </p:grpSp>
      <p:sp>
        <p:nvSpPr>
          <p:cNvPr id="51" name="矩形 50"/>
          <p:cNvSpPr/>
          <p:nvPr/>
        </p:nvSpPr>
        <p:spPr>
          <a:xfrm>
            <a:off x="1444672" y="683264"/>
            <a:ext cx="221488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政策支撑</a:t>
            </a:r>
            <a:endParaRPr lang="zh-CN" altLang="en-US" sz="4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0" y="1344930"/>
            <a:ext cx="2451100" cy="4774565"/>
          </a:xfrm>
          <a:prstGeom prst="rect">
            <a:avLst/>
          </a:prstGeom>
        </p:spPr>
      </p:pic>
      <p:grpSp>
        <p:nvGrpSpPr>
          <p:cNvPr id="217" name="Google Shape;4481;p44"/>
          <p:cNvGrpSpPr/>
          <p:nvPr/>
        </p:nvGrpSpPr>
        <p:grpSpPr>
          <a:xfrm>
            <a:off x="753246" y="1912688"/>
            <a:ext cx="2275127" cy="4614496"/>
            <a:chOff x="1024529" y="535271"/>
            <a:chExt cx="2712903" cy="5415201"/>
          </a:xfrm>
        </p:grpSpPr>
        <p:sp>
          <p:nvSpPr>
            <p:cNvPr id="219" name="Google Shape;4482;p44"/>
            <p:cNvSpPr/>
            <p:nvPr/>
          </p:nvSpPr>
          <p:spPr>
            <a:xfrm rot="5322">
              <a:off x="1024529" y="535271"/>
              <a:ext cx="2712903" cy="5361338"/>
            </a:xfrm>
            <a:prstGeom prst="roundRect">
              <a:avLst>
                <a:gd name="adj" fmla="val 13728"/>
              </a:avLst>
            </a:prstGeom>
            <a:solidFill>
              <a:srgbClr val="262626"/>
            </a:solidFill>
            <a:ln w="3810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77800" dist="1143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0" name="Google Shape;4483;p44"/>
            <p:cNvSpPr/>
            <p:nvPr/>
          </p:nvSpPr>
          <p:spPr>
            <a:xfrm rot="5339">
              <a:off x="1117826" y="634766"/>
              <a:ext cx="2511303" cy="5315706"/>
            </a:xfrm>
            <a:prstGeom prst="roundRect">
              <a:avLst>
                <a:gd name="adj" fmla="val 11202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1" name="Google Shape;4484;p44"/>
            <p:cNvSpPr/>
            <p:nvPr/>
          </p:nvSpPr>
          <p:spPr>
            <a:xfrm rot="-10793156">
              <a:off x="1702602" y="592275"/>
              <a:ext cx="1356303" cy="24360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525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2" name="Google Shape;4485;p44"/>
            <p:cNvSpPr/>
            <p:nvPr/>
          </p:nvSpPr>
          <p:spPr>
            <a:xfrm>
              <a:off x="1848856" y="5858818"/>
              <a:ext cx="1063200" cy="37800"/>
            </a:xfrm>
            <a:prstGeom prst="roundRect">
              <a:avLst>
                <a:gd name="adj" fmla="val 50000"/>
              </a:avLst>
            </a:prstGeom>
            <a:solidFill>
              <a:srgbClr val="3A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4486;p44"/>
            <p:cNvSpPr/>
            <p:nvPr/>
          </p:nvSpPr>
          <p:spPr>
            <a:xfrm rot="5827501">
              <a:off x="2668055" y="715407"/>
              <a:ext cx="62886" cy="62886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4487;p44"/>
            <p:cNvSpPr/>
            <p:nvPr/>
          </p:nvSpPr>
          <p:spPr>
            <a:xfrm>
              <a:off x="2176639" y="720996"/>
              <a:ext cx="408300" cy="37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53" name="图片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95" y="2298700"/>
            <a:ext cx="2105025" cy="3990975"/>
          </a:xfrm>
          <a:prstGeom prst="rect">
            <a:avLst/>
          </a:prstGeom>
        </p:spPr>
      </p:pic>
      <p:sp>
        <p:nvSpPr>
          <p:cNvPr id="215" name="矩形: 对角圆角 122"/>
          <p:cNvSpPr/>
          <p:nvPr/>
        </p:nvSpPr>
        <p:spPr>
          <a:xfrm flipH="1">
            <a:off x="748030" y="5047615"/>
            <a:ext cx="4097020" cy="1481455"/>
          </a:xfrm>
          <a:prstGeom prst="round2DiagRect">
            <a:avLst>
              <a:gd name="adj1" fmla="val 7425"/>
              <a:gd name="adj2" fmla="val 0"/>
            </a:avLst>
          </a:prstGeom>
          <a:gradFill flip="none" rotWithShape="1">
            <a:gsLst>
              <a:gs pos="0">
                <a:srgbClr val="0F6FC6">
                  <a:lumMod val="75000"/>
                  <a:alpha val="0"/>
                </a:srgbClr>
              </a:gs>
              <a:gs pos="81000">
                <a:srgbClr val="17406D">
                  <a:alpha val="98000"/>
                </a:srgbClr>
              </a:gs>
            </a:gsLst>
            <a:lin ang="5400000" scaled="1"/>
          </a:gradFill>
          <a:ln w="12700" cap="flat" cmpd="sng" algn="ctr">
            <a:gradFill flip="none" rotWithShape="1">
              <a:gsLst>
                <a:gs pos="0">
                  <a:srgbClr val="009DD9"/>
                </a:gs>
                <a:gs pos="100000">
                  <a:srgbClr val="0BD0D9">
                    <a:lumMod val="20000"/>
                    <a:lumOff val="80000"/>
                    <a:alpha val="0"/>
                  </a:srgbClr>
                </a:gs>
              </a:gsLst>
              <a:lin ang="16200000" scaled="1"/>
            </a:gradFill>
            <a:prstDash val="solid"/>
            <a:miter lim="800000"/>
          </a:ln>
          <a:effectLst>
            <a:outerShdw blurRad="254000" sx="102000" sy="102000" algn="ctr" rotWithShape="0">
              <a:srgbClr val="0F6FC6">
                <a:alpha val="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4" name="文本框 50"/>
          <p:cNvSpPr txBox="1"/>
          <p:nvPr/>
        </p:nvSpPr>
        <p:spPr>
          <a:xfrm>
            <a:off x="723372" y="5352098"/>
            <a:ext cx="4012227" cy="9372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井盖隐患识别成为</a:t>
            </a:r>
            <a:r>
              <a:rPr lang="zh-CN" altLang="en-US" sz="2200" b="1" dirty="0">
                <a:solidFill>
                  <a:srgbClr val="FFFF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新趋势</a:t>
            </a:r>
            <a:endParaRPr lang="en-US" altLang="zh-CN" sz="2200" b="1" dirty="0">
              <a:solidFill>
                <a:srgbClr val="FFFF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“智能井盖”</a:t>
            </a:r>
            <a:r>
              <a:rPr lang="zh-CN" altLang="en-US" sz="2200" b="1" dirty="0">
                <a:solidFill>
                  <a:srgbClr val="FFFF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+mn-lt"/>
              </a:rPr>
              <a:t>造福千家万户</a:t>
            </a:r>
            <a:endParaRPr lang="zh-CN" altLang="en-US" sz="2200" b="1" dirty="0">
              <a:solidFill>
                <a:srgbClr val="FFFF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+mn-l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5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46685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3007"/>
            <a:ext cx="7724341" cy="442222"/>
            <a:chOff x="3002280" y="2957798"/>
            <a:chExt cx="7724341" cy="442222"/>
          </a:xfrm>
        </p:grpSpPr>
        <p:grpSp>
          <p:nvGrpSpPr>
            <p:cNvPr id="3" name="组合 2"/>
            <p:cNvGrpSpPr/>
            <p:nvPr/>
          </p:nvGrpSpPr>
          <p:grpSpPr>
            <a:xfrm>
              <a:off x="3129930" y="2957798"/>
              <a:ext cx="5929487" cy="402754"/>
              <a:chOff x="1987231" y="3564544"/>
              <a:chExt cx="5929487" cy="402754"/>
            </a:xfrm>
          </p:grpSpPr>
          <p:sp>
            <p:nvSpPr>
              <p:cNvPr id="7" name="Rectangle 8"/>
              <p:cNvSpPr>
                <a:spLocks noChangeArrowheads="1"/>
              </p:cNvSpPr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987231" y="3564544"/>
                <a:ext cx="1411366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项目背景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5000196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解决方案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1"/>
          <a:srcRect l="601" t="-203" r="-1185" b="203"/>
          <a:stretch>
            <a:fillRect/>
          </a:stretch>
        </p:blipFill>
        <p:spPr>
          <a:xfrm>
            <a:off x="2954655" y="2162175"/>
            <a:ext cx="6108700" cy="424942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359" y="1777439"/>
            <a:ext cx="2784179" cy="377516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282747" y="868049"/>
            <a:ext cx="221488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问题分析</a:t>
            </a:r>
            <a:endParaRPr lang="zh-CN" altLang="en-US" sz="4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m80F7T7Gl6ClRkfdiEdTxyDvMliOpRZRhO3uXT9JBLM7aRectangle 5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712762"/>
            <a:ext cx="12192000" cy="8283524"/>
          </a:xfrm>
          <a:custGeom>
            <a:avLst/>
            <a:gdLst>
              <a:gd name="T0" fmla="*/ 4388 w 11977"/>
              <a:gd name="T1" fmla="*/ 6949 h 8137"/>
              <a:gd name="T2" fmla="*/ 823 w 11977"/>
              <a:gd name="T3" fmla="*/ 3292 h 8137"/>
              <a:gd name="T4" fmla="*/ 183 w 11977"/>
              <a:gd name="T5" fmla="*/ 3292 h 8137"/>
              <a:gd name="T6" fmla="*/ 183 w 11977"/>
              <a:gd name="T7" fmla="*/ 4023 h 8137"/>
              <a:gd name="T8" fmla="*/ 4023 w 11977"/>
              <a:gd name="T9" fmla="*/ 7863 h 8137"/>
              <a:gd name="T10" fmla="*/ 4663 w 11977"/>
              <a:gd name="T11" fmla="*/ 7955 h 8137"/>
              <a:gd name="T12" fmla="*/ 11794 w 11977"/>
              <a:gd name="T13" fmla="*/ 823 h 8137"/>
              <a:gd name="T14" fmla="*/ 11794 w 11977"/>
              <a:gd name="T15" fmla="*/ 183 h 8137"/>
              <a:gd name="T16" fmla="*/ 11154 w 11977"/>
              <a:gd name="T17" fmla="*/ 183 h 8137"/>
              <a:gd name="T18" fmla="*/ 4388 w 11977"/>
              <a:gd name="T19" fmla="*/ 6949 h 8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977" h="8137">
                <a:moveTo>
                  <a:pt x="4388" y="6949"/>
                </a:moveTo>
                <a:lnTo>
                  <a:pt x="823" y="3292"/>
                </a:lnTo>
                <a:cubicBezTo>
                  <a:pt x="640" y="3109"/>
                  <a:pt x="365" y="3109"/>
                  <a:pt x="183" y="3292"/>
                </a:cubicBezTo>
                <a:cubicBezTo>
                  <a:pt x="0" y="3475"/>
                  <a:pt x="0" y="3840"/>
                  <a:pt x="183" y="4023"/>
                </a:cubicBezTo>
                <a:lnTo>
                  <a:pt x="4023" y="7863"/>
                </a:lnTo>
                <a:cubicBezTo>
                  <a:pt x="4205" y="8137"/>
                  <a:pt x="4480" y="8137"/>
                  <a:pt x="4663" y="7955"/>
                </a:cubicBezTo>
                <a:lnTo>
                  <a:pt x="11794" y="823"/>
                </a:lnTo>
                <a:cubicBezTo>
                  <a:pt x="11977" y="640"/>
                  <a:pt x="11977" y="366"/>
                  <a:pt x="11794" y="183"/>
                </a:cubicBezTo>
                <a:cubicBezTo>
                  <a:pt x="11611" y="0"/>
                  <a:pt x="11337" y="0"/>
                  <a:pt x="11154" y="183"/>
                </a:cubicBezTo>
                <a:lnTo>
                  <a:pt x="4388" y="69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1"/>
          <p:cNvGrpSpPr>
            <a:grpSpLocks noGrp="1" noRot="1" noMove="1" noResize="1" noUngrp="1"/>
          </p:cNvGrpSpPr>
          <p:nvPr/>
        </p:nvGrpSpPr>
        <p:grpSpPr>
          <a:xfrm>
            <a:off x="4266459" y="683007"/>
            <a:ext cx="7724341" cy="442222"/>
            <a:chOff x="3002280" y="2957798"/>
            <a:chExt cx="7724341" cy="442222"/>
          </a:xfrm>
        </p:grpSpPr>
        <p:grpSp>
          <p:nvGrpSpPr>
            <p:cNvPr id="3" name="组合 2"/>
            <p:cNvGrpSpPr>
              <a:grpSpLocks noGrp="1" noRot="1" noMove="1" noResize="1" noUngrp="1"/>
            </p:cNvGrpSpPr>
            <p:nvPr/>
          </p:nvGrpSpPr>
          <p:grpSpPr>
            <a:xfrm>
              <a:off x="3129930" y="2957798"/>
              <a:ext cx="5929487" cy="402754"/>
              <a:chOff x="1987231" y="3564544"/>
              <a:chExt cx="5929487" cy="402754"/>
            </a:xfrm>
          </p:grpSpPr>
          <p:sp>
            <p:nvSpPr>
              <p:cNvPr id="7" name="Rectangle 8"/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987231" y="3564544"/>
                <a:ext cx="1411366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项目背景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5000196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解决方案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>
              <a:grpSpLocks noGrp="1" noRot="1" noMove="1" noResize="1" noUngrp="1"/>
            </p:cNvGrpSpPr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矩形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570" y="1384821"/>
            <a:ext cx="2836560" cy="3523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52674" y="2019924"/>
            <a:ext cx="2836560" cy="3523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58735" y="1173838"/>
            <a:ext cx="2825239" cy="349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81524" y="3129605"/>
            <a:ext cx="2836559" cy="3523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26777" y="4384573"/>
            <a:ext cx="2836560" cy="4929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268496" y="5071881"/>
            <a:ext cx="2836560" cy="4929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247414" y="4182818"/>
            <a:ext cx="2836560" cy="4929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281523" y="6160647"/>
            <a:ext cx="2836560" cy="4929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983945" y="2308205"/>
            <a:ext cx="1847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-458470" y="4384675"/>
            <a:ext cx="4006850" cy="417195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/>
            <a:r>
              <a:rPr lang="zh-CN" altLang="en-US" sz="2400" b="1" cap="none" spc="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类间差距小</a:t>
            </a:r>
            <a:endParaRPr lang="zh-CN" altLang="en-US" sz="2400" b="1" cap="none" spc="0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74339" y="5082891"/>
            <a:ext cx="400714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1" cap="none" spc="0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类内差距</a:t>
            </a:r>
            <a:r>
              <a:rPr lang="zh-CN" altLang="en-US" sz="24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大</a:t>
            </a:r>
            <a:endParaRPr lang="zh-CN" altLang="en-US" sz="2400" b="1" cap="none" spc="0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00509" y="4191020"/>
            <a:ext cx="400714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  数据少且不均衡</a:t>
            </a:r>
            <a:endParaRPr lang="zh-CN" altLang="en-US" sz="2400" b="1" cap="none" spc="0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696232" y="6176291"/>
            <a:ext cx="400714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</a:rPr>
              <a:t>标签存在误差</a:t>
            </a:r>
            <a:endParaRPr lang="zh-CN" altLang="en-US" sz="2400" b="1" cap="none" spc="0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1834" t="6419" r="5006" b="16006"/>
          <a:stretch>
            <a:fillRect/>
          </a:stretch>
        </p:blipFill>
        <p:spPr>
          <a:xfrm>
            <a:off x="127000" y="1414780"/>
            <a:ext cx="2837180" cy="296989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170" y="2009140"/>
            <a:ext cx="2835275" cy="306260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r="26323" b="-5007"/>
          <a:stretch>
            <a:fillRect/>
          </a:stretch>
        </p:blipFill>
        <p:spPr>
          <a:xfrm>
            <a:off x="9282430" y="3145790"/>
            <a:ext cx="2821940" cy="3154045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6254785" y="1195436"/>
            <a:ext cx="2835357" cy="2987180"/>
            <a:chOff x="6254785" y="1180196"/>
            <a:chExt cx="2835357" cy="2987180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4"/>
            <a:srcRect t="19983" b="14387"/>
            <a:stretch>
              <a:fillRect/>
            </a:stretch>
          </p:blipFill>
          <p:spPr>
            <a:xfrm>
              <a:off x="6264443" y="1799052"/>
              <a:ext cx="2806700" cy="2368324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4785" y="1180196"/>
              <a:ext cx="2835357" cy="61103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6469552" y="1488457"/>
            <a:ext cx="222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类别           数量</a:t>
            </a:r>
            <a:endParaRPr lang="zh-CN" altLang="en-US" dirty="0"/>
          </a:p>
        </p:txBody>
      </p:sp>
      <p:sp>
        <p:nvSpPr>
          <p:cNvPr id="37" name="乘号 36"/>
          <p:cNvSpPr/>
          <p:nvPr/>
        </p:nvSpPr>
        <p:spPr>
          <a:xfrm>
            <a:off x="9105779" y="3029899"/>
            <a:ext cx="619578" cy="61737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iconfont-1043-169336"/>
          <p:cNvSpPr/>
          <p:nvPr/>
        </p:nvSpPr>
        <p:spPr>
          <a:xfrm>
            <a:off x="9956843" y="3647271"/>
            <a:ext cx="609685" cy="608392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圆角矩形 43"/>
          <p:cNvSpPr/>
          <p:nvPr>
            <p:custDataLst>
              <p:tags r:id="rId6"/>
            </p:custDataLst>
          </p:nvPr>
        </p:nvSpPr>
        <p:spPr>
          <a:xfrm>
            <a:off x="362773" y="5091212"/>
            <a:ext cx="1741714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难以区分！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3"/>
          <p:cNvSpPr/>
          <p:nvPr>
            <p:custDataLst>
              <p:tags r:id="rId7"/>
            </p:custDataLst>
          </p:nvPr>
        </p:nvSpPr>
        <p:spPr>
          <a:xfrm>
            <a:off x="3907092" y="5750667"/>
            <a:ext cx="1551577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同一类？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75990" y="1283970"/>
            <a:ext cx="1754505" cy="566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难点分析</a:t>
            </a:r>
            <a:endParaRPr lang="zh-CN" altLang="en-US" sz="28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09669" y="5970086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537405" y="6307728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063893" y="2960442"/>
              <a:ext cx="5995524" cy="400110"/>
              <a:chOff x="1921194" y="3567188"/>
              <a:chExt cx="5995524" cy="400110"/>
            </a:xfrm>
          </p:grpSpPr>
          <p:sp>
            <p:nvSpPr>
              <p:cNvPr id="7" name="Rectangle 8"/>
              <p:cNvSpPr>
                <a:spLocks noChangeArrowheads="1"/>
              </p:cNvSpPr>
              <p:nvPr/>
            </p:nvSpPr>
            <p:spPr bwMode="auto">
              <a:xfrm>
                <a:off x="1921194" y="3620358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353376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创新实现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5000196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解决方案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69595" y="1720850"/>
            <a:ext cx="5168814" cy="4959985"/>
            <a:chOff x="1621" y="2830"/>
            <a:chExt cx="7376" cy="7332"/>
          </a:xfrm>
        </p:grpSpPr>
        <p:sp>
          <p:nvSpPr>
            <p:cNvPr id="58" name="任意多边形: 形状 57"/>
            <p:cNvSpPr/>
            <p:nvPr>
              <p:custDataLst>
                <p:tags r:id="rId1"/>
              </p:custDataLst>
            </p:nvPr>
          </p:nvSpPr>
          <p:spPr>
            <a:xfrm>
              <a:off x="1621" y="2834"/>
              <a:ext cx="7358" cy="7328"/>
            </a:xfrm>
            <a:custGeom>
              <a:avLst/>
              <a:gdLst>
                <a:gd name="connsiteX0" fmla="*/ 0 w 3457639"/>
                <a:gd name="connsiteY0" fmla="*/ 0 h 3883025"/>
                <a:gd name="connsiteX1" fmla="*/ 2943281 w 3457639"/>
                <a:gd name="connsiteY1" fmla="*/ 0 h 3883025"/>
                <a:gd name="connsiteX2" fmla="*/ 3457639 w 3457639"/>
                <a:gd name="connsiteY2" fmla="*/ 514358 h 3883025"/>
                <a:gd name="connsiteX3" fmla="*/ 3457639 w 3457639"/>
                <a:gd name="connsiteY3" fmla="*/ 3883025 h 3883025"/>
                <a:gd name="connsiteX4" fmla="*/ 208782 w 3457639"/>
                <a:gd name="connsiteY4" fmla="*/ 3883025 h 3883025"/>
                <a:gd name="connsiteX5" fmla="*/ 0 w 3457639"/>
                <a:gd name="connsiteY5" fmla="*/ 3674243 h 38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7639" h="3883025">
                  <a:moveTo>
                    <a:pt x="0" y="0"/>
                  </a:moveTo>
                  <a:lnTo>
                    <a:pt x="2943281" y="0"/>
                  </a:lnTo>
                  <a:lnTo>
                    <a:pt x="3457639" y="514358"/>
                  </a:lnTo>
                  <a:lnTo>
                    <a:pt x="3457639" y="3883025"/>
                  </a:lnTo>
                  <a:lnTo>
                    <a:pt x="208782" y="3883025"/>
                  </a:lnTo>
                  <a:lnTo>
                    <a:pt x="0" y="3674243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rgbClr val="1CADE4">
                      <a:lumMod val="30000"/>
                      <a:lumOff val="70000"/>
                    </a:srgbClr>
                  </a:gs>
                  <a:gs pos="75000">
                    <a:srgbClr val="1CADE4">
                      <a:alpha val="0"/>
                    </a:srgbClr>
                  </a:gs>
                  <a:gs pos="0">
                    <a:schemeClr val="accent1"/>
                  </a:gs>
                  <a:gs pos="2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2"/>
              </p:custDataLst>
            </p:nvPr>
          </p:nvSpPr>
          <p:spPr>
            <a:xfrm>
              <a:off x="7888" y="2830"/>
              <a:ext cx="1109" cy="1046"/>
            </a:xfrm>
            <a:custGeom>
              <a:avLst/>
              <a:gdLst>
                <a:gd name="connsiteX0" fmla="*/ 0 w 635957"/>
                <a:gd name="connsiteY0" fmla="*/ 0 h 635957"/>
                <a:gd name="connsiteX1" fmla="*/ 122428 w 635957"/>
                <a:gd name="connsiteY1" fmla="*/ 0 h 635957"/>
                <a:gd name="connsiteX2" fmla="*/ 635957 w 635957"/>
                <a:gd name="connsiteY2" fmla="*/ 513529 h 635957"/>
                <a:gd name="connsiteX3" fmla="*/ 635957 w 635957"/>
                <a:gd name="connsiteY3" fmla="*/ 635957 h 63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957" h="635957">
                  <a:moveTo>
                    <a:pt x="0" y="0"/>
                  </a:moveTo>
                  <a:lnTo>
                    <a:pt x="122428" y="0"/>
                  </a:lnTo>
                  <a:lnTo>
                    <a:pt x="635957" y="513529"/>
                  </a:lnTo>
                  <a:lnTo>
                    <a:pt x="635957" y="6359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3"/>
              </p:custDataLst>
            </p:nvPr>
          </p:nvSpPr>
          <p:spPr>
            <a:xfrm rot="5400000">
              <a:off x="1644" y="2811"/>
              <a:ext cx="360" cy="405"/>
            </a:xfrm>
            <a:custGeom>
              <a:avLst/>
              <a:gdLst>
                <a:gd name="connsiteX0" fmla="*/ 0 w 233362"/>
                <a:gd name="connsiteY0" fmla="*/ 233362 h 233362"/>
                <a:gd name="connsiteX1" fmla="*/ 0 w 233362"/>
                <a:gd name="connsiteY1" fmla="*/ 0 h 233362"/>
                <a:gd name="connsiteX2" fmla="*/ 28575 w 233362"/>
                <a:gd name="connsiteY2" fmla="*/ 0 h 233362"/>
                <a:gd name="connsiteX3" fmla="*/ 28575 w 233362"/>
                <a:gd name="connsiteY3" fmla="*/ 204786 h 233362"/>
                <a:gd name="connsiteX4" fmla="*/ 233362 w 233362"/>
                <a:gd name="connsiteY4" fmla="*/ 204786 h 233362"/>
                <a:gd name="connsiteX5" fmla="*/ 233362 w 233362"/>
                <a:gd name="connsiteY5" fmla="*/ 233362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362" h="233362">
                  <a:moveTo>
                    <a:pt x="0" y="233362"/>
                  </a:moveTo>
                  <a:lnTo>
                    <a:pt x="0" y="0"/>
                  </a:lnTo>
                  <a:lnTo>
                    <a:pt x="28575" y="0"/>
                  </a:lnTo>
                  <a:lnTo>
                    <a:pt x="28575" y="204786"/>
                  </a:lnTo>
                  <a:lnTo>
                    <a:pt x="233362" y="204786"/>
                  </a:lnTo>
                  <a:lnTo>
                    <a:pt x="233362" y="233362"/>
                  </a:lnTo>
                  <a:close/>
                </a:path>
              </a:pathLst>
            </a:cu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4"/>
              </p:custDataLst>
            </p:nvPr>
          </p:nvSpPr>
          <p:spPr>
            <a:xfrm>
              <a:off x="1621" y="9416"/>
              <a:ext cx="446" cy="746"/>
            </a:xfrm>
            <a:custGeom>
              <a:avLst/>
              <a:gdLst>
                <a:gd name="connsiteX0" fmla="*/ 0 w 209550"/>
                <a:gd name="connsiteY0" fmla="*/ 0 h 395288"/>
                <a:gd name="connsiteX1" fmla="*/ 0 w 209550"/>
                <a:gd name="connsiteY1" fmla="*/ 185738 h 395288"/>
                <a:gd name="connsiteX2" fmla="*/ 209550 w 209550"/>
                <a:gd name="connsiteY2" fmla="*/ 395288 h 39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550" h="395288">
                  <a:moveTo>
                    <a:pt x="0" y="0"/>
                  </a:moveTo>
                  <a:lnTo>
                    <a:pt x="0" y="185738"/>
                  </a:lnTo>
                  <a:lnTo>
                    <a:pt x="209550" y="395288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5"/>
            </p:custDataLst>
          </p:nvPr>
        </p:nvGrpSpPr>
        <p:grpSpPr>
          <a:xfrm>
            <a:off x="6637655" y="1715770"/>
            <a:ext cx="4984750" cy="5139690"/>
            <a:chOff x="7869376" y="212903"/>
            <a:chExt cx="2501702" cy="2957776"/>
          </a:xfrm>
        </p:grpSpPr>
        <p:sp>
          <p:nvSpPr>
            <p:cNvPr id="20" name="任意多边形: 形状 19"/>
            <p:cNvSpPr/>
            <p:nvPr>
              <p:custDataLst>
                <p:tags r:id="rId6"/>
              </p:custDataLst>
            </p:nvPr>
          </p:nvSpPr>
          <p:spPr>
            <a:xfrm>
              <a:off x="10000125" y="212903"/>
              <a:ext cx="370953" cy="409645"/>
            </a:xfrm>
            <a:custGeom>
              <a:avLst/>
              <a:gdLst>
                <a:gd name="connsiteX0" fmla="*/ 0 w 635957"/>
                <a:gd name="connsiteY0" fmla="*/ 0 h 635957"/>
                <a:gd name="connsiteX1" fmla="*/ 122428 w 635957"/>
                <a:gd name="connsiteY1" fmla="*/ 0 h 635957"/>
                <a:gd name="connsiteX2" fmla="*/ 635957 w 635957"/>
                <a:gd name="connsiteY2" fmla="*/ 513529 h 635957"/>
                <a:gd name="connsiteX3" fmla="*/ 635957 w 635957"/>
                <a:gd name="connsiteY3" fmla="*/ 635957 h 635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5957" h="635957">
                  <a:moveTo>
                    <a:pt x="0" y="0"/>
                  </a:moveTo>
                  <a:lnTo>
                    <a:pt x="122428" y="0"/>
                  </a:lnTo>
                  <a:lnTo>
                    <a:pt x="635957" y="513529"/>
                  </a:lnTo>
                  <a:lnTo>
                    <a:pt x="635957" y="6359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7"/>
              </p:custDataLst>
            </p:nvPr>
          </p:nvSpPr>
          <p:spPr>
            <a:xfrm>
              <a:off x="7869376" y="214383"/>
              <a:ext cx="2501702" cy="2956296"/>
            </a:xfrm>
            <a:custGeom>
              <a:avLst/>
              <a:gdLst>
                <a:gd name="connsiteX0" fmla="*/ 0 w 3457639"/>
                <a:gd name="connsiteY0" fmla="*/ 0 h 3883025"/>
                <a:gd name="connsiteX1" fmla="*/ 2943281 w 3457639"/>
                <a:gd name="connsiteY1" fmla="*/ 0 h 3883025"/>
                <a:gd name="connsiteX2" fmla="*/ 3457639 w 3457639"/>
                <a:gd name="connsiteY2" fmla="*/ 514358 h 3883025"/>
                <a:gd name="connsiteX3" fmla="*/ 3457639 w 3457639"/>
                <a:gd name="connsiteY3" fmla="*/ 3883025 h 3883025"/>
                <a:gd name="connsiteX4" fmla="*/ 208782 w 3457639"/>
                <a:gd name="connsiteY4" fmla="*/ 3883025 h 3883025"/>
                <a:gd name="connsiteX5" fmla="*/ 0 w 3457639"/>
                <a:gd name="connsiteY5" fmla="*/ 3674243 h 38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7639" h="3883025">
                  <a:moveTo>
                    <a:pt x="0" y="0"/>
                  </a:moveTo>
                  <a:lnTo>
                    <a:pt x="2943281" y="0"/>
                  </a:lnTo>
                  <a:lnTo>
                    <a:pt x="3457639" y="514358"/>
                  </a:lnTo>
                  <a:lnTo>
                    <a:pt x="3457639" y="3883025"/>
                  </a:lnTo>
                  <a:lnTo>
                    <a:pt x="208782" y="3883025"/>
                  </a:lnTo>
                  <a:lnTo>
                    <a:pt x="0" y="3674243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  <a:gs pos="0">
                  <a:schemeClr val="accent1">
                    <a:alpha val="2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rgbClr val="1CADE4">
                      <a:lumMod val="30000"/>
                      <a:lumOff val="70000"/>
                    </a:srgbClr>
                  </a:gs>
                  <a:gs pos="75000">
                    <a:srgbClr val="1CADE4">
                      <a:alpha val="0"/>
                    </a:srgbClr>
                  </a:gs>
                  <a:gs pos="0">
                    <a:schemeClr val="accent1"/>
                  </a:gs>
                  <a:gs pos="2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8"/>
              </p:custDataLst>
            </p:nvPr>
          </p:nvSpPr>
          <p:spPr>
            <a:xfrm rot="5400000">
              <a:off x="7869377" y="214554"/>
              <a:ext cx="137828" cy="137828"/>
            </a:xfrm>
            <a:custGeom>
              <a:avLst/>
              <a:gdLst>
                <a:gd name="connsiteX0" fmla="*/ 0 w 233362"/>
                <a:gd name="connsiteY0" fmla="*/ 233362 h 233362"/>
                <a:gd name="connsiteX1" fmla="*/ 0 w 233362"/>
                <a:gd name="connsiteY1" fmla="*/ 0 h 233362"/>
                <a:gd name="connsiteX2" fmla="*/ 28575 w 233362"/>
                <a:gd name="connsiteY2" fmla="*/ 0 h 233362"/>
                <a:gd name="connsiteX3" fmla="*/ 28575 w 233362"/>
                <a:gd name="connsiteY3" fmla="*/ 204786 h 233362"/>
                <a:gd name="connsiteX4" fmla="*/ 233362 w 233362"/>
                <a:gd name="connsiteY4" fmla="*/ 204786 h 233362"/>
                <a:gd name="connsiteX5" fmla="*/ 233362 w 233362"/>
                <a:gd name="connsiteY5" fmla="*/ 233362 h 233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362" h="233362">
                  <a:moveTo>
                    <a:pt x="0" y="233362"/>
                  </a:moveTo>
                  <a:lnTo>
                    <a:pt x="0" y="0"/>
                  </a:lnTo>
                  <a:lnTo>
                    <a:pt x="28575" y="0"/>
                  </a:lnTo>
                  <a:lnTo>
                    <a:pt x="28575" y="204786"/>
                  </a:lnTo>
                  <a:lnTo>
                    <a:pt x="233362" y="204786"/>
                  </a:lnTo>
                  <a:lnTo>
                    <a:pt x="233362" y="233362"/>
                  </a:lnTo>
                  <a:close/>
                </a:path>
              </a:pathLst>
            </a:cu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5" name="Rectangle 45"/>
          <p:cNvSpPr/>
          <p:nvPr>
            <p:custDataLst>
              <p:tags r:id="rId9"/>
            </p:custDataLst>
          </p:nvPr>
        </p:nvSpPr>
        <p:spPr>
          <a:xfrm>
            <a:off x="7636363" y="1137660"/>
            <a:ext cx="27216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     模型创新</a:t>
            </a:r>
            <a:endParaRPr lang="id-ID" sz="3200" b="1" dirty="0">
              <a:solidFill>
                <a:schemeClr val="accent2"/>
              </a:solidFill>
              <a:latin typeface="Nexa Bold" panose="02000000000000000000" pitchFamily="50" charset="0"/>
              <a:cs typeface="Segoe UI Light" panose="020B0502040204020203" pitchFamily="34" charset="0"/>
            </a:endParaRPr>
          </a:p>
        </p:txBody>
      </p:sp>
      <p:pic>
        <p:nvPicPr>
          <p:cNvPr id="1026" name="Picture 2" descr="网络爬虫图标_网络爬虫icon_网络爬虫矢量图标_88ICON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" y="2428240"/>
            <a:ext cx="1269365" cy="13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上进小菜猪_社区达人页_阿里云开发者社区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4" t="37127" r="14666" b="36354"/>
          <a:stretch>
            <a:fillRect/>
          </a:stretch>
        </p:blipFill>
        <p:spPr bwMode="auto">
          <a:xfrm>
            <a:off x="2978785" y="2780665"/>
            <a:ext cx="2081530" cy="64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1"/>
          <p:cNvSpPr/>
          <p:nvPr>
            <p:custDataLst>
              <p:tags r:id="rId12"/>
            </p:custDataLst>
          </p:nvPr>
        </p:nvSpPr>
        <p:spPr>
          <a:xfrm>
            <a:off x="1041214" y="1077097"/>
            <a:ext cx="332294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       </a:t>
            </a:r>
            <a:r>
              <a:rPr lang="zh-CN" altLang="id-ID" sz="3200" b="1" dirty="0">
                <a:solidFill>
                  <a:schemeClr val="accent1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数据创新</a:t>
            </a:r>
            <a:endParaRPr lang="zh-CN" altLang="id-ID" sz="3200" b="1" dirty="0">
              <a:solidFill>
                <a:schemeClr val="accent1"/>
              </a:solidFill>
              <a:latin typeface="Nexa Bold" panose="02000000000000000000" pitchFamily="50" charset="0"/>
              <a:cs typeface="Segoe UI Light" panose="020B0502040204020203" pitchFamily="34" charset="0"/>
            </a:endParaRPr>
          </a:p>
        </p:txBody>
      </p:sp>
      <p:sp>
        <p:nvSpPr>
          <p:cNvPr id="15" name="Text Placeholder 4"/>
          <p:cNvSpPr txBox="1"/>
          <p:nvPr>
            <p:custDataLst>
              <p:tags r:id="rId13"/>
            </p:custDataLst>
          </p:nvPr>
        </p:nvSpPr>
        <p:spPr>
          <a:xfrm>
            <a:off x="1724025" y="1861185"/>
            <a:ext cx="2266950" cy="6616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id-ID" sz="2400" b="1" dirty="0">
                <a:solidFill>
                  <a:srgbClr val="C00000"/>
                </a:solidFill>
                <a:ea typeface="华文细黑" panose="02010600040101010101" charset="-122"/>
                <a:cs typeface="华文细黑" panose="02010600040101010101" charset="-122"/>
              </a:rPr>
              <a:t>数据多源</a:t>
            </a:r>
            <a:r>
              <a:rPr lang="zh-CN" altLang="id-ID" sz="2400" b="1" dirty="0">
                <a:solidFill>
                  <a:srgbClr val="C00000"/>
                </a:solidFill>
                <a:ea typeface="华文细黑" panose="02010600040101010101" charset="-122"/>
                <a:cs typeface="华文细黑" panose="02010600040101010101" charset="-122"/>
              </a:rPr>
              <a:t>化</a:t>
            </a:r>
            <a:endParaRPr lang="zh-CN" altLang="id-ID" sz="2400" b="1" dirty="0">
              <a:solidFill>
                <a:srgbClr val="C00000"/>
              </a:solidFill>
              <a:ea typeface="华文细黑" panose="02010600040101010101" charset="-122"/>
              <a:cs typeface="华文细黑" panose="02010600040101010101" charset="-122"/>
            </a:endParaRPr>
          </a:p>
        </p:txBody>
      </p:sp>
      <p:sp>
        <p:nvSpPr>
          <p:cNvPr id="27" name="Text Placeholder 4"/>
          <p:cNvSpPr txBox="1"/>
          <p:nvPr>
            <p:custDataLst>
              <p:tags r:id="rId14"/>
            </p:custDataLst>
          </p:nvPr>
        </p:nvSpPr>
        <p:spPr>
          <a:xfrm>
            <a:off x="1786255" y="3731895"/>
            <a:ext cx="2696210" cy="6616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数据精细化</a:t>
            </a:r>
            <a:endParaRPr lang="zh-CN" altLang="en-US" sz="2400" b="1" dirty="0">
              <a:solidFill>
                <a:srgbClr val="C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95453" y="4178249"/>
            <a:ext cx="6099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华文细黑" panose="02010600040101010101" charset="-122"/>
                <a:cs typeface="华文细黑" panose="02010600040101010101" charset="-122"/>
                <a:sym typeface="+mn-ea"/>
              </a:rPr>
              <a:t>   样本细分类</a:t>
            </a:r>
            <a:r>
              <a:rPr lang="en-US" altLang="id-ID" b="1" dirty="0">
                <a:ea typeface="华文细黑" panose="02010600040101010101" charset="-122"/>
                <a:cs typeface="华文细黑" panose="02010600040101010101" charset="-122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34" name="流程图: 可选过程 33"/>
          <p:cNvSpPr/>
          <p:nvPr/>
        </p:nvSpPr>
        <p:spPr>
          <a:xfrm>
            <a:off x="1041400" y="4577080"/>
            <a:ext cx="1991995" cy="9144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流程图: 可选过程 34"/>
          <p:cNvSpPr/>
          <p:nvPr/>
        </p:nvSpPr>
        <p:spPr>
          <a:xfrm>
            <a:off x="3310255" y="4561840"/>
            <a:ext cx="1991995" cy="89027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693545" y="4598670"/>
            <a:ext cx="93980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井盖</a:t>
            </a:r>
            <a:endParaRPr lang="zh-CN" altLang="en-US" sz="1400" dirty="0"/>
          </a:p>
        </p:txBody>
      </p:sp>
      <p:sp>
        <p:nvSpPr>
          <p:cNvPr id="37" name="流程图: 可选过程 36"/>
          <p:cNvSpPr/>
          <p:nvPr/>
        </p:nvSpPr>
        <p:spPr>
          <a:xfrm>
            <a:off x="1141095" y="4901565"/>
            <a:ext cx="894715" cy="20066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good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流程图: 可选过程 38"/>
          <p:cNvSpPr/>
          <p:nvPr/>
        </p:nvSpPr>
        <p:spPr>
          <a:xfrm>
            <a:off x="2197735" y="5166995"/>
            <a:ext cx="804545" cy="20510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lose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流程图: 可选过程 39"/>
          <p:cNvSpPr/>
          <p:nvPr/>
        </p:nvSpPr>
        <p:spPr>
          <a:xfrm>
            <a:off x="1096010" y="5165090"/>
            <a:ext cx="1030605" cy="20510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流程图: 可选过程 40"/>
          <p:cNvSpPr/>
          <p:nvPr/>
        </p:nvSpPr>
        <p:spPr>
          <a:xfrm>
            <a:off x="2126615" y="4897755"/>
            <a:ext cx="894715" cy="20510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broken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15365" y="5074920"/>
            <a:ext cx="128714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uncovered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4062095" y="4605655"/>
            <a:ext cx="77089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dirty="0"/>
              <a:t>井圈</a:t>
            </a:r>
            <a:endParaRPr lang="zh-CN" altLang="en-US" sz="1400" dirty="0"/>
          </a:p>
        </p:txBody>
      </p:sp>
      <p:sp>
        <p:nvSpPr>
          <p:cNvPr id="44" name="流程图: 可选过程 43"/>
          <p:cNvSpPr/>
          <p:nvPr/>
        </p:nvSpPr>
        <p:spPr>
          <a:xfrm>
            <a:off x="3334385" y="4913630"/>
            <a:ext cx="855345" cy="31051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good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流程图: 可选过程 44"/>
          <p:cNvSpPr/>
          <p:nvPr/>
        </p:nvSpPr>
        <p:spPr>
          <a:xfrm>
            <a:off x="4213860" y="4906645"/>
            <a:ext cx="1089025" cy="310515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problem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11835" y="5577205"/>
            <a:ext cx="2696210" cy="379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kumimoji="0" lang="en-US" alt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井圈单独分割标注</a:t>
            </a:r>
            <a:endParaRPr lang="zh-CN" altLang="en-US" dirty="0"/>
          </a:p>
        </p:txBody>
      </p:sp>
      <p:sp>
        <p:nvSpPr>
          <p:cNvPr id="48" name="流程图: 可选过程 47"/>
          <p:cNvSpPr/>
          <p:nvPr/>
        </p:nvSpPr>
        <p:spPr>
          <a:xfrm>
            <a:off x="1123950" y="6041390"/>
            <a:ext cx="2193290" cy="4597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3875" y="5891530"/>
            <a:ext cx="3394075" cy="727075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/>
            <a:r>
              <a:rPr lang="en-US" altLang="zh-CN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Lableme</a:t>
            </a:r>
            <a:endParaRPr lang="zh-CN" altLang="en-US" sz="4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1" name="Text Placeholder 4"/>
          <p:cNvSpPr txBox="1"/>
          <p:nvPr>
            <p:custDataLst>
              <p:tags r:id="rId15"/>
            </p:custDataLst>
          </p:nvPr>
        </p:nvSpPr>
        <p:spPr>
          <a:xfrm>
            <a:off x="6845387" y="1721239"/>
            <a:ext cx="3593015" cy="4385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  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基于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Yolo v8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的目标检测模型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pPr marL="0" indent="0">
              <a:lnSpc>
                <a:spcPct val="114000"/>
              </a:lnSpc>
              <a:buNone/>
              <a:defRPr/>
            </a:pPr>
            <a:endParaRPr lang="zh-CN" altLang="en-US" sz="2400" b="1" dirty="0">
              <a:solidFill>
                <a:srgbClr val="C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sp>
        <p:nvSpPr>
          <p:cNvPr id="62" name="Text Placeholder 4"/>
          <p:cNvSpPr txBox="1"/>
          <p:nvPr>
            <p:custDataLst>
              <p:tags r:id="rId16"/>
            </p:custDataLst>
          </p:nvPr>
        </p:nvSpPr>
        <p:spPr>
          <a:xfrm>
            <a:off x="6570980" y="3026097"/>
            <a:ext cx="4984594" cy="6445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  </a:t>
            </a:r>
            <a:r>
              <a:rPr lang="zh-CN" altLang="en-US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基于</a:t>
            </a:r>
            <a:r>
              <a:rPr lang="en-US" altLang="zh-CN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PVTv2-B2</a:t>
            </a:r>
            <a:r>
              <a:rPr lang="zh-CN" altLang="en-US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与</a:t>
            </a:r>
            <a:r>
              <a:rPr lang="en-US" altLang="zh-CN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Swin-Transformer</a:t>
            </a:r>
            <a:r>
              <a:rPr lang="zh-CN" altLang="en-US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联合</a:t>
            </a:r>
            <a:r>
              <a:rPr lang="en-US" altLang="zh-CN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          U</a:t>
            </a:r>
            <a:r>
              <a:rPr lang="zh-CN" altLang="en-US" sz="2000" b="1" dirty="0">
                <a:solidFill>
                  <a:schemeClr val="accent5"/>
                </a:solidFill>
                <a:latin typeface="等线" panose="02010600030101010101" pitchFamily="2" charset="-122"/>
                <a:ea typeface="等线" panose="02010600030101010101" pitchFamily="2" charset="-122"/>
                <a:cs typeface="华文细黑" panose="02010600040101010101" charset="-122"/>
              </a:rPr>
              <a:t>型网络结构的分割模型</a:t>
            </a:r>
            <a:endParaRPr lang="zh-CN" altLang="en-US" sz="2000" b="1" dirty="0">
              <a:solidFill>
                <a:schemeClr val="accent5"/>
              </a:solidFill>
              <a:latin typeface="等线" panose="02010600030101010101" pitchFamily="2" charset="-122"/>
              <a:ea typeface="等线" panose="02010600030101010101" pitchFamily="2" charset="-122"/>
              <a:cs typeface="华文细黑" panose="02010600040101010101" charset="-122"/>
            </a:endParaRPr>
          </a:p>
          <a:p>
            <a:pPr marL="0" indent="0">
              <a:lnSpc>
                <a:spcPct val="114000"/>
              </a:lnSpc>
              <a:buNone/>
              <a:defRPr/>
            </a:pPr>
            <a:endParaRPr lang="zh-CN" altLang="en-US" sz="2400" b="1" dirty="0">
              <a:solidFill>
                <a:srgbClr val="C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07" y="3836807"/>
            <a:ext cx="3016375" cy="1085211"/>
          </a:xfrm>
          <a:prstGeom prst="rect">
            <a:avLst/>
          </a:prstGeom>
        </p:spPr>
      </p:pic>
      <p:sp>
        <p:nvSpPr>
          <p:cNvPr id="513" name="Text Placeholder 4"/>
          <p:cNvSpPr txBox="1"/>
          <p:nvPr>
            <p:custDataLst>
              <p:tags r:id="rId18"/>
            </p:custDataLst>
          </p:nvPr>
        </p:nvSpPr>
        <p:spPr>
          <a:xfrm>
            <a:off x="6680448" y="4933405"/>
            <a:ext cx="4595791" cy="4385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  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</a:rPr>
              <a:t>融合目标检测与集成学习的分类模型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pPr marL="0" indent="0">
              <a:lnSpc>
                <a:spcPct val="114000"/>
              </a:lnSpc>
              <a:buNone/>
              <a:defRPr/>
            </a:pPr>
            <a:endParaRPr lang="zh-CN" altLang="en-US" sz="2400" b="1" dirty="0">
              <a:solidFill>
                <a:srgbClr val="C0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73240" y="2136775"/>
            <a:ext cx="4030345" cy="9785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2460" y="5319395"/>
            <a:ext cx="4217035" cy="12985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555"/>
          <p:cNvSpPr>
            <a:spLocks noChangeAspect="1"/>
          </p:cNvSpPr>
          <p:nvPr/>
        </p:nvSpPr>
        <p:spPr>
          <a:xfrm>
            <a:off x="-635" y="-13970"/>
            <a:ext cx="1219263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03630" y="2967335"/>
            <a:ext cx="1847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992755" y="6160770"/>
            <a:ext cx="5592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项目具体流程：数据集处理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-&gt; 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目标定位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-&gt; 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类别判定</a:t>
            </a:r>
            <a:endParaRPr lang="zh-CN" altLang="en-US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" y="1125229"/>
            <a:ext cx="11936923" cy="57327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109835" y="1201420"/>
            <a:ext cx="11106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latin typeface="黑体" panose="02010609060101010101" pitchFamily="49" charset="-122"/>
                <a:ea typeface="黑体" panose="02010609060101010101" pitchFamily="49" charset="-122"/>
              </a:rPr>
              <a:t>井盖类别置信度</a:t>
            </a:r>
            <a:endParaRPr lang="zh-CN" altLang="en-US" sz="1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03630" y="2967335"/>
            <a:ext cx="1847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145" name="组合 144"/>
          <p:cNvGrpSpPr/>
          <p:nvPr/>
        </p:nvGrpSpPr>
        <p:grpSpPr>
          <a:xfrm>
            <a:off x="4077335" y="1888075"/>
            <a:ext cx="3839210" cy="4646710"/>
            <a:chOff x="357165" y="1917700"/>
            <a:chExt cx="5415328" cy="3734442"/>
          </a:xfrm>
        </p:grpSpPr>
        <p:grpSp>
          <p:nvGrpSpPr>
            <p:cNvPr id="146" name="组合 145"/>
            <p:cNvGrpSpPr/>
            <p:nvPr/>
          </p:nvGrpSpPr>
          <p:grpSpPr>
            <a:xfrm>
              <a:off x="357165" y="1917700"/>
              <a:ext cx="5411876" cy="3734442"/>
              <a:chOff x="1952046" y="3129578"/>
              <a:chExt cx="1952055" cy="1290578"/>
            </a:xfrm>
            <a:gradFill flip="none" rotWithShape="1">
              <a:gsLst>
                <a:gs pos="12000">
                  <a:schemeClr val="accent1"/>
                </a:gs>
                <a:gs pos="89000">
                  <a:schemeClr val="accent1"/>
                </a:gs>
                <a:gs pos="51000">
                  <a:schemeClr val="accent1"/>
                </a:gs>
                <a:gs pos="71000">
                  <a:schemeClr val="accent2"/>
                </a:gs>
                <a:gs pos="34000">
                  <a:schemeClr val="accent2"/>
                </a:gs>
              </a:gsLst>
              <a:lin ang="2700000" scaled="1"/>
              <a:tileRect/>
            </a:gradFill>
          </p:grpSpPr>
          <p:sp>
            <p:nvSpPr>
              <p:cNvPr id="148" name="Freeform 65"/>
              <p:cNvSpPr>
                <a:spLocks noEditPoints="1"/>
              </p:cNvSpPr>
              <p:nvPr/>
            </p:nvSpPr>
            <p:spPr bwMode="auto">
              <a:xfrm>
                <a:off x="3079918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9" name="Freeform 66"/>
              <p:cNvSpPr>
                <a:spLocks noEditPoints="1"/>
              </p:cNvSpPr>
              <p:nvPr/>
            </p:nvSpPr>
            <p:spPr bwMode="auto">
              <a:xfrm>
                <a:off x="3023094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0" name="Freeform 67"/>
              <p:cNvSpPr>
                <a:spLocks noEditPoints="1"/>
              </p:cNvSpPr>
              <p:nvPr/>
            </p:nvSpPr>
            <p:spPr bwMode="auto">
              <a:xfrm>
                <a:off x="2966269" y="4360052"/>
                <a:ext cx="96165" cy="43711"/>
              </a:xfrm>
              <a:custGeom>
                <a:avLst/>
                <a:gdLst>
                  <a:gd name="T0" fmla="*/ 88 w 88"/>
                  <a:gd name="T1" fmla="*/ 40 h 40"/>
                  <a:gd name="T2" fmla="*/ 43 w 88"/>
                  <a:gd name="T3" fmla="*/ 40 h 40"/>
                  <a:gd name="T4" fmla="*/ 0 w 88"/>
                  <a:gd name="T5" fmla="*/ 0 h 40"/>
                  <a:gd name="T6" fmla="*/ 44 w 88"/>
                  <a:gd name="T7" fmla="*/ 0 h 40"/>
                  <a:gd name="T8" fmla="*/ 88 w 88"/>
                  <a:gd name="T9" fmla="*/ 40 h 40"/>
                  <a:gd name="T10" fmla="*/ 45 w 88"/>
                  <a:gd name="T11" fmla="*/ 35 h 40"/>
                  <a:gd name="T12" fmla="*/ 74 w 88"/>
                  <a:gd name="T13" fmla="*/ 35 h 40"/>
                  <a:gd name="T14" fmla="*/ 43 w 88"/>
                  <a:gd name="T15" fmla="*/ 5 h 40"/>
                  <a:gd name="T16" fmla="*/ 13 w 88"/>
                  <a:gd name="T17" fmla="*/ 5 h 40"/>
                  <a:gd name="T18" fmla="*/ 45 w 88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40">
                    <a:moveTo>
                      <a:pt x="88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8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1" name="Freeform 69"/>
              <p:cNvSpPr>
                <a:spLocks noEditPoints="1"/>
              </p:cNvSpPr>
              <p:nvPr/>
            </p:nvSpPr>
            <p:spPr bwMode="auto">
              <a:xfrm>
                <a:off x="3199032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3 w 87"/>
                  <a:gd name="T15" fmla="*/ 5 h 40"/>
                  <a:gd name="T16" fmla="*/ 14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4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2" name="Freeform 70"/>
              <p:cNvSpPr>
                <a:spLocks noEditPoints="1"/>
              </p:cNvSpPr>
              <p:nvPr/>
            </p:nvSpPr>
            <p:spPr bwMode="auto">
              <a:xfrm>
                <a:off x="3142207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3" name="Freeform 81"/>
              <p:cNvSpPr/>
              <p:nvPr/>
            </p:nvSpPr>
            <p:spPr bwMode="auto">
              <a:xfrm>
                <a:off x="2123733" y="4348032"/>
                <a:ext cx="724515" cy="66660"/>
              </a:xfrm>
              <a:custGeom>
                <a:avLst/>
                <a:gdLst>
                  <a:gd name="T0" fmla="*/ 140 w 663"/>
                  <a:gd name="T1" fmla="*/ 61 h 61"/>
                  <a:gd name="T2" fmla="*/ 0 w 663"/>
                  <a:gd name="T3" fmla="*/ 61 h 61"/>
                  <a:gd name="T4" fmla="*/ 0 w 663"/>
                  <a:gd name="T5" fmla="*/ 56 h 61"/>
                  <a:gd name="T6" fmla="*/ 138 w 663"/>
                  <a:gd name="T7" fmla="*/ 56 h 61"/>
                  <a:gd name="T8" fmla="*/ 195 w 663"/>
                  <a:gd name="T9" fmla="*/ 0 h 61"/>
                  <a:gd name="T10" fmla="*/ 347 w 663"/>
                  <a:gd name="T11" fmla="*/ 0 h 61"/>
                  <a:gd name="T12" fmla="*/ 392 w 663"/>
                  <a:gd name="T13" fmla="*/ 43 h 61"/>
                  <a:gd name="T14" fmla="*/ 663 w 663"/>
                  <a:gd name="T15" fmla="*/ 43 h 61"/>
                  <a:gd name="T16" fmla="*/ 663 w 663"/>
                  <a:gd name="T17" fmla="*/ 48 h 61"/>
                  <a:gd name="T18" fmla="*/ 389 w 663"/>
                  <a:gd name="T19" fmla="*/ 48 h 61"/>
                  <a:gd name="T20" fmla="*/ 345 w 663"/>
                  <a:gd name="T21" fmla="*/ 5 h 61"/>
                  <a:gd name="T22" fmla="*/ 198 w 663"/>
                  <a:gd name="T23" fmla="*/ 5 h 61"/>
                  <a:gd name="T24" fmla="*/ 140 w 663"/>
                  <a:gd name="T2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3" h="61">
                    <a:moveTo>
                      <a:pt x="140" y="61"/>
                    </a:moveTo>
                    <a:lnTo>
                      <a:pt x="0" y="61"/>
                    </a:lnTo>
                    <a:lnTo>
                      <a:pt x="0" y="56"/>
                    </a:lnTo>
                    <a:lnTo>
                      <a:pt x="138" y="56"/>
                    </a:lnTo>
                    <a:lnTo>
                      <a:pt x="195" y="0"/>
                    </a:lnTo>
                    <a:lnTo>
                      <a:pt x="347" y="0"/>
                    </a:lnTo>
                    <a:lnTo>
                      <a:pt x="392" y="43"/>
                    </a:lnTo>
                    <a:lnTo>
                      <a:pt x="663" y="43"/>
                    </a:lnTo>
                    <a:lnTo>
                      <a:pt x="663" y="48"/>
                    </a:lnTo>
                    <a:lnTo>
                      <a:pt x="389" y="48"/>
                    </a:lnTo>
                    <a:lnTo>
                      <a:pt x="345" y="5"/>
                    </a:lnTo>
                    <a:lnTo>
                      <a:pt x="198" y="5"/>
                    </a:lnTo>
                    <a:lnTo>
                      <a:pt x="140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4" name="Oval 83"/>
              <p:cNvSpPr>
                <a:spLocks noChangeArrowheads="1"/>
              </p:cNvSpPr>
              <p:nvPr/>
            </p:nvSpPr>
            <p:spPr bwMode="auto">
              <a:xfrm>
                <a:off x="2106248" y="4405949"/>
                <a:ext cx="10928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5" name="Oval 84"/>
              <p:cNvSpPr>
                <a:spLocks noChangeArrowheads="1"/>
              </p:cNvSpPr>
              <p:nvPr/>
            </p:nvSpPr>
            <p:spPr bwMode="auto">
              <a:xfrm>
                <a:off x="2088764" y="4405949"/>
                <a:ext cx="13113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6" name="Oval 85"/>
              <p:cNvSpPr>
                <a:spLocks noChangeArrowheads="1"/>
              </p:cNvSpPr>
              <p:nvPr/>
            </p:nvSpPr>
            <p:spPr bwMode="auto">
              <a:xfrm>
                <a:off x="2072372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7" name="Oval 86"/>
              <p:cNvSpPr>
                <a:spLocks noChangeArrowheads="1"/>
              </p:cNvSpPr>
              <p:nvPr/>
            </p:nvSpPr>
            <p:spPr bwMode="auto">
              <a:xfrm>
                <a:off x="2055980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Freeform 87"/>
              <p:cNvSpPr/>
              <p:nvPr/>
            </p:nvSpPr>
            <p:spPr bwMode="auto">
              <a:xfrm>
                <a:off x="3416719" y="4366609"/>
                <a:ext cx="463340" cy="37155"/>
              </a:xfrm>
              <a:custGeom>
                <a:avLst/>
                <a:gdLst>
                  <a:gd name="T0" fmla="*/ 424 w 424"/>
                  <a:gd name="T1" fmla="*/ 34 h 34"/>
                  <a:gd name="T2" fmla="*/ 212 w 424"/>
                  <a:gd name="T3" fmla="*/ 34 h 34"/>
                  <a:gd name="T4" fmla="*/ 183 w 424"/>
                  <a:gd name="T5" fmla="*/ 5 h 34"/>
                  <a:gd name="T6" fmla="*/ 0 w 424"/>
                  <a:gd name="T7" fmla="*/ 5 h 34"/>
                  <a:gd name="T8" fmla="*/ 0 w 424"/>
                  <a:gd name="T9" fmla="*/ 0 h 34"/>
                  <a:gd name="T10" fmla="*/ 185 w 424"/>
                  <a:gd name="T11" fmla="*/ 0 h 34"/>
                  <a:gd name="T12" fmla="*/ 214 w 424"/>
                  <a:gd name="T13" fmla="*/ 29 h 34"/>
                  <a:gd name="T14" fmla="*/ 424 w 424"/>
                  <a:gd name="T15" fmla="*/ 29 h 34"/>
                  <a:gd name="T16" fmla="*/ 424 w 42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4" h="34">
                    <a:moveTo>
                      <a:pt x="424" y="34"/>
                    </a:moveTo>
                    <a:lnTo>
                      <a:pt x="212" y="34"/>
                    </a:lnTo>
                    <a:lnTo>
                      <a:pt x="183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214" y="29"/>
                    </a:lnTo>
                    <a:lnTo>
                      <a:pt x="424" y="29"/>
                    </a:lnTo>
                    <a:lnTo>
                      <a:pt x="42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Oval 88"/>
              <p:cNvSpPr>
                <a:spLocks noChangeArrowheads="1"/>
              </p:cNvSpPr>
              <p:nvPr/>
            </p:nvSpPr>
            <p:spPr bwMode="auto">
              <a:xfrm>
                <a:off x="3395956" y="4352403"/>
                <a:ext cx="38247" cy="3606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0" name="Oval 89"/>
              <p:cNvSpPr>
                <a:spLocks noChangeArrowheads="1"/>
              </p:cNvSpPr>
              <p:nvPr/>
            </p:nvSpPr>
            <p:spPr bwMode="auto">
              <a:xfrm>
                <a:off x="3866946" y="4383001"/>
                <a:ext cx="37155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1" name="Freeform 90"/>
              <p:cNvSpPr/>
              <p:nvPr/>
            </p:nvSpPr>
            <p:spPr bwMode="auto">
              <a:xfrm>
                <a:off x="1967345" y="3863928"/>
                <a:ext cx="37155" cy="463340"/>
              </a:xfrm>
              <a:custGeom>
                <a:avLst/>
                <a:gdLst>
                  <a:gd name="T0" fmla="*/ 0 w 34"/>
                  <a:gd name="T1" fmla="*/ 0 h 424"/>
                  <a:gd name="T2" fmla="*/ 0 w 34"/>
                  <a:gd name="T3" fmla="*/ 213 h 424"/>
                  <a:gd name="T4" fmla="*/ 29 w 34"/>
                  <a:gd name="T5" fmla="*/ 242 h 424"/>
                  <a:gd name="T6" fmla="*/ 29 w 34"/>
                  <a:gd name="T7" fmla="*/ 424 h 424"/>
                  <a:gd name="T8" fmla="*/ 34 w 34"/>
                  <a:gd name="T9" fmla="*/ 424 h 424"/>
                  <a:gd name="T10" fmla="*/ 34 w 34"/>
                  <a:gd name="T11" fmla="*/ 240 h 424"/>
                  <a:gd name="T12" fmla="*/ 5 w 34"/>
                  <a:gd name="T13" fmla="*/ 210 h 424"/>
                  <a:gd name="T14" fmla="*/ 5 w 34"/>
                  <a:gd name="T15" fmla="*/ 0 h 424"/>
                  <a:gd name="T16" fmla="*/ 0 w 34"/>
                  <a:gd name="T17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424">
                    <a:moveTo>
                      <a:pt x="0" y="0"/>
                    </a:moveTo>
                    <a:lnTo>
                      <a:pt x="0" y="213"/>
                    </a:lnTo>
                    <a:lnTo>
                      <a:pt x="29" y="242"/>
                    </a:lnTo>
                    <a:lnTo>
                      <a:pt x="29" y="424"/>
                    </a:lnTo>
                    <a:lnTo>
                      <a:pt x="34" y="424"/>
                    </a:lnTo>
                    <a:lnTo>
                      <a:pt x="34" y="240"/>
                    </a:lnTo>
                    <a:lnTo>
                      <a:pt x="5" y="210"/>
                    </a:lnTo>
                    <a:lnTo>
                      <a:pt x="5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2" name="Oval 91"/>
              <p:cNvSpPr>
                <a:spLocks noChangeArrowheads="1"/>
              </p:cNvSpPr>
              <p:nvPr/>
            </p:nvSpPr>
            <p:spPr bwMode="auto">
              <a:xfrm>
                <a:off x="1982644" y="4310877"/>
                <a:ext cx="36062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3" name="Oval 92"/>
              <p:cNvSpPr>
                <a:spLocks noChangeArrowheads="1"/>
              </p:cNvSpPr>
              <p:nvPr/>
            </p:nvSpPr>
            <p:spPr bwMode="auto">
              <a:xfrm>
                <a:off x="1952046" y="3839887"/>
                <a:ext cx="36062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4" name="Freeform 97"/>
              <p:cNvSpPr>
                <a:spLocks noEditPoints="1"/>
              </p:cNvSpPr>
              <p:nvPr/>
            </p:nvSpPr>
            <p:spPr bwMode="auto">
              <a:xfrm>
                <a:off x="2045052" y="3171104"/>
                <a:ext cx="1859049" cy="1176928"/>
              </a:xfrm>
              <a:custGeom>
                <a:avLst/>
                <a:gdLst>
                  <a:gd name="T0" fmla="*/ 2212 w 2212"/>
                  <a:gd name="T1" fmla="*/ 17 h 1077"/>
                  <a:gd name="T2" fmla="*/ 2212 w 2212"/>
                  <a:gd name="T3" fmla="*/ 2 h 1077"/>
                  <a:gd name="T4" fmla="*/ 2211 w 2212"/>
                  <a:gd name="T5" fmla="*/ 0 h 1077"/>
                  <a:gd name="T6" fmla="*/ 0 w 2212"/>
                  <a:gd name="T7" fmla="*/ 0 h 1077"/>
                  <a:gd name="T8" fmla="*/ 0 w 2212"/>
                  <a:gd name="T9" fmla="*/ 1077 h 1077"/>
                  <a:gd name="T10" fmla="*/ 2212 w 2212"/>
                  <a:gd name="T11" fmla="*/ 1077 h 1077"/>
                  <a:gd name="T12" fmla="*/ 2212 w 2212"/>
                  <a:gd name="T13" fmla="*/ 17 h 1077"/>
                  <a:gd name="T14" fmla="*/ 2212 w 2212"/>
                  <a:gd name="T15" fmla="*/ 17 h 1077"/>
                  <a:gd name="T16" fmla="*/ 2203 w 2212"/>
                  <a:gd name="T17" fmla="*/ 1068 h 1077"/>
                  <a:gd name="T18" fmla="*/ 9 w 2212"/>
                  <a:gd name="T19" fmla="*/ 1068 h 1077"/>
                  <a:gd name="T20" fmla="*/ 9 w 2212"/>
                  <a:gd name="T21" fmla="*/ 9 h 1077"/>
                  <a:gd name="T22" fmla="*/ 2203 w 2212"/>
                  <a:gd name="T23" fmla="*/ 9 h 1077"/>
                  <a:gd name="T24" fmla="*/ 2203 w 2212"/>
                  <a:gd name="T25" fmla="*/ 106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12" h="1077">
                    <a:moveTo>
                      <a:pt x="2212" y="17"/>
                    </a:moveTo>
                    <a:lnTo>
                      <a:pt x="2212" y="2"/>
                    </a:lnTo>
                    <a:lnTo>
                      <a:pt x="2211" y="0"/>
                    </a:lnTo>
                    <a:lnTo>
                      <a:pt x="0" y="0"/>
                    </a:lnTo>
                    <a:lnTo>
                      <a:pt x="0" y="1077"/>
                    </a:lnTo>
                    <a:lnTo>
                      <a:pt x="2212" y="1077"/>
                    </a:lnTo>
                    <a:lnTo>
                      <a:pt x="2212" y="17"/>
                    </a:lnTo>
                    <a:lnTo>
                      <a:pt x="2212" y="17"/>
                    </a:lnTo>
                    <a:close/>
                    <a:moveTo>
                      <a:pt x="2203" y="1068"/>
                    </a:moveTo>
                    <a:lnTo>
                      <a:pt x="9" y="1068"/>
                    </a:lnTo>
                    <a:lnTo>
                      <a:pt x="9" y="9"/>
                    </a:lnTo>
                    <a:lnTo>
                      <a:pt x="2203" y="9"/>
                    </a:lnTo>
                    <a:lnTo>
                      <a:pt x="2203" y="10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5" name="Freeform 102"/>
              <p:cNvSpPr>
                <a:spLocks noEditPoints="1"/>
              </p:cNvSpPr>
              <p:nvPr/>
            </p:nvSpPr>
            <p:spPr bwMode="auto">
              <a:xfrm>
                <a:off x="3199032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3 w 87"/>
                  <a:gd name="T15" fmla="*/ 5 h 40"/>
                  <a:gd name="T16" fmla="*/ 14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4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6" name="Freeform 103"/>
              <p:cNvSpPr>
                <a:spLocks noEditPoints="1"/>
              </p:cNvSpPr>
              <p:nvPr/>
            </p:nvSpPr>
            <p:spPr bwMode="auto">
              <a:xfrm>
                <a:off x="3142207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7" name="Freeform 114"/>
              <p:cNvSpPr/>
              <p:nvPr/>
            </p:nvSpPr>
            <p:spPr bwMode="auto">
              <a:xfrm>
                <a:off x="2123733" y="4348032"/>
                <a:ext cx="724515" cy="66660"/>
              </a:xfrm>
              <a:custGeom>
                <a:avLst/>
                <a:gdLst>
                  <a:gd name="T0" fmla="*/ 140 w 663"/>
                  <a:gd name="T1" fmla="*/ 61 h 61"/>
                  <a:gd name="T2" fmla="*/ 0 w 663"/>
                  <a:gd name="T3" fmla="*/ 61 h 61"/>
                  <a:gd name="T4" fmla="*/ 0 w 663"/>
                  <a:gd name="T5" fmla="*/ 56 h 61"/>
                  <a:gd name="T6" fmla="*/ 138 w 663"/>
                  <a:gd name="T7" fmla="*/ 56 h 61"/>
                  <a:gd name="T8" fmla="*/ 195 w 663"/>
                  <a:gd name="T9" fmla="*/ 0 h 61"/>
                  <a:gd name="T10" fmla="*/ 347 w 663"/>
                  <a:gd name="T11" fmla="*/ 0 h 61"/>
                  <a:gd name="T12" fmla="*/ 392 w 663"/>
                  <a:gd name="T13" fmla="*/ 43 h 61"/>
                  <a:gd name="T14" fmla="*/ 663 w 663"/>
                  <a:gd name="T15" fmla="*/ 43 h 61"/>
                  <a:gd name="T16" fmla="*/ 663 w 663"/>
                  <a:gd name="T17" fmla="*/ 48 h 61"/>
                  <a:gd name="T18" fmla="*/ 389 w 663"/>
                  <a:gd name="T19" fmla="*/ 48 h 61"/>
                  <a:gd name="T20" fmla="*/ 345 w 663"/>
                  <a:gd name="T21" fmla="*/ 5 h 61"/>
                  <a:gd name="T22" fmla="*/ 198 w 663"/>
                  <a:gd name="T23" fmla="*/ 5 h 61"/>
                  <a:gd name="T24" fmla="*/ 140 w 663"/>
                  <a:gd name="T2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3" h="61">
                    <a:moveTo>
                      <a:pt x="140" y="61"/>
                    </a:moveTo>
                    <a:lnTo>
                      <a:pt x="0" y="61"/>
                    </a:lnTo>
                    <a:lnTo>
                      <a:pt x="0" y="56"/>
                    </a:lnTo>
                    <a:lnTo>
                      <a:pt x="138" y="56"/>
                    </a:lnTo>
                    <a:lnTo>
                      <a:pt x="195" y="0"/>
                    </a:lnTo>
                    <a:lnTo>
                      <a:pt x="347" y="0"/>
                    </a:lnTo>
                    <a:lnTo>
                      <a:pt x="392" y="43"/>
                    </a:lnTo>
                    <a:lnTo>
                      <a:pt x="663" y="43"/>
                    </a:lnTo>
                    <a:lnTo>
                      <a:pt x="663" y="48"/>
                    </a:lnTo>
                    <a:lnTo>
                      <a:pt x="389" y="48"/>
                    </a:lnTo>
                    <a:lnTo>
                      <a:pt x="345" y="5"/>
                    </a:lnTo>
                    <a:lnTo>
                      <a:pt x="198" y="5"/>
                    </a:lnTo>
                    <a:lnTo>
                      <a:pt x="140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8" name="Oval 116"/>
              <p:cNvSpPr>
                <a:spLocks noChangeArrowheads="1"/>
              </p:cNvSpPr>
              <p:nvPr/>
            </p:nvSpPr>
            <p:spPr bwMode="auto">
              <a:xfrm>
                <a:off x="2106248" y="4405949"/>
                <a:ext cx="10928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9" name="Oval 117"/>
              <p:cNvSpPr>
                <a:spLocks noChangeArrowheads="1"/>
              </p:cNvSpPr>
              <p:nvPr/>
            </p:nvSpPr>
            <p:spPr bwMode="auto">
              <a:xfrm>
                <a:off x="2088764" y="4405949"/>
                <a:ext cx="13113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0" name="Oval 118"/>
              <p:cNvSpPr>
                <a:spLocks noChangeArrowheads="1"/>
              </p:cNvSpPr>
              <p:nvPr/>
            </p:nvSpPr>
            <p:spPr bwMode="auto">
              <a:xfrm>
                <a:off x="2072372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1" name="Oval 119"/>
              <p:cNvSpPr>
                <a:spLocks noChangeArrowheads="1"/>
              </p:cNvSpPr>
              <p:nvPr/>
            </p:nvSpPr>
            <p:spPr bwMode="auto">
              <a:xfrm>
                <a:off x="2055980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2" name="Freeform 129"/>
              <p:cNvSpPr/>
              <p:nvPr/>
            </p:nvSpPr>
            <p:spPr bwMode="auto">
              <a:xfrm>
                <a:off x="2768375" y="3129578"/>
                <a:ext cx="1135726" cy="51361"/>
              </a:xfrm>
              <a:custGeom>
                <a:avLst/>
                <a:gdLst>
                  <a:gd name="T0" fmla="*/ 1252 w 1252"/>
                  <a:gd name="T1" fmla="*/ 2 h 47"/>
                  <a:gd name="T2" fmla="*/ 44 w 1252"/>
                  <a:gd name="T3" fmla="*/ 0 h 47"/>
                  <a:gd name="T4" fmla="*/ 1 w 1252"/>
                  <a:gd name="T5" fmla="*/ 38 h 47"/>
                  <a:gd name="T6" fmla="*/ 1 w 1252"/>
                  <a:gd name="T7" fmla="*/ 38 h 47"/>
                  <a:gd name="T8" fmla="*/ 0 w 1252"/>
                  <a:gd name="T9" fmla="*/ 40 h 47"/>
                  <a:gd name="T10" fmla="*/ 0 w 1252"/>
                  <a:gd name="T11" fmla="*/ 47 h 47"/>
                  <a:gd name="T12" fmla="*/ 8 w 1252"/>
                  <a:gd name="T13" fmla="*/ 47 h 47"/>
                  <a:gd name="T14" fmla="*/ 8 w 1252"/>
                  <a:gd name="T15" fmla="*/ 47 h 47"/>
                  <a:gd name="T16" fmla="*/ 1244 w 1252"/>
                  <a:gd name="T17" fmla="*/ 47 h 47"/>
                  <a:gd name="T18" fmla="*/ 1252 w 1252"/>
                  <a:gd name="T19" fmla="*/ 40 h 47"/>
                  <a:gd name="T20" fmla="*/ 1252 w 1252"/>
                  <a:gd name="T21" fmla="*/ 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2" h="47">
                    <a:moveTo>
                      <a:pt x="1252" y="2"/>
                    </a:moveTo>
                    <a:lnTo>
                      <a:pt x="44" y="0"/>
                    </a:lnTo>
                    <a:lnTo>
                      <a:pt x="1" y="38"/>
                    </a:lnTo>
                    <a:lnTo>
                      <a:pt x="1" y="38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8" y="47"/>
                    </a:lnTo>
                    <a:lnTo>
                      <a:pt x="8" y="47"/>
                    </a:lnTo>
                    <a:lnTo>
                      <a:pt x="1244" y="47"/>
                    </a:lnTo>
                    <a:lnTo>
                      <a:pt x="1252" y="40"/>
                    </a:lnTo>
                    <a:lnTo>
                      <a:pt x="125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7" name="PA-剪去对角的矩形 89"/>
            <p:cNvSpPr/>
            <p:nvPr>
              <p:custDataLst>
                <p:tags r:id="rId1"/>
              </p:custDataLst>
            </p:nvPr>
          </p:nvSpPr>
          <p:spPr>
            <a:xfrm>
              <a:off x="618466" y="2048923"/>
              <a:ext cx="5154027" cy="3379092"/>
            </a:xfrm>
            <a:prstGeom prst="rect">
              <a:avLst/>
            </a:prstGeom>
            <a:gradFill flip="none" rotWithShape="1">
              <a:gsLst>
                <a:gs pos="50000">
                  <a:schemeClr val="accent1">
                    <a:alpha val="0"/>
                  </a:schemeClr>
                </a:gs>
                <a:gs pos="0">
                  <a:schemeClr val="accent2">
                    <a:alpha val="3000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微软雅黑 Light" panose="020B0502040204020203" charset="-122"/>
                <a:cs typeface="+mn-cs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8067675" y="1889350"/>
            <a:ext cx="3839210" cy="4656865"/>
            <a:chOff x="357165" y="1917700"/>
            <a:chExt cx="5415328" cy="3734442"/>
          </a:xfrm>
        </p:grpSpPr>
        <p:grpSp>
          <p:nvGrpSpPr>
            <p:cNvPr id="180" name="组合 179"/>
            <p:cNvGrpSpPr/>
            <p:nvPr/>
          </p:nvGrpSpPr>
          <p:grpSpPr>
            <a:xfrm>
              <a:off x="357165" y="1917700"/>
              <a:ext cx="5411876" cy="3734442"/>
              <a:chOff x="1952046" y="3129578"/>
              <a:chExt cx="1952055" cy="1290578"/>
            </a:xfrm>
            <a:gradFill flip="none" rotWithShape="1">
              <a:gsLst>
                <a:gs pos="12000">
                  <a:schemeClr val="accent1"/>
                </a:gs>
                <a:gs pos="89000">
                  <a:schemeClr val="accent1"/>
                </a:gs>
                <a:gs pos="51000">
                  <a:schemeClr val="accent1"/>
                </a:gs>
                <a:gs pos="71000">
                  <a:schemeClr val="accent2"/>
                </a:gs>
                <a:gs pos="34000">
                  <a:schemeClr val="accent2"/>
                </a:gs>
              </a:gsLst>
              <a:lin ang="2700000" scaled="1"/>
              <a:tileRect/>
            </a:gradFill>
          </p:grpSpPr>
          <p:sp>
            <p:nvSpPr>
              <p:cNvPr id="182" name="Freeform 65"/>
              <p:cNvSpPr>
                <a:spLocks noEditPoints="1"/>
              </p:cNvSpPr>
              <p:nvPr/>
            </p:nvSpPr>
            <p:spPr bwMode="auto">
              <a:xfrm>
                <a:off x="3079918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3" name="Freeform 66"/>
              <p:cNvSpPr>
                <a:spLocks noEditPoints="1"/>
              </p:cNvSpPr>
              <p:nvPr/>
            </p:nvSpPr>
            <p:spPr bwMode="auto">
              <a:xfrm>
                <a:off x="3023094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4" name="Freeform 67"/>
              <p:cNvSpPr>
                <a:spLocks noEditPoints="1"/>
              </p:cNvSpPr>
              <p:nvPr/>
            </p:nvSpPr>
            <p:spPr bwMode="auto">
              <a:xfrm>
                <a:off x="2966269" y="4360052"/>
                <a:ext cx="96165" cy="43711"/>
              </a:xfrm>
              <a:custGeom>
                <a:avLst/>
                <a:gdLst>
                  <a:gd name="T0" fmla="*/ 88 w 88"/>
                  <a:gd name="T1" fmla="*/ 40 h 40"/>
                  <a:gd name="T2" fmla="*/ 43 w 88"/>
                  <a:gd name="T3" fmla="*/ 40 h 40"/>
                  <a:gd name="T4" fmla="*/ 0 w 88"/>
                  <a:gd name="T5" fmla="*/ 0 h 40"/>
                  <a:gd name="T6" fmla="*/ 44 w 88"/>
                  <a:gd name="T7" fmla="*/ 0 h 40"/>
                  <a:gd name="T8" fmla="*/ 88 w 88"/>
                  <a:gd name="T9" fmla="*/ 40 h 40"/>
                  <a:gd name="T10" fmla="*/ 45 w 88"/>
                  <a:gd name="T11" fmla="*/ 35 h 40"/>
                  <a:gd name="T12" fmla="*/ 74 w 88"/>
                  <a:gd name="T13" fmla="*/ 35 h 40"/>
                  <a:gd name="T14" fmla="*/ 43 w 88"/>
                  <a:gd name="T15" fmla="*/ 5 h 40"/>
                  <a:gd name="T16" fmla="*/ 13 w 88"/>
                  <a:gd name="T17" fmla="*/ 5 h 40"/>
                  <a:gd name="T18" fmla="*/ 45 w 88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40">
                    <a:moveTo>
                      <a:pt x="88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8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5" name="Freeform 69"/>
              <p:cNvSpPr>
                <a:spLocks noEditPoints="1"/>
              </p:cNvSpPr>
              <p:nvPr/>
            </p:nvSpPr>
            <p:spPr bwMode="auto">
              <a:xfrm>
                <a:off x="3199032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3 w 87"/>
                  <a:gd name="T15" fmla="*/ 5 h 40"/>
                  <a:gd name="T16" fmla="*/ 14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4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6" name="Freeform 70"/>
              <p:cNvSpPr>
                <a:spLocks noEditPoints="1"/>
              </p:cNvSpPr>
              <p:nvPr/>
            </p:nvSpPr>
            <p:spPr bwMode="auto">
              <a:xfrm>
                <a:off x="3142207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7" name="Freeform 81"/>
              <p:cNvSpPr/>
              <p:nvPr/>
            </p:nvSpPr>
            <p:spPr bwMode="auto">
              <a:xfrm>
                <a:off x="2123733" y="4348032"/>
                <a:ext cx="724515" cy="66660"/>
              </a:xfrm>
              <a:custGeom>
                <a:avLst/>
                <a:gdLst>
                  <a:gd name="T0" fmla="*/ 140 w 663"/>
                  <a:gd name="T1" fmla="*/ 61 h 61"/>
                  <a:gd name="T2" fmla="*/ 0 w 663"/>
                  <a:gd name="T3" fmla="*/ 61 h 61"/>
                  <a:gd name="T4" fmla="*/ 0 w 663"/>
                  <a:gd name="T5" fmla="*/ 56 h 61"/>
                  <a:gd name="T6" fmla="*/ 138 w 663"/>
                  <a:gd name="T7" fmla="*/ 56 h 61"/>
                  <a:gd name="T8" fmla="*/ 195 w 663"/>
                  <a:gd name="T9" fmla="*/ 0 h 61"/>
                  <a:gd name="T10" fmla="*/ 347 w 663"/>
                  <a:gd name="T11" fmla="*/ 0 h 61"/>
                  <a:gd name="T12" fmla="*/ 392 w 663"/>
                  <a:gd name="T13" fmla="*/ 43 h 61"/>
                  <a:gd name="T14" fmla="*/ 663 w 663"/>
                  <a:gd name="T15" fmla="*/ 43 h 61"/>
                  <a:gd name="T16" fmla="*/ 663 w 663"/>
                  <a:gd name="T17" fmla="*/ 48 h 61"/>
                  <a:gd name="T18" fmla="*/ 389 w 663"/>
                  <a:gd name="T19" fmla="*/ 48 h 61"/>
                  <a:gd name="T20" fmla="*/ 345 w 663"/>
                  <a:gd name="T21" fmla="*/ 5 h 61"/>
                  <a:gd name="T22" fmla="*/ 198 w 663"/>
                  <a:gd name="T23" fmla="*/ 5 h 61"/>
                  <a:gd name="T24" fmla="*/ 140 w 663"/>
                  <a:gd name="T2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3" h="61">
                    <a:moveTo>
                      <a:pt x="140" y="61"/>
                    </a:moveTo>
                    <a:lnTo>
                      <a:pt x="0" y="61"/>
                    </a:lnTo>
                    <a:lnTo>
                      <a:pt x="0" y="56"/>
                    </a:lnTo>
                    <a:lnTo>
                      <a:pt x="138" y="56"/>
                    </a:lnTo>
                    <a:lnTo>
                      <a:pt x="195" y="0"/>
                    </a:lnTo>
                    <a:lnTo>
                      <a:pt x="347" y="0"/>
                    </a:lnTo>
                    <a:lnTo>
                      <a:pt x="392" y="43"/>
                    </a:lnTo>
                    <a:lnTo>
                      <a:pt x="663" y="43"/>
                    </a:lnTo>
                    <a:lnTo>
                      <a:pt x="663" y="48"/>
                    </a:lnTo>
                    <a:lnTo>
                      <a:pt x="389" y="48"/>
                    </a:lnTo>
                    <a:lnTo>
                      <a:pt x="345" y="5"/>
                    </a:lnTo>
                    <a:lnTo>
                      <a:pt x="198" y="5"/>
                    </a:lnTo>
                    <a:lnTo>
                      <a:pt x="140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8" name="Oval 83"/>
              <p:cNvSpPr>
                <a:spLocks noChangeArrowheads="1"/>
              </p:cNvSpPr>
              <p:nvPr/>
            </p:nvSpPr>
            <p:spPr bwMode="auto">
              <a:xfrm>
                <a:off x="2106248" y="4405949"/>
                <a:ext cx="10928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Oval 84"/>
              <p:cNvSpPr>
                <a:spLocks noChangeArrowheads="1"/>
              </p:cNvSpPr>
              <p:nvPr/>
            </p:nvSpPr>
            <p:spPr bwMode="auto">
              <a:xfrm>
                <a:off x="2088764" y="4405949"/>
                <a:ext cx="13113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Oval 85"/>
              <p:cNvSpPr>
                <a:spLocks noChangeArrowheads="1"/>
              </p:cNvSpPr>
              <p:nvPr/>
            </p:nvSpPr>
            <p:spPr bwMode="auto">
              <a:xfrm>
                <a:off x="2072372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Oval 86"/>
              <p:cNvSpPr>
                <a:spLocks noChangeArrowheads="1"/>
              </p:cNvSpPr>
              <p:nvPr/>
            </p:nvSpPr>
            <p:spPr bwMode="auto">
              <a:xfrm>
                <a:off x="2055980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Freeform 87"/>
              <p:cNvSpPr/>
              <p:nvPr/>
            </p:nvSpPr>
            <p:spPr bwMode="auto">
              <a:xfrm>
                <a:off x="3416719" y="4366609"/>
                <a:ext cx="463340" cy="37155"/>
              </a:xfrm>
              <a:custGeom>
                <a:avLst/>
                <a:gdLst>
                  <a:gd name="T0" fmla="*/ 424 w 424"/>
                  <a:gd name="T1" fmla="*/ 34 h 34"/>
                  <a:gd name="T2" fmla="*/ 212 w 424"/>
                  <a:gd name="T3" fmla="*/ 34 h 34"/>
                  <a:gd name="T4" fmla="*/ 183 w 424"/>
                  <a:gd name="T5" fmla="*/ 5 h 34"/>
                  <a:gd name="T6" fmla="*/ 0 w 424"/>
                  <a:gd name="T7" fmla="*/ 5 h 34"/>
                  <a:gd name="T8" fmla="*/ 0 w 424"/>
                  <a:gd name="T9" fmla="*/ 0 h 34"/>
                  <a:gd name="T10" fmla="*/ 185 w 424"/>
                  <a:gd name="T11" fmla="*/ 0 h 34"/>
                  <a:gd name="T12" fmla="*/ 214 w 424"/>
                  <a:gd name="T13" fmla="*/ 29 h 34"/>
                  <a:gd name="T14" fmla="*/ 424 w 424"/>
                  <a:gd name="T15" fmla="*/ 29 h 34"/>
                  <a:gd name="T16" fmla="*/ 424 w 424"/>
                  <a:gd name="T1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4" h="34">
                    <a:moveTo>
                      <a:pt x="424" y="34"/>
                    </a:moveTo>
                    <a:lnTo>
                      <a:pt x="212" y="34"/>
                    </a:lnTo>
                    <a:lnTo>
                      <a:pt x="183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214" y="29"/>
                    </a:lnTo>
                    <a:lnTo>
                      <a:pt x="424" y="29"/>
                    </a:lnTo>
                    <a:lnTo>
                      <a:pt x="42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Oval 88"/>
              <p:cNvSpPr>
                <a:spLocks noChangeArrowheads="1"/>
              </p:cNvSpPr>
              <p:nvPr/>
            </p:nvSpPr>
            <p:spPr bwMode="auto">
              <a:xfrm>
                <a:off x="3395956" y="4352403"/>
                <a:ext cx="38247" cy="3606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Oval 89"/>
              <p:cNvSpPr>
                <a:spLocks noChangeArrowheads="1"/>
              </p:cNvSpPr>
              <p:nvPr/>
            </p:nvSpPr>
            <p:spPr bwMode="auto">
              <a:xfrm>
                <a:off x="3866946" y="4383001"/>
                <a:ext cx="37155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5" name="Freeform 90"/>
              <p:cNvSpPr/>
              <p:nvPr/>
            </p:nvSpPr>
            <p:spPr bwMode="auto">
              <a:xfrm>
                <a:off x="1967345" y="3863928"/>
                <a:ext cx="37155" cy="463340"/>
              </a:xfrm>
              <a:custGeom>
                <a:avLst/>
                <a:gdLst>
                  <a:gd name="T0" fmla="*/ 0 w 34"/>
                  <a:gd name="T1" fmla="*/ 0 h 424"/>
                  <a:gd name="T2" fmla="*/ 0 w 34"/>
                  <a:gd name="T3" fmla="*/ 213 h 424"/>
                  <a:gd name="T4" fmla="*/ 29 w 34"/>
                  <a:gd name="T5" fmla="*/ 242 h 424"/>
                  <a:gd name="T6" fmla="*/ 29 w 34"/>
                  <a:gd name="T7" fmla="*/ 424 h 424"/>
                  <a:gd name="T8" fmla="*/ 34 w 34"/>
                  <a:gd name="T9" fmla="*/ 424 h 424"/>
                  <a:gd name="T10" fmla="*/ 34 w 34"/>
                  <a:gd name="T11" fmla="*/ 240 h 424"/>
                  <a:gd name="T12" fmla="*/ 5 w 34"/>
                  <a:gd name="T13" fmla="*/ 210 h 424"/>
                  <a:gd name="T14" fmla="*/ 5 w 34"/>
                  <a:gd name="T15" fmla="*/ 0 h 424"/>
                  <a:gd name="T16" fmla="*/ 0 w 34"/>
                  <a:gd name="T17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424">
                    <a:moveTo>
                      <a:pt x="0" y="0"/>
                    </a:moveTo>
                    <a:lnTo>
                      <a:pt x="0" y="213"/>
                    </a:lnTo>
                    <a:lnTo>
                      <a:pt x="29" y="242"/>
                    </a:lnTo>
                    <a:lnTo>
                      <a:pt x="29" y="424"/>
                    </a:lnTo>
                    <a:lnTo>
                      <a:pt x="34" y="424"/>
                    </a:lnTo>
                    <a:lnTo>
                      <a:pt x="34" y="240"/>
                    </a:lnTo>
                    <a:lnTo>
                      <a:pt x="5" y="210"/>
                    </a:lnTo>
                    <a:lnTo>
                      <a:pt x="5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6" name="Oval 91"/>
              <p:cNvSpPr>
                <a:spLocks noChangeArrowheads="1"/>
              </p:cNvSpPr>
              <p:nvPr/>
            </p:nvSpPr>
            <p:spPr bwMode="auto">
              <a:xfrm>
                <a:off x="1982644" y="4310877"/>
                <a:ext cx="36062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7" name="Oval 92"/>
              <p:cNvSpPr>
                <a:spLocks noChangeArrowheads="1"/>
              </p:cNvSpPr>
              <p:nvPr/>
            </p:nvSpPr>
            <p:spPr bwMode="auto">
              <a:xfrm>
                <a:off x="1952046" y="3839887"/>
                <a:ext cx="36062" cy="371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8" name="Freeform 97"/>
              <p:cNvSpPr>
                <a:spLocks noEditPoints="1"/>
              </p:cNvSpPr>
              <p:nvPr/>
            </p:nvSpPr>
            <p:spPr bwMode="auto">
              <a:xfrm>
                <a:off x="2045052" y="3171104"/>
                <a:ext cx="1859049" cy="1176928"/>
              </a:xfrm>
              <a:custGeom>
                <a:avLst/>
                <a:gdLst>
                  <a:gd name="T0" fmla="*/ 2212 w 2212"/>
                  <a:gd name="T1" fmla="*/ 17 h 1077"/>
                  <a:gd name="T2" fmla="*/ 2212 w 2212"/>
                  <a:gd name="T3" fmla="*/ 2 h 1077"/>
                  <a:gd name="T4" fmla="*/ 2211 w 2212"/>
                  <a:gd name="T5" fmla="*/ 0 h 1077"/>
                  <a:gd name="T6" fmla="*/ 0 w 2212"/>
                  <a:gd name="T7" fmla="*/ 0 h 1077"/>
                  <a:gd name="T8" fmla="*/ 0 w 2212"/>
                  <a:gd name="T9" fmla="*/ 1077 h 1077"/>
                  <a:gd name="T10" fmla="*/ 2212 w 2212"/>
                  <a:gd name="T11" fmla="*/ 1077 h 1077"/>
                  <a:gd name="T12" fmla="*/ 2212 w 2212"/>
                  <a:gd name="T13" fmla="*/ 17 h 1077"/>
                  <a:gd name="T14" fmla="*/ 2212 w 2212"/>
                  <a:gd name="T15" fmla="*/ 17 h 1077"/>
                  <a:gd name="T16" fmla="*/ 2203 w 2212"/>
                  <a:gd name="T17" fmla="*/ 1068 h 1077"/>
                  <a:gd name="T18" fmla="*/ 9 w 2212"/>
                  <a:gd name="T19" fmla="*/ 1068 h 1077"/>
                  <a:gd name="T20" fmla="*/ 9 w 2212"/>
                  <a:gd name="T21" fmla="*/ 9 h 1077"/>
                  <a:gd name="T22" fmla="*/ 2203 w 2212"/>
                  <a:gd name="T23" fmla="*/ 9 h 1077"/>
                  <a:gd name="T24" fmla="*/ 2203 w 2212"/>
                  <a:gd name="T25" fmla="*/ 1068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12" h="1077">
                    <a:moveTo>
                      <a:pt x="2212" y="17"/>
                    </a:moveTo>
                    <a:lnTo>
                      <a:pt x="2212" y="2"/>
                    </a:lnTo>
                    <a:lnTo>
                      <a:pt x="2211" y="0"/>
                    </a:lnTo>
                    <a:lnTo>
                      <a:pt x="0" y="0"/>
                    </a:lnTo>
                    <a:lnTo>
                      <a:pt x="0" y="1077"/>
                    </a:lnTo>
                    <a:lnTo>
                      <a:pt x="2212" y="1077"/>
                    </a:lnTo>
                    <a:lnTo>
                      <a:pt x="2212" y="17"/>
                    </a:lnTo>
                    <a:lnTo>
                      <a:pt x="2212" y="17"/>
                    </a:lnTo>
                    <a:close/>
                    <a:moveTo>
                      <a:pt x="2203" y="1068"/>
                    </a:moveTo>
                    <a:lnTo>
                      <a:pt x="9" y="1068"/>
                    </a:lnTo>
                    <a:lnTo>
                      <a:pt x="9" y="9"/>
                    </a:lnTo>
                    <a:lnTo>
                      <a:pt x="2203" y="9"/>
                    </a:lnTo>
                    <a:lnTo>
                      <a:pt x="2203" y="10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9" name="Freeform 102"/>
              <p:cNvSpPr>
                <a:spLocks noEditPoints="1"/>
              </p:cNvSpPr>
              <p:nvPr/>
            </p:nvSpPr>
            <p:spPr bwMode="auto">
              <a:xfrm>
                <a:off x="3199032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3 w 87"/>
                  <a:gd name="T15" fmla="*/ 5 h 40"/>
                  <a:gd name="T16" fmla="*/ 14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3" y="5"/>
                    </a:lnTo>
                    <a:lnTo>
                      <a:pt x="14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0" name="Freeform 103"/>
              <p:cNvSpPr>
                <a:spLocks noEditPoints="1"/>
              </p:cNvSpPr>
              <p:nvPr/>
            </p:nvSpPr>
            <p:spPr bwMode="auto">
              <a:xfrm>
                <a:off x="3142207" y="4360052"/>
                <a:ext cx="95072" cy="43711"/>
              </a:xfrm>
              <a:custGeom>
                <a:avLst/>
                <a:gdLst>
                  <a:gd name="T0" fmla="*/ 87 w 87"/>
                  <a:gd name="T1" fmla="*/ 40 h 40"/>
                  <a:gd name="T2" fmla="*/ 43 w 87"/>
                  <a:gd name="T3" fmla="*/ 40 h 40"/>
                  <a:gd name="T4" fmla="*/ 0 w 87"/>
                  <a:gd name="T5" fmla="*/ 0 h 40"/>
                  <a:gd name="T6" fmla="*/ 44 w 87"/>
                  <a:gd name="T7" fmla="*/ 0 h 40"/>
                  <a:gd name="T8" fmla="*/ 87 w 87"/>
                  <a:gd name="T9" fmla="*/ 40 h 40"/>
                  <a:gd name="T10" fmla="*/ 45 w 87"/>
                  <a:gd name="T11" fmla="*/ 35 h 40"/>
                  <a:gd name="T12" fmla="*/ 74 w 87"/>
                  <a:gd name="T13" fmla="*/ 35 h 40"/>
                  <a:gd name="T14" fmla="*/ 42 w 87"/>
                  <a:gd name="T15" fmla="*/ 5 h 40"/>
                  <a:gd name="T16" fmla="*/ 13 w 87"/>
                  <a:gd name="T17" fmla="*/ 5 h 40"/>
                  <a:gd name="T18" fmla="*/ 45 w 87"/>
                  <a:gd name="T19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40">
                    <a:moveTo>
                      <a:pt x="87" y="40"/>
                    </a:moveTo>
                    <a:lnTo>
                      <a:pt x="43" y="4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87" y="40"/>
                    </a:lnTo>
                    <a:close/>
                    <a:moveTo>
                      <a:pt x="45" y="35"/>
                    </a:moveTo>
                    <a:lnTo>
                      <a:pt x="74" y="35"/>
                    </a:lnTo>
                    <a:lnTo>
                      <a:pt x="42" y="5"/>
                    </a:lnTo>
                    <a:lnTo>
                      <a:pt x="13" y="5"/>
                    </a:lnTo>
                    <a:lnTo>
                      <a:pt x="4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1" name="Freeform 114"/>
              <p:cNvSpPr/>
              <p:nvPr/>
            </p:nvSpPr>
            <p:spPr bwMode="auto">
              <a:xfrm>
                <a:off x="2123733" y="4348032"/>
                <a:ext cx="724515" cy="66660"/>
              </a:xfrm>
              <a:custGeom>
                <a:avLst/>
                <a:gdLst>
                  <a:gd name="T0" fmla="*/ 140 w 663"/>
                  <a:gd name="T1" fmla="*/ 61 h 61"/>
                  <a:gd name="T2" fmla="*/ 0 w 663"/>
                  <a:gd name="T3" fmla="*/ 61 h 61"/>
                  <a:gd name="T4" fmla="*/ 0 w 663"/>
                  <a:gd name="T5" fmla="*/ 56 h 61"/>
                  <a:gd name="T6" fmla="*/ 138 w 663"/>
                  <a:gd name="T7" fmla="*/ 56 h 61"/>
                  <a:gd name="T8" fmla="*/ 195 w 663"/>
                  <a:gd name="T9" fmla="*/ 0 h 61"/>
                  <a:gd name="T10" fmla="*/ 347 w 663"/>
                  <a:gd name="T11" fmla="*/ 0 h 61"/>
                  <a:gd name="T12" fmla="*/ 392 w 663"/>
                  <a:gd name="T13" fmla="*/ 43 h 61"/>
                  <a:gd name="T14" fmla="*/ 663 w 663"/>
                  <a:gd name="T15" fmla="*/ 43 h 61"/>
                  <a:gd name="T16" fmla="*/ 663 w 663"/>
                  <a:gd name="T17" fmla="*/ 48 h 61"/>
                  <a:gd name="T18" fmla="*/ 389 w 663"/>
                  <a:gd name="T19" fmla="*/ 48 h 61"/>
                  <a:gd name="T20" fmla="*/ 345 w 663"/>
                  <a:gd name="T21" fmla="*/ 5 h 61"/>
                  <a:gd name="T22" fmla="*/ 198 w 663"/>
                  <a:gd name="T23" fmla="*/ 5 h 61"/>
                  <a:gd name="T24" fmla="*/ 140 w 663"/>
                  <a:gd name="T2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3" h="61">
                    <a:moveTo>
                      <a:pt x="140" y="61"/>
                    </a:moveTo>
                    <a:lnTo>
                      <a:pt x="0" y="61"/>
                    </a:lnTo>
                    <a:lnTo>
                      <a:pt x="0" y="56"/>
                    </a:lnTo>
                    <a:lnTo>
                      <a:pt x="138" y="56"/>
                    </a:lnTo>
                    <a:lnTo>
                      <a:pt x="195" y="0"/>
                    </a:lnTo>
                    <a:lnTo>
                      <a:pt x="347" y="0"/>
                    </a:lnTo>
                    <a:lnTo>
                      <a:pt x="392" y="43"/>
                    </a:lnTo>
                    <a:lnTo>
                      <a:pt x="663" y="43"/>
                    </a:lnTo>
                    <a:lnTo>
                      <a:pt x="663" y="48"/>
                    </a:lnTo>
                    <a:lnTo>
                      <a:pt x="389" y="48"/>
                    </a:lnTo>
                    <a:lnTo>
                      <a:pt x="345" y="5"/>
                    </a:lnTo>
                    <a:lnTo>
                      <a:pt x="198" y="5"/>
                    </a:lnTo>
                    <a:lnTo>
                      <a:pt x="140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2" name="Oval 116"/>
              <p:cNvSpPr>
                <a:spLocks noChangeArrowheads="1"/>
              </p:cNvSpPr>
              <p:nvPr/>
            </p:nvSpPr>
            <p:spPr bwMode="auto">
              <a:xfrm>
                <a:off x="2106248" y="4405949"/>
                <a:ext cx="10928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Oval 117"/>
              <p:cNvSpPr>
                <a:spLocks noChangeArrowheads="1"/>
              </p:cNvSpPr>
              <p:nvPr/>
            </p:nvSpPr>
            <p:spPr bwMode="auto">
              <a:xfrm>
                <a:off x="2088764" y="4405949"/>
                <a:ext cx="13113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4" name="Oval 118"/>
              <p:cNvSpPr>
                <a:spLocks noChangeArrowheads="1"/>
              </p:cNvSpPr>
              <p:nvPr/>
            </p:nvSpPr>
            <p:spPr bwMode="auto">
              <a:xfrm>
                <a:off x="2072372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5" name="Oval 119"/>
              <p:cNvSpPr>
                <a:spLocks noChangeArrowheads="1"/>
              </p:cNvSpPr>
              <p:nvPr/>
            </p:nvSpPr>
            <p:spPr bwMode="auto">
              <a:xfrm>
                <a:off x="2055980" y="4405949"/>
                <a:ext cx="12021" cy="1202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6" name="Freeform 129"/>
              <p:cNvSpPr/>
              <p:nvPr/>
            </p:nvSpPr>
            <p:spPr bwMode="auto">
              <a:xfrm>
                <a:off x="2768375" y="3129578"/>
                <a:ext cx="1135726" cy="51361"/>
              </a:xfrm>
              <a:custGeom>
                <a:avLst/>
                <a:gdLst>
                  <a:gd name="T0" fmla="*/ 1252 w 1252"/>
                  <a:gd name="T1" fmla="*/ 2 h 47"/>
                  <a:gd name="T2" fmla="*/ 44 w 1252"/>
                  <a:gd name="T3" fmla="*/ 0 h 47"/>
                  <a:gd name="T4" fmla="*/ 1 w 1252"/>
                  <a:gd name="T5" fmla="*/ 38 h 47"/>
                  <a:gd name="T6" fmla="*/ 1 w 1252"/>
                  <a:gd name="T7" fmla="*/ 38 h 47"/>
                  <a:gd name="T8" fmla="*/ 0 w 1252"/>
                  <a:gd name="T9" fmla="*/ 40 h 47"/>
                  <a:gd name="T10" fmla="*/ 0 w 1252"/>
                  <a:gd name="T11" fmla="*/ 47 h 47"/>
                  <a:gd name="T12" fmla="*/ 8 w 1252"/>
                  <a:gd name="T13" fmla="*/ 47 h 47"/>
                  <a:gd name="T14" fmla="*/ 8 w 1252"/>
                  <a:gd name="T15" fmla="*/ 47 h 47"/>
                  <a:gd name="T16" fmla="*/ 1244 w 1252"/>
                  <a:gd name="T17" fmla="*/ 47 h 47"/>
                  <a:gd name="T18" fmla="*/ 1252 w 1252"/>
                  <a:gd name="T19" fmla="*/ 40 h 47"/>
                  <a:gd name="T20" fmla="*/ 1252 w 1252"/>
                  <a:gd name="T21" fmla="*/ 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2" h="47">
                    <a:moveTo>
                      <a:pt x="1252" y="2"/>
                    </a:moveTo>
                    <a:lnTo>
                      <a:pt x="44" y="0"/>
                    </a:lnTo>
                    <a:lnTo>
                      <a:pt x="1" y="38"/>
                    </a:lnTo>
                    <a:lnTo>
                      <a:pt x="1" y="38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8" y="47"/>
                    </a:lnTo>
                    <a:lnTo>
                      <a:pt x="8" y="47"/>
                    </a:lnTo>
                    <a:lnTo>
                      <a:pt x="1244" y="47"/>
                    </a:lnTo>
                    <a:lnTo>
                      <a:pt x="1252" y="40"/>
                    </a:lnTo>
                    <a:lnTo>
                      <a:pt x="125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1" name="PA-剪去对角的矩形 89"/>
            <p:cNvSpPr/>
            <p:nvPr>
              <p:custDataLst>
                <p:tags r:id="rId2"/>
              </p:custDataLst>
            </p:nvPr>
          </p:nvSpPr>
          <p:spPr>
            <a:xfrm>
              <a:off x="618466" y="2048923"/>
              <a:ext cx="5154027" cy="3379092"/>
            </a:xfrm>
            <a:prstGeom prst="rect">
              <a:avLst/>
            </a:prstGeom>
            <a:gradFill flip="none" rotWithShape="1">
              <a:gsLst>
                <a:gs pos="50000">
                  <a:schemeClr val="accent1">
                    <a:alpha val="0"/>
                  </a:schemeClr>
                </a:gs>
                <a:gs pos="0">
                  <a:schemeClr val="accent2">
                    <a:alpha val="3000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微软雅黑 Light" panose="020B0502040204020203" charset="-122"/>
                <a:cs typeface="+mn-cs"/>
              </a:endParaRPr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71755" y="1886966"/>
            <a:ext cx="3983355" cy="4666869"/>
            <a:chOff x="169364" y="1394096"/>
            <a:chExt cx="3983560" cy="4166195"/>
          </a:xfrm>
        </p:grpSpPr>
        <p:grpSp>
          <p:nvGrpSpPr>
            <p:cNvPr id="239" name="组合 238"/>
            <p:cNvGrpSpPr/>
            <p:nvPr/>
          </p:nvGrpSpPr>
          <p:grpSpPr>
            <a:xfrm>
              <a:off x="169364" y="1394096"/>
              <a:ext cx="3839218" cy="4166195"/>
              <a:chOff x="357165" y="1917700"/>
              <a:chExt cx="5415328" cy="3734442"/>
            </a:xfrm>
          </p:grpSpPr>
          <p:grpSp>
            <p:nvGrpSpPr>
              <p:cNvPr id="242" name="组合 241"/>
              <p:cNvGrpSpPr/>
              <p:nvPr/>
            </p:nvGrpSpPr>
            <p:grpSpPr>
              <a:xfrm>
                <a:off x="357165" y="1917700"/>
                <a:ext cx="5411876" cy="3734442"/>
                <a:chOff x="1952046" y="3129578"/>
                <a:chExt cx="1952055" cy="1290578"/>
              </a:xfrm>
              <a:gradFill flip="none" rotWithShape="1">
                <a:gsLst>
                  <a:gs pos="12000">
                    <a:schemeClr val="accent1"/>
                  </a:gs>
                  <a:gs pos="89000">
                    <a:schemeClr val="accent1"/>
                  </a:gs>
                  <a:gs pos="51000">
                    <a:schemeClr val="accent1"/>
                  </a:gs>
                  <a:gs pos="71000">
                    <a:schemeClr val="accent2"/>
                  </a:gs>
                  <a:gs pos="34000">
                    <a:schemeClr val="accent2"/>
                  </a:gs>
                </a:gsLst>
                <a:lin ang="2700000" scaled="1"/>
                <a:tileRect/>
              </a:gradFill>
            </p:grpSpPr>
            <p:sp>
              <p:nvSpPr>
                <p:cNvPr id="244" name="Freeform 65"/>
                <p:cNvSpPr>
                  <a:spLocks noEditPoints="1"/>
                </p:cNvSpPr>
                <p:nvPr/>
              </p:nvSpPr>
              <p:spPr bwMode="auto">
                <a:xfrm>
                  <a:off x="3079918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2 w 87"/>
                    <a:gd name="T15" fmla="*/ 5 h 40"/>
                    <a:gd name="T16" fmla="*/ 13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2" y="5"/>
                      </a:lnTo>
                      <a:lnTo>
                        <a:pt x="13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5" name="Freeform 66"/>
                <p:cNvSpPr>
                  <a:spLocks noEditPoints="1"/>
                </p:cNvSpPr>
                <p:nvPr/>
              </p:nvSpPr>
              <p:spPr bwMode="auto">
                <a:xfrm>
                  <a:off x="3023094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2 w 87"/>
                    <a:gd name="T15" fmla="*/ 5 h 40"/>
                    <a:gd name="T16" fmla="*/ 13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2" y="5"/>
                      </a:lnTo>
                      <a:lnTo>
                        <a:pt x="13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" name="Freeform 67"/>
                <p:cNvSpPr>
                  <a:spLocks noEditPoints="1"/>
                </p:cNvSpPr>
                <p:nvPr/>
              </p:nvSpPr>
              <p:spPr bwMode="auto">
                <a:xfrm>
                  <a:off x="2966269" y="4360052"/>
                  <a:ext cx="96165" cy="43711"/>
                </a:xfrm>
                <a:custGeom>
                  <a:avLst/>
                  <a:gdLst>
                    <a:gd name="T0" fmla="*/ 88 w 88"/>
                    <a:gd name="T1" fmla="*/ 40 h 40"/>
                    <a:gd name="T2" fmla="*/ 43 w 88"/>
                    <a:gd name="T3" fmla="*/ 40 h 40"/>
                    <a:gd name="T4" fmla="*/ 0 w 88"/>
                    <a:gd name="T5" fmla="*/ 0 h 40"/>
                    <a:gd name="T6" fmla="*/ 44 w 88"/>
                    <a:gd name="T7" fmla="*/ 0 h 40"/>
                    <a:gd name="T8" fmla="*/ 88 w 88"/>
                    <a:gd name="T9" fmla="*/ 40 h 40"/>
                    <a:gd name="T10" fmla="*/ 45 w 88"/>
                    <a:gd name="T11" fmla="*/ 35 h 40"/>
                    <a:gd name="T12" fmla="*/ 74 w 88"/>
                    <a:gd name="T13" fmla="*/ 35 h 40"/>
                    <a:gd name="T14" fmla="*/ 43 w 88"/>
                    <a:gd name="T15" fmla="*/ 5 h 40"/>
                    <a:gd name="T16" fmla="*/ 13 w 88"/>
                    <a:gd name="T17" fmla="*/ 5 h 40"/>
                    <a:gd name="T18" fmla="*/ 45 w 88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40">
                      <a:moveTo>
                        <a:pt x="88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8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3" y="5"/>
                      </a:lnTo>
                      <a:lnTo>
                        <a:pt x="13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7" name="Freeform 69"/>
                <p:cNvSpPr>
                  <a:spLocks noEditPoints="1"/>
                </p:cNvSpPr>
                <p:nvPr/>
              </p:nvSpPr>
              <p:spPr bwMode="auto">
                <a:xfrm>
                  <a:off x="3199032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3 w 87"/>
                    <a:gd name="T15" fmla="*/ 5 h 40"/>
                    <a:gd name="T16" fmla="*/ 14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3" y="5"/>
                      </a:lnTo>
                      <a:lnTo>
                        <a:pt x="14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8" name="Freeform 70"/>
                <p:cNvSpPr>
                  <a:spLocks noEditPoints="1"/>
                </p:cNvSpPr>
                <p:nvPr/>
              </p:nvSpPr>
              <p:spPr bwMode="auto">
                <a:xfrm>
                  <a:off x="3142207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2 w 87"/>
                    <a:gd name="T15" fmla="*/ 5 h 40"/>
                    <a:gd name="T16" fmla="*/ 13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2" y="5"/>
                      </a:lnTo>
                      <a:lnTo>
                        <a:pt x="13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9" name="Freeform 81"/>
                <p:cNvSpPr/>
                <p:nvPr/>
              </p:nvSpPr>
              <p:spPr bwMode="auto">
                <a:xfrm>
                  <a:off x="2123733" y="4348032"/>
                  <a:ext cx="724515" cy="66660"/>
                </a:xfrm>
                <a:custGeom>
                  <a:avLst/>
                  <a:gdLst>
                    <a:gd name="T0" fmla="*/ 140 w 663"/>
                    <a:gd name="T1" fmla="*/ 61 h 61"/>
                    <a:gd name="T2" fmla="*/ 0 w 663"/>
                    <a:gd name="T3" fmla="*/ 61 h 61"/>
                    <a:gd name="T4" fmla="*/ 0 w 663"/>
                    <a:gd name="T5" fmla="*/ 56 h 61"/>
                    <a:gd name="T6" fmla="*/ 138 w 663"/>
                    <a:gd name="T7" fmla="*/ 56 h 61"/>
                    <a:gd name="T8" fmla="*/ 195 w 663"/>
                    <a:gd name="T9" fmla="*/ 0 h 61"/>
                    <a:gd name="T10" fmla="*/ 347 w 663"/>
                    <a:gd name="T11" fmla="*/ 0 h 61"/>
                    <a:gd name="T12" fmla="*/ 392 w 663"/>
                    <a:gd name="T13" fmla="*/ 43 h 61"/>
                    <a:gd name="T14" fmla="*/ 663 w 663"/>
                    <a:gd name="T15" fmla="*/ 43 h 61"/>
                    <a:gd name="T16" fmla="*/ 663 w 663"/>
                    <a:gd name="T17" fmla="*/ 48 h 61"/>
                    <a:gd name="T18" fmla="*/ 389 w 663"/>
                    <a:gd name="T19" fmla="*/ 48 h 61"/>
                    <a:gd name="T20" fmla="*/ 345 w 663"/>
                    <a:gd name="T21" fmla="*/ 5 h 61"/>
                    <a:gd name="T22" fmla="*/ 198 w 663"/>
                    <a:gd name="T23" fmla="*/ 5 h 61"/>
                    <a:gd name="T24" fmla="*/ 140 w 663"/>
                    <a:gd name="T25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63" h="61">
                      <a:moveTo>
                        <a:pt x="140" y="61"/>
                      </a:moveTo>
                      <a:lnTo>
                        <a:pt x="0" y="61"/>
                      </a:lnTo>
                      <a:lnTo>
                        <a:pt x="0" y="56"/>
                      </a:lnTo>
                      <a:lnTo>
                        <a:pt x="138" y="56"/>
                      </a:lnTo>
                      <a:lnTo>
                        <a:pt x="195" y="0"/>
                      </a:lnTo>
                      <a:lnTo>
                        <a:pt x="347" y="0"/>
                      </a:lnTo>
                      <a:lnTo>
                        <a:pt x="392" y="43"/>
                      </a:lnTo>
                      <a:lnTo>
                        <a:pt x="663" y="43"/>
                      </a:lnTo>
                      <a:lnTo>
                        <a:pt x="663" y="48"/>
                      </a:lnTo>
                      <a:lnTo>
                        <a:pt x="389" y="48"/>
                      </a:lnTo>
                      <a:lnTo>
                        <a:pt x="345" y="5"/>
                      </a:lnTo>
                      <a:lnTo>
                        <a:pt x="198" y="5"/>
                      </a:lnTo>
                      <a:lnTo>
                        <a:pt x="140" y="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0" name="Oval 83"/>
                <p:cNvSpPr>
                  <a:spLocks noChangeArrowheads="1"/>
                </p:cNvSpPr>
                <p:nvPr/>
              </p:nvSpPr>
              <p:spPr bwMode="auto">
                <a:xfrm>
                  <a:off x="2106248" y="4405949"/>
                  <a:ext cx="10928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1" name="Oval 84"/>
                <p:cNvSpPr>
                  <a:spLocks noChangeArrowheads="1"/>
                </p:cNvSpPr>
                <p:nvPr/>
              </p:nvSpPr>
              <p:spPr bwMode="auto">
                <a:xfrm>
                  <a:off x="2088764" y="4405949"/>
                  <a:ext cx="13113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2" name="Oval 85"/>
                <p:cNvSpPr>
                  <a:spLocks noChangeArrowheads="1"/>
                </p:cNvSpPr>
                <p:nvPr/>
              </p:nvSpPr>
              <p:spPr bwMode="auto">
                <a:xfrm>
                  <a:off x="2072372" y="4405949"/>
                  <a:ext cx="12021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3" name="Oval 86"/>
                <p:cNvSpPr>
                  <a:spLocks noChangeArrowheads="1"/>
                </p:cNvSpPr>
                <p:nvPr/>
              </p:nvSpPr>
              <p:spPr bwMode="auto">
                <a:xfrm>
                  <a:off x="2055980" y="4405949"/>
                  <a:ext cx="12021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4" name="Freeform 87"/>
                <p:cNvSpPr/>
                <p:nvPr/>
              </p:nvSpPr>
              <p:spPr bwMode="auto">
                <a:xfrm>
                  <a:off x="3416719" y="4366609"/>
                  <a:ext cx="463340" cy="37155"/>
                </a:xfrm>
                <a:custGeom>
                  <a:avLst/>
                  <a:gdLst>
                    <a:gd name="T0" fmla="*/ 424 w 424"/>
                    <a:gd name="T1" fmla="*/ 34 h 34"/>
                    <a:gd name="T2" fmla="*/ 212 w 424"/>
                    <a:gd name="T3" fmla="*/ 34 h 34"/>
                    <a:gd name="T4" fmla="*/ 183 w 424"/>
                    <a:gd name="T5" fmla="*/ 5 h 34"/>
                    <a:gd name="T6" fmla="*/ 0 w 424"/>
                    <a:gd name="T7" fmla="*/ 5 h 34"/>
                    <a:gd name="T8" fmla="*/ 0 w 424"/>
                    <a:gd name="T9" fmla="*/ 0 h 34"/>
                    <a:gd name="T10" fmla="*/ 185 w 424"/>
                    <a:gd name="T11" fmla="*/ 0 h 34"/>
                    <a:gd name="T12" fmla="*/ 214 w 424"/>
                    <a:gd name="T13" fmla="*/ 29 h 34"/>
                    <a:gd name="T14" fmla="*/ 424 w 424"/>
                    <a:gd name="T15" fmla="*/ 29 h 34"/>
                    <a:gd name="T16" fmla="*/ 424 w 424"/>
                    <a:gd name="T17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4" h="34">
                      <a:moveTo>
                        <a:pt x="424" y="34"/>
                      </a:moveTo>
                      <a:lnTo>
                        <a:pt x="212" y="34"/>
                      </a:lnTo>
                      <a:lnTo>
                        <a:pt x="183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185" y="0"/>
                      </a:lnTo>
                      <a:lnTo>
                        <a:pt x="214" y="29"/>
                      </a:lnTo>
                      <a:lnTo>
                        <a:pt x="424" y="29"/>
                      </a:lnTo>
                      <a:lnTo>
                        <a:pt x="424" y="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5" name="Oval 88"/>
                <p:cNvSpPr>
                  <a:spLocks noChangeArrowheads="1"/>
                </p:cNvSpPr>
                <p:nvPr/>
              </p:nvSpPr>
              <p:spPr bwMode="auto">
                <a:xfrm>
                  <a:off x="3395956" y="4352403"/>
                  <a:ext cx="38247" cy="36062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6" name="Oval 89"/>
                <p:cNvSpPr>
                  <a:spLocks noChangeArrowheads="1"/>
                </p:cNvSpPr>
                <p:nvPr/>
              </p:nvSpPr>
              <p:spPr bwMode="auto">
                <a:xfrm>
                  <a:off x="3866946" y="4383001"/>
                  <a:ext cx="37155" cy="3715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7" name="Freeform 90"/>
                <p:cNvSpPr/>
                <p:nvPr/>
              </p:nvSpPr>
              <p:spPr bwMode="auto">
                <a:xfrm>
                  <a:off x="1967345" y="3863928"/>
                  <a:ext cx="37155" cy="463340"/>
                </a:xfrm>
                <a:custGeom>
                  <a:avLst/>
                  <a:gdLst>
                    <a:gd name="T0" fmla="*/ 0 w 34"/>
                    <a:gd name="T1" fmla="*/ 0 h 424"/>
                    <a:gd name="T2" fmla="*/ 0 w 34"/>
                    <a:gd name="T3" fmla="*/ 213 h 424"/>
                    <a:gd name="T4" fmla="*/ 29 w 34"/>
                    <a:gd name="T5" fmla="*/ 242 h 424"/>
                    <a:gd name="T6" fmla="*/ 29 w 34"/>
                    <a:gd name="T7" fmla="*/ 424 h 424"/>
                    <a:gd name="T8" fmla="*/ 34 w 34"/>
                    <a:gd name="T9" fmla="*/ 424 h 424"/>
                    <a:gd name="T10" fmla="*/ 34 w 34"/>
                    <a:gd name="T11" fmla="*/ 240 h 424"/>
                    <a:gd name="T12" fmla="*/ 5 w 34"/>
                    <a:gd name="T13" fmla="*/ 210 h 424"/>
                    <a:gd name="T14" fmla="*/ 5 w 34"/>
                    <a:gd name="T15" fmla="*/ 0 h 424"/>
                    <a:gd name="T16" fmla="*/ 0 w 34"/>
                    <a:gd name="T17" fmla="*/ 0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" h="424">
                      <a:moveTo>
                        <a:pt x="0" y="0"/>
                      </a:moveTo>
                      <a:lnTo>
                        <a:pt x="0" y="213"/>
                      </a:lnTo>
                      <a:lnTo>
                        <a:pt x="29" y="242"/>
                      </a:lnTo>
                      <a:lnTo>
                        <a:pt x="29" y="424"/>
                      </a:lnTo>
                      <a:lnTo>
                        <a:pt x="34" y="424"/>
                      </a:lnTo>
                      <a:lnTo>
                        <a:pt x="34" y="240"/>
                      </a:lnTo>
                      <a:lnTo>
                        <a:pt x="5" y="210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8" name="Oval 91"/>
                <p:cNvSpPr>
                  <a:spLocks noChangeArrowheads="1"/>
                </p:cNvSpPr>
                <p:nvPr/>
              </p:nvSpPr>
              <p:spPr bwMode="auto">
                <a:xfrm>
                  <a:off x="1982644" y="4310877"/>
                  <a:ext cx="36062" cy="3715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9" name="Oval 92"/>
                <p:cNvSpPr>
                  <a:spLocks noChangeArrowheads="1"/>
                </p:cNvSpPr>
                <p:nvPr/>
              </p:nvSpPr>
              <p:spPr bwMode="auto">
                <a:xfrm>
                  <a:off x="1952046" y="3839887"/>
                  <a:ext cx="36062" cy="3715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0" name="Freeform 97"/>
                <p:cNvSpPr>
                  <a:spLocks noEditPoints="1"/>
                </p:cNvSpPr>
                <p:nvPr/>
              </p:nvSpPr>
              <p:spPr bwMode="auto">
                <a:xfrm>
                  <a:off x="2045052" y="3171104"/>
                  <a:ext cx="1859049" cy="1176928"/>
                </a:xfrm>
                <a:custGeom>
                  <a:avLst/>
                  <a:gdLst>
                    <a:gd name="T0" fmla="*/ 2212 w 2212"/>
                    <a:gd name="T1" fmla="*/ 17 h 1077"/>
                    <a:gd name="T2" fmla="*/ 2212 w 2212"/>
                    <a:gd name="T3" fmla="*/ 2 h 1077"/>
                    <a:gd name="T4" fmla="*/ 2211 w 2212"/>
                    <a:gd name="T5" fmla="*/ 0 h 1077"/>
                    <a:gd name="T6" fmla="*/ 0 w 2212"/>
                    <a:gd name="T7" fmla="*/ 0 h 1077"/>
                    <a:gd name="T8" fmla="*/ 0 w 2212"/>
                    <a:gd name="T9" fmla="*/ 1077 h 1077"/>
                    <a:gd name="T10" fmla="*/ 2212 w 2212"/>
                    <a:gd name="T11" fmla="*/ 1077 h 1077"/>
                    <a:gd name="T12" fmla="*/ 2212 w 2212"/>
                    <a:gd name="T13" fmla="*/ 17 h 1077"/>
                    <a:gd name="T14" fmla="*/ 2212 w 2212"/>
                    <a:gd name="T15" fmla="*/ 17 h 1077"/>
                    <a:gd name="T16" fmla="*/ 2203 w 2212"/>
                    <a:gd name="T17" fmla="*/ 1068 h 1077"/>
                    <a:gd name="T18" fmla="*/ 9 w 2212"/>
                    <a:gd name="T19" fmla="*/ 1068 h 1077"/>
                    <a:gd name="T20" fmla="*/ 9 w 2212"/>
                    <a:gd name="T21" fmla="*/ 9 h 1077"/>
                    <a:gd name="T22" fmla="*/ 2203 w 2212"/>
                    <a:gd name="T23" fmla="*/ 9 h 1077"/>
                    <a:gd name="T24" fmla="*/ 2203 w 2212"/>
                    <a:gd name="T25" fmla="*/ 1068 h 10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212" h="1077">
                      <a:moveTo>
                        <a:pt x="2212" y="17"/>
                      </a:moveTo>
                      <a:lnTo>
                        <a:pt x="2212" y="2"/>
                      </a:lnTo>
                      <a:lnTo>
                        <a:pt x="2211" y="0"/>
                      </a:lnTo>
                      <a:lnTo>
                        <a:pt x="0" y="0"/>
                      </a:lnTo>
                      <a:lnTo>
                        <a:pt x="0" y="1077"/>
                      </a:lnTo>
                      <a:lnTo>
                        <a:pt x="2212" y="1077"/>
                      </a:lnTo>
                      <a:lnTo>
                        <a:pt x="2212" y="17"/>
                      </a:lnTo>
                      <a:lnTo>
                        <a:pt x="2212" y="17"/>
                      </a:lnTo>
                      <a:close/>
                      <a:moveTo>
                        <a:pt x="2203" y="1068"/>
                      </a:moveTo>
                      <a:lnTo>
                        <a:pt x="9" y="1068"/>
                      </a:lnTo>
                      <a:lnTo>
                        <a:pt x="9" y="9"/>
                      </a:lnTo>
                      <a:lnTo>
                        <a:pt x="2203" y="9"/>
                      </a:lnTo>
                      <a:lnTo>
                        <a:pt x="2203" y="10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1" name="Freeform 102"/>
                <p:cNvSpPr>
                  <a:spLocks noEditPoints="1"/>
                </p:cNvSpPr>
                <p:nvPr/>
              </p:nvSpPr>
              <p:spPr bwMode="auto">
                <a:xfrm>
                  <a:off x="3199032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3 w 87"/>
                    <a:gd name="T15" fmla="*/ 5 h 40"/>
                    <a:gd name="T16" fmla="*/ 14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3" y="5"/>
                      </a:lnTo>
                      <a:lnTo>
                        <a:pt x="14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2" name="Freeform 103"/>
                <p:cNvSpPr>
                  <a:spLocks noEditPoints="1"/>
                </p:cNvSpPr>
                <p:nvPr/>
              </p:nvSpPr>
              <p:spPr bwMode="auto">
                <a:xfrm>
                  <a:off x="3142207" y="4360052"/>
                  <a:ext cx="95072" cy="43711"/>
                </a:xfrm>
                <a:custGeom>
                  <a:avLst/>
                  <a:gdLst>
                    <a:gd name="T0" fmla="*/ 87 w 87"/>
                    <a:gd name="T1" fmla="*/ 40 h 40"/>
                    <a:gd name="T2" fmla="*/ 43 w 87"/>
                    <a:gd name="T3" fmla="*/ 40 h 40"/>
                    <a:gd name="T4" fmla="*/ 0 w 87"/>
                    <a:gd name="T5" fmla="*/ 0 h 40"/>
                    <a:gd name="T6" fmla="*/ 44 w 87"/>
                    <a:gd name="T7" fmla="*/ 0 h 40"/>
                    <a:gd name="T8" fmla="*/ 87 w 87"/>
                    <a:gd name="T9" fmla="*/ 40 h 40"/>
                    <a:gd name="T10" fmla="*/ 45 w 87"/>
                    <a:gd name="T11" fmla="*/ 35 h 40"/>
                    <a:gd name="T12" fmla="*/ 74 w 87"/>
                    <a:gd name="T13" fmla="*/ 35 h 40"/>
                    <a:gd name="T14" fmla="*/ 42 w 87"/>
                    <a:gd name="T15" fmla="*/ 5 h 40"/>
                    <a:gd name="T16" fmla="*/ 13 w 87"/>
                    <a:gd name="T17" fmla="*/ 5 h 40"/>
                    <a:gd name="T18" fmla="*/ 45 w 87"/>
                    <a:gd name="T19" fmla="*/ 3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7" h="40">
                      <a:moveTo>
                        <a:pt x="87" y="40"/>
                      </a:moveTo>
                      <a:lnTo>
                        <a:pt x="43" y="40"/>
                      </a:lnTo>
                      <a:lnTo>
                        <a:pt x="0" y="0"/>
                      </a:lnTo>
                      <a:lnTo>
                        <a:pt x="44" y="0"/>
                      </a:lnTo>
                      <a:lnTo>
                        <a:pt x="87" y="40"/>
                      </a:lnTo>
                      <a:close/>
                      <a:moveTo>
                        <a:pt x="45" y="35"/>
                      </a:moveTo>
                      <a:lnTo>
                        <a:pt x="74" y="35"/>
                      </a:lnTo>
                      <a:lnTo>
                        <a:pt x="42" y="5"/>
                      </a:lnTo>
                      <a:lnTo>
                        <a:pt x="13" y="5"/>
                      </a:lnTo>
                      <a:lnTo>
                        <a:pt x="45" y="3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3" name="Freeform 114"/>
                <p:cNvSpPr/>
                <p:nvPr/>
              </p:nvSpPr>
              <p:spPr bwMode="auto">
                <a:xfrm>
                  <a:off x="2123733" y="4348032"/>
                  <a:ext cx="724515" cy="66660"/>
                </a:xfrm>
                <a:custGeom>
                  <a:avLst/>
                  <a:gdLst>
                    <a:gd name="T0" fmla="*/ 140 w 663"/>
                    <a:gd name="T1" fmla="*/ 61 h 61"/>
                    <a:gd name="T2" fmla="*/ 0 w 663"/>
                    <a:gd name="T3" fmla="*/ 61 h 61"/>
                    <a:gd name="T4" fmla="*/ 0 w 663"/>
                    <a:gd name="T5" fmla="*/ 56 h 61"/>
                    <a:gd name="T6" fmla="*/ 138 w 663"/>
                    <a:gd name="T7" fmla="*/ 56 h 61"/>
                    <a:gd name="T8" fmla="*/ 195 w 663"/>
                    <a:gd name="T9" fmla="*/ 0 h 61"/>
                    <a:gd name="T10" fmla="*/ 347 w 663"/>
                    <a:gd name="T11" fmla="*/ 0 h 61"/>
                    <a:gd name="T12" fmla="*/ 392 w 663"/>
                    <a:gd name="T13" fmla="*/ 43 h 61"/>
                    <a:gd name="T14" fmla="*/ 663 w 663"/>
                    <a:gd name="T15" fmla="*/ 43 h 61"/>
                    <a:gd name="T16" fmla="*/ 663 w 663"/>
                    <a:gd name="T17" fmla="*/ 48 h 61"/>
                    <a:gd name="T18" fmla="*/ 389 w 663"/>
                    <a:gd name="T19" fmla="*/ 48 h 61"/>
                    <a:gd name="T20" fmla="*/ 345 w 663"/>
                    <a:gd name="T21" fmla="*/ 5 h 61"/>
                    <a:gd name="T22" fmla="*/ 198 w 663"/>
                    <a:gd name="T23" fmla="*/ 5 h 61"/>
                    <a:gd name="T24" fmla="*/ 140 w 663"/>
                    <a:gd name="T25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63" h="61">
                      <a:moveTo>
                        <a:pt x="140" y="61"/>
                      </a:moveTo>
                      <a:lnTo>
                        <a:pt x="0" y="61"/>
                      </a:lnTo>
                      <a:lnTo>
                        <a:pt x="0" y="56"/>
                      </a:lnTo>
                      <a:lnTo>
                        <a:pt x="138" y="56"/>
                      </a:lnTo>
                      <a:lnTo>
                        <a:pt x="195" y="0"/>
                      </a:lnTo>
                      <a:lnTo>
                        <a:pt x="347" y="0"/>
                      </a:lnTo>
                      <a:lnTo>
                        <a:pt x="392" y="43"/>
                      </a:lnTo>
                      <a:lnTo>
                        <a:pt x="663" y="43"/>
                      </a:lnTo>
                      <a:lnTo>
                        <a:pt x="663" y="48"/>
                      </a:lnTo>
                      <a:lnTo>
                        <a:pt x="389" y="48"/>
                      </a:lnTo>
                      <a:lnTo>
                        <a:pt x="345" y="5"/>
                      </a:lnTo>
                      <a:lnTo>
                        <a:pt x="198" y="5"/>
                      </a:lnTo>
                      <a:lnTo>
                        <a:pt x="140" y="6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4" name="Oval 116"/>
                <p:cNvSpPr>
                  <a:spLocks noChangeArrowheads="1"/>
                </p:cNvSpPr>
                <p:nvPr/>
              </p:nvSpPr>
              <p:spPr bwMode="auto">
                <a:xfrm>
                  <a:off x="2106248" y="4405949"/>
                  <a:ext cx="10928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5" name="Oval 117"/>
                <p:cNvSpPr>
                  <a:spLocks noChangeArrowheads="1"/>
                </p:cNvSpPr>
                <p:nvPr/>
              </p:nvSpPr>
              <p:spPr bwMode="auto">
                <a:xfrm>
                  <a:off x="2088764" y="4405949"/>
                  <a:ext cx="13113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6" name="Oval 118"/>
                <p:cNvSpPr>
                  <a:spLocks noChangeArrowheads="1"/>
                </p:cNvSpPr>
                <p:nvPr/>
              </p:nvSpPr>
              <p:spPr bwMode="auto">
                <a:xfrm>
                  <a:off x="2072372" y="4405949"/>
                  <a:ext cx="12021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7" name="Oval 119"/>
                <p:cNvSpPr>
                  <a:spLocks noChangeArrowheads="1"/>
                </p:cNvSpPr>
                <p:nvPr/>
              </p:nvSpPr>
              <p:spPr bwMode="auto">
                <a:xfrm>
                  <a:off x="2055980" y="4405949"/>
                  <a:ext cx="12021" cy="1202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8" name="Freeform 129"/>
                <p:cNvSpPr/>
                <p:nvPr/>
              </p:nvSpPr>
              <p:spPr bwMode="auto">
                <a:xfrm>
                  <a:off x="2768375" y="3129578"/>
                  <a:ext cx="1135726" cy="51361"/>
                </a:xfrm>
                <a:custGeom>
                  <a:avLst/>
                  <a:gdLst>
                    <a:gd name="T0" fmla="*/ 1252 w 1252"/>
                    <a:gd name="T1" fmla="*/ 2 h 47"/>
                    <a:gd name="T2" fmla="*/ 44 w 1252"/>
                    <a:gd name="T3" fmla="*/ 0 h 47"/>
                    <a:gd name="T4" fmla="*/ 1 w 1252"/>
                    <a:gd name="T5" fmla="*/ 38 h 47"/>
                    <a:gd name="T6" fmla="*/ 1 w 1252"/>
                    <a:gd name="T7" fmla="*/ 38 h 47"/>
                    <a:gd name="T8" fmla="*/ 0 w 1252"/>
                    <a:gd name="T9" fmla="*/ 40 h 47"/>
                    <a:gd name="T10" fmla="*/ 0 w 1252"/>
                    <a:gd name="T11" fmla="*/ 47 h 47"/>
                    <a:gd name="T12" fmla="*/ 8 w 1252"/>
                    <a:gd name="T13" fmla="*/ 47 h 47"/>
                    <a:gd name="T14" fmla="*/ 8 w 1252"/>
                    <a:gd name="T15" fmla="*/ 47 h 47"/>
                    <a:gd name="T16" fmla="*/ 1244 w 1252"/>
                    <a:gd name="T17" fmla="*/ 47 h 47"/>
                    <a:gd name="T18" fmla="*/ 1252 w 1252"/>
                    <a:gd name="T19" fmla="*/ 40 h 47"/>
                    <a:gd name="T20" fmla="*/ 1252 w 1252"/>
                    <a:gd name="T21" fmla="*/ 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52" h="47">
                      <a:moveTo>
                        <a:pt x="1252" y="2"/>
                      </a:moveTo>
                      <a:lnTo>
                        <a:pt x="44" y="0"/>
                      </a:lnTo>
                      <a:lnTo>
                        <a:pt x="1" y="38"/>
                      </a:lnTo>
                      <a:lnTo>
                        <a:pt x="1" y="38"/>
                      </a:lnTo>
                      <a:lnTo>
                        <a:pt x="0" y="40"/>
                      </a:lnTo>
                      <a:lnTo>
                        <a:pt x="0" y="47"/>
                      </a:lnTo>
                      <a:lnTo>
                        <a:pt x="8" y="47"/>
                      </a:lnTo>
                      <a:lnTo>
                        <a:pt x="8" y="47"/>
                      </a:lnTo>
                      <a:lnTo>
                        <a:pt x="1244" y="47"/>
                      </a:lnTo>
                      <a:lnTo>
                        <a:pt x="1252" y="40"/>
                      </a:lnTo>
                      <a:lnTo>
                        <a:pt x="1252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43" name="PA-剪去对角的矩形 89"/>
              <p:cNvSpPr/>
              <p:nvPr>
                <p:custDataLst>
                  <p:tags r:id="rId3"/>
                </p:custDataLst>
              </p:nvPr>
            </p:nvSpPr>
            <p:spPr>
              <a:xfrm>
                <a:off x="618466" y="2048923"/>
                <a:ext cx="5154027" cy="3379092"/>
              </a:xfrm>
              <a:prstGeom prst="rect">
                <a:avLst/>
              </a:prstGeom>
              <a:gradFill flip="none" rotWithShape="1">
                <a:gsLst>
                  <a:gs pos="50000">
                    <a:schemeClr val="accent1">
                      <a:alpha val="0"/>
                    </a:schemeClr>
                  </a:gs>
                  <a:gs pos="0">
                    <a:schemeClr val="accent2">
                      <a:alpha val="3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240" name="文本框 239"/>
            <p:cNvSpPr txBox="1"/>
            <p:nvPr/>
          </p:nvSpPr>
          <p:spPr>
            <a:xfrm>
              <a:off x="565277" y="1671683"/>
              <a:ext cx="3587647" cy="938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617345" algn="l"/>
                </a:tabLst>
                <a:defRPr kumimoji="0" sz="1600" b="0" i="0" u="none" strike="noStrike" cap="none" spc="100" normalizeH="0" baseline="0">
                  <a:ln>
                    <a:noFill/>
                  </a:ln>
                  <a:gradFill>
                    <a:gsLst>
                      <a:gs pos="100000">
                        <a:srgbClr val="BDF2FF"/>
                      </a:gs>
                      <a:gs pos="77000">
                        <a:srgbClr val="ADEDFD"/>
                      </a:gs>
                      <a:gs pos="44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</a:defRPr>
              </a:lvl1pPr>
            </a:lstStyle>
            <a:p>
              <a:pPr algn="l"/>
              <a:r>
                <a:rPr lang="zh-CN" altLang="en-US" b="1" dirty="0">
                  <a:solidFill>
                    <a:schemeClr val="accent1"/>
                  </a:solidFill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</a:rPr>
                <a:t>利用</a:t>
              </a:r>
              <a:r>
                <a:rPr lang="zh-CN" altLang="en-US" b="1" dirty="0">
                  <a:solidFill>
                    <a:srgbClr val="C00000"/>
                  </a:solidFill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</a:rPr>
                <a:t>Python爬虫技术</a:t>
              </a:r>
              <a:r>
                <a:rPr lang="zh-CN" altLang="en-US" b="1" dirty="0">
                  <a:solidFill>
                    <a:schemeClr val="accent1"/>
                  </a:solidFill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</a:rPr>
                <a:t>与</a:t>
              </a:r>
              <a:r>
                <a:rPr lang="zh-CN" altLang="en-US" b="1" dirty="0">
                  <a:solidFill>
                    <a:srgbClr val="C00000"/>
                  </a:solidFill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</a:rPr>
                <a:t>Stable Diffusion模型</a:t>
              </a:r>
              <a:r>
                <a:rPr lang="zh-CN" altLang="en-US" b="1" dirty="0">
                  <a:solidFill>
                    <a:schemeClr val="accent1"/>
                  </a:solidFill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  <a:latin typeface="微软雅黑" panose="020B0503020204020204" charset="-122"/>
                  <a:ea typeface="微软雅黑" panose="020B0503020204020204" charset="-122"/>
                </a:rPr>
                <a:t>对原始数据集进行了拓展和精细化处理。</a:t>
              </a:r>
              <a:endPara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65" name="图片 125" descr="343435383139303b333633373534393b7bad593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944369">
            <a:off x="3673499" y="3656628"/>
            <a:ext cx="773388" cy="77395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4372263" y="2108772"/>
            <a:ext cx="3587462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7345" algn="l"/>
              </a:tabLst>
              <a:defRPr kumimoji="0" sz="1600" b="0" i="0" u="none" strike="noStrike" cap="none" spc="100" normalizeH="0" baseline="0">
                <a:ln>
                  <a:noFill/>
                </a:ln>
                <a:gradFill>
                  <a:gsLst>
                    <a:gs pos="100000">
                      <a:srgbClr val="BDF2FF"/>
                    </a:gs>
                    <a:gs pos="77000">
                      <a:srgbClr val="ADEDFD"/>
                    </a:gs>
                    <a:gs pos="44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独立运行的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目标检测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分割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网络架构，针对井盖的精确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类别检测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井圈的像素级精细分割与分类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任务。</a:t>
            </a:r>
            <a:endParaRPr lang="zh-CN" altLang="en-US" b="1" dirty="0">
              <a:solidFill>
                <a:schemeClr val="accen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17518" y="2168462"/>
            <a:ext cx="3587462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7345" algn="l"/>
              </a:tabLst>
              <a:defRPr kumimoji="0" sz="1600" b="0" i="0" u="none" strike="noStrike" cap="none" spc="100" normalizeH="0" baseline="0">
                <a:ln>
                  <a:noFill/>
                </a:ln>
                <a:gradFill>
                  <a:gsLst>
                    <a:gs pos="100000">
                      <a:srgbClr val="BDF2FF"/>
                    </a:gs>
                    <a:gs pos="77000">
                      <a:srgbClr val="ADEDFD"/>
                    </a:gs>
                    <a:gs pos="44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采用了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集成分类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网络策略，结合</a:t>
            </a:r>
            <a:r>
              <a:rPr lang="zh-CN" altLang="en-US" b="1" dirty="0">
                <a:solidFill>
                  <a:srgbClr val="C00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再投票机制</a:t>
            </a:r>
            <a:r>
              <a:rPr lang="zh-CN" altLang="en-US" b="1" dirty="0"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</a:rPr>
              <a:t>以优化最终决策过程。</a:t>
            </a:r>
            <a:endParaRPr lang="zh-CN" altLang="en-US" b="1" dirty="0">
              <a:solidFill>
                <a:schemeClr val="accen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125" descr="343435383139303b333633373534393b7bad593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944369">
            <a:off x="7761938" y="3677530"/>
            <a:ext cx="773388" cy="77395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6"/>
          <a:srcRect t="2276"/>
          <a:stretch>
            <a:fillRect/>
          </a:stretch>
        </p:blipFill>
        <p:spPr>
          <a:xfrm>
            <a:off x="4526777" y="3226583"/>
            <a:ext cx="3206034" cy="3005184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388" y="2988640"/>
            <a:ext cx="3056097" cy="325395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645886" y="3262662"/>
            <a:ext cx="2933609" cy="2903823"/>
            <a:chOff x="1598" y="5854"/>
            <a:chExt cx="3020" cy="3888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9"/>
            <a:srcRect r="310" b="7517"/>
            <a:stretch>
              <a:fillRect/>
            </a:stretch>
          </p:blipFill>
          <p:spPr>
            <a:xfrm>
              <a:off x="1599" y="7231"/>
              <a:ext cx="3011" cy="1341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10"/>
            <a:srcRect l="467" r="-757"/>
            <a:stretch>
              <a:fillRect/>
            </a:stretch>
          </p:blipFill>
          <p:spPr>
            <a:xfrm>
              <a:off x="1599" y="5854"/>
              <a:ext cx="3019" cy="1400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1"/>
            <a:srcRect l="288"/>
            <a:stretch>
              <a:fillRect/>
            </a:stretch>
          </p:blipFill>
          <p:spPr>
            <a:xfrm>
              <a:off x="1598" y="8552"/>
              <a:ext cx="3011" cy="1190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864235" y="1322705"/>
            <a:ext cx="2590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数据</a:t>
            </a:r>
            <a:r>
              <a:rPr lang="zh-CN" altLang="en-US" sz="24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集处理模块</a:t>
            </a:r>
            <a:endParaRPr lang="zh-CN" altLang="en-US" sz="24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31385" y="1426845"/>
            <a:ext cx="2814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井盖定位模块</a:t>
            </a:r>
            <a:endParaRPr lang="zh-CN" altLang="en-US" sz="24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6425" y="1322705"/>
            <a:ext cx="5143500" cy="10401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4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类别判定模块</a:t>
            </a:r>
            <a:endParaRPr lang="zh-CN" altLang="en-US" sz="24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246380" y="2177410"/>
            <a:ext cx="4571366" cy="1878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288437" y="5128929"/>
            <a:ext cx="2494280" cy="668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93043" y="1083556"/>
            <a:ext cx="272288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数据</a:t>
            </a:r>
            <a:r>
              <a:rPr lang="zh-CN" alt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集处理</a:t>
            </a:r>
            <a:endParaRPr lang="zh-CN" altLang="en-US" sz="4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68" name="Isosceles Triangle 567"/>
          <p:cNvSpPr>
            <a:spLocks noChangeAspect="1"/>
          </p:cNvSpPr>
          <p:nvPr/>
        </p:nvSpPr>
        <p:spPr>
          <a:xfrm flipH="1">
            <a:off x="7604125" y="6445885"/>
            <a:ext cx="814705" cy="40513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567"/>
          <p:cNvSpPr/>
          <p:nvPr/>
        </p:nvSpPr>
        <p:spPr>
          <a:xfrm flipH="1">
            <a:off x="7604125" y="6445885"/>
            <a:ext cx="814705" cy="40513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矩形 57"/>
          <p:cNvSpPr/>
          <p:nvPr>
            <p:custDataLst>
              <p:tags r:id="rId1"/>
            </p:custDataLst>
          </p:nvPr>
        </p:nvSpPr>
        <p:spPr>
          <a:xfrm>
            <a:off x="9188450" y="2506345"/>
            <a:ext cx="2541905" cy="520700"/>
          </a:xfrm>
          <a:prstGeom prst="rect">
            <a:avLst/>
          </a:prstGeom>
        </p:spPr>
        <p:txBody>
          <a:bodyPr wrap="square" lIns="91416" tIns="45708" rIns="91416" bIns="45708">
            <a:spAutoFit/>
          </a:bodyPr>
          <a:lstStyle/>
          <a:p>
            <a:r>
              <a:rPr lang="zh-CN" altLang="en-US" sz="28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井圈分割标签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2"/>
          <a:srcRect l="3510" t="2568" r="1577"/>
          <a:stretch>
            <a:fillRect/>
          </a:stretch>
        </p:blipFill>
        <p:spPr>
          <a:xfrm>
            <a:off x="4895850" y="3258185"/>
            <a:ext cx="3792855" cy="3599815"/>
          </a:xfrm>
          <a:prstGeom prst="rect">
            <a:avLst/>
          </a:prstGeom>
        </p:spPr>
      </p:pic>
      <p:pic>
        <p:nvPicPr>
          <p:cNvPr id="512" name="图片 5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810" y="3399155"/>
            <a:ext cx="3172460" cy="335915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367665" y="2322830"/>
            <a:ext cx="11526520" cy="1334770"/>
            <a:chOff x="649" y="4474"/>
            <a:chExt cx="18152" cy="2102"/>
          </a:xfrm>
        </p:grpSpPr>
        <p:sp>
          <p:nvSpPr>
            <p:cNvPr id="20" name="矩形 19"/>
            <p:cNvSpPr/>
            <p:nvPr/>
          </p:nvSpPr>
          <p:spPr>
            <a:xfrm>
              <a:off x="8059" y="4474"/>
              <a:ext cx="291" cy="189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endPara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endPara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  <p:cxnSp>
          <p:nvCxnSpPr>
            <p:cNvPr id="53" name="直接连接符 52"/>
            <p:cNvCxnSpPr/>
            <p:nvPr>
              <p:custDataLst>
                <p:tags r:id="rId4"/>
              </p:custDataLst>
            </p:nvPr>
          </p:nvCxnSpPr>
          <p:spPr>
            <a:xfrm flipV="1">
              <a:off x="13423" y="5596"/>
              <a:ext cx="5378" cy="24"/>
            </a:xfrm>
            <a:prstGeom prst="line">
              <a:avLst/>
            </a:prstGeom>
            <a:ln>
              <a:solidFill>
                <a:srgbClr val="F1DF97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5"/>
              </p:custDataLst>
            </p:nvPr>
          </p:nvCxnSpPr>
          <p:spPr>
            <a:xfrm>
              <a:off x="7883" y="5596"/>
              <a:ext cx="5319" cy="24"/>
            </a:xfrm>
            <a:prstGeom prst="line">
              <a:avLst/>
            </a:prstGeom>
            <a:ln>
              <a:solidFill>
                <a:srgbClr val="F1DF97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>
              <p:custDataLst>
                <p:tags r:id="rId6"/>
              </p:custDataLst>
            </p:nvPr>
          </p:nvSpPr>
          <p:spPr>
            <a:xfrm>
              <a:off x="9040" y="4812"/>
              <a:ext cx="3330" cy="820"/>
            </a:xfrm>
            <a:prstGeom prst="rect">
              <a:avLst/>
            </a:prstGeom>
          </p:spPr>
          <p:txBody>
            <a:bodyPr wrap="square" lIns="91416" tIns="45708" rIns="91416" bIns="45708">
              <a:spAutoFit/>
            </a:bodyPr>
            <a:lstStyle/>
            <a:p>
              <a:r>
                <a:rPr lang="zh-CN" altLang="en-US" sz="2800" b="1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数据集细分</a:t>
              </a:r>
              <a:endParaRPr lang="zh-CN" altLang="en-US" sz="28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49" y="4688"/>
              <a:ext cx="3168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rgbClr val="FFC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自采集</a:t>
              </a:r>
              <a:endParaRPr lang="zh-CN" altLang="en-US" sz="3600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zh-CN" altLang="en-US" sz="3600" dirty="0">
                  <a:solidFill>
                    <a:srgbClr val="FFC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的数据集</a:t>
              </a:r>
              <a:endParaRPr lang="zh-CN" altLang="en-US" sz="3600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1273810" y="5152424"/>
            <a:ext cx="246888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600" dirty="0"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官方数据集</a:t>
            </a:r>
            <a:endParaRPr lang="zh-CN" altLang="en-US" sz="3600" dirty="0"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十字形 42"/>
          <p:cNvSpPr/>
          <p:nvPr/>
        </p:nvSpPr>
        <p:spPr>
          <a:xfrm>
            <a:off x="2247778" y="4336738"/>
            <a:ext cx="613410" cy="619125"/>
          </a:xfrm>
          <a:prstGeom prst="plu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网络爬虫图标_网络爬虫icon_网络爬虫矢量图标_88IC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029" y="2177409"/>
            <a:ext cx="1095126" cy="103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上进小菜猪_社区达人页_阿里云开发者社区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4" t="37127" r="14666" b="36354"/>
          <a:stretch>
            <a:fillRect/>
          </a:stretch>
        </p:blipFill>
        <p:spPr bwMode="auto">
          <a:xfrm>
            <a:off x="2634614" y="3302987"/>
            <a:ext cx="2081847" cy="63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Isosceles Triangle 56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56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: 剪去对角 51"/>
          <p:cNvSpPr/>
          <p:nvPr/>
        </p:nvSpPr>
        <p:spPr>
          <a:xfrm>
            <a:off x="229870" y="1270000"/>
            <a:ext cx="11158855" cy="3141345"/>
          </a:xfrm>
          <a:prstGeom prst="snip2DiagRect">
            <a:avLst>
              <a:gd name="adj1" fmla="val 3789"/>
              <a:gd name="adj2" fmla="val 3195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25000"/>
                </a:scheme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0791825" y="3978910"/>
            <a:ext cx="547370" cy="464820"/>
            <a:chOff x="2020941" y="3879640"/>
            <a:chExt cx="296784" cy="256431"/>
          </a:xfrm>
        </p:grpSpPr>
        <p:sp>
          <p:nvSpPr>
            <p:cNvPr id="74" name="梯形 73"/>
            <p:cNvSpPr/>
            <p:nvPr/>
          </p:nvSpPr>
          <p:spPr>
            <a:xfrm rot="5400000" flipV="1">
              <a:off x="2123680" y="3934270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5" name="梯形 74"/>
            <p:cNvSpPr/>
            <p:nvPr/>
          </p:nvSpPr>
          <p:spPr>
            <a:xfrm rot="10800000" flipV="1">
              <a:off x="2020941" y="4014286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6" name="菱形 75"/>
            <p:cNvSpPr/>
            <p:nvPr/>
          </p:nvSpPr>
          <p:spPr>
            <a:xfrm>
              <a:off x="2266423" y="409120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841355" y="1419225"/>
            <a:ext cx="547370" cy="456565"/>
            <a:chOff x="2020941" y="1029056"/>
            <a:chExt cx="296784" cy="251749"/>
          </a:xfrm>
        </p:grpSpPr>
        <p:sp>
          <p:nvSpPr>
            <p:cNvPr id="68" name="梯形 67"/>
            <p:cNvSpPr/>
            <p:nvPr/>
          </p:nvSpPr>
          <p:spPr>
            <a:xfrm rot="16200000">
              <a:off x="2123680" y="1186714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梯形 68"/>
            <p:cNvSpPr/>
            <p:nvPr/>
          </p:nvSpPr>
          <p:spPr>
            <a:xfrm rot="10800000">
              <a:off x="2020941" y="1111645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0" name="菱形 69"/>
            <p:cNvSpPr/>
            <p:nvPr/>
          </p:nvSpPr>
          <p:spPr>
            <a:xfrm>
              <a:off x="2266423" y="1029056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72415" y="3942080"/>
            <a:ext cx="547370" cy="464820"/>
            <a:chOff x="132009" y="3879640"/>
            <a:chExt cx="296785" cy="256431"/>
          </a:xfrm>
        </p:grpSpPr>
        <p:sp>
          <p:nvSpPr>
            <p:cNvPr id="71" name="梯形 70"/>
            <p:cNvSpPr/>
            <p:nvPr/>
          </p:nvSpPr>
          <p:spPr>
            <a:xfrm rot="16200000" flipH="1" flipV="1">
              <a:off x="177334" y="3934270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2" name="梯形 71"/>
            <p:cNvSpPr/>
            <p:nvPr/>
          </p:nvSpPr>
          <p:spPr>
            <a:xfrm rot="10800000" flipH="1" flipV="1">
              <a:off x="258753" y="4014286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菱形 72"/>
            <p:cNvSpPr/>
            <p:nvPr/>
          </p:nvSpPr>
          <p:spPr>
            <a:xfrm>
              <a:off x="132009" y="409120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95910" y="1481455"/>
            <a:ext cx="547370" cy="456565"/>
            <a:chOff x="131997" y="1029052"/>
            <a:chExt cx="296797" cy="251753"/>
          </a:xfrm>
        </p:grpSpPr>
        <p:sp>
          <p:nvSpPr>
            <p:cNvPr id="65" name="梯形 64"/>
            <p:cNvSpPr/>
            <p:nvPr/>
          </p:nvSpPr>
          <p:spPr>
            <a:xfrm rot="5400000" flipH="1">
              <a:off x="177334" y="1186714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梯形 65"/>
            <p:cNvSpPr/>
            <p:nvPr/>
          </p:nvSpPr>
          <p:spPr>
            <a:xfrm rot="10800000" flipH="1">
              <a:off x="258753" y="1111645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菱形 66"/>
            <p:cNvSpPr/>
            <p:nvPr/>
          </p:nvSpPr>
          <p:spPr>
            <a:xfrm>
              <a:off x="131997" y="102905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5" name="圆角矩形 43"/>
          <p:cNvSpPr/>
          <p:nvPr>
            <p:custDataLst>
              <p:tags r:id="rId1"/>
            </p:custDataLst>
          </p:nvPr>
        </p:nvSpPr>
        <p:spPr>
          <a:xfrm>
            <a:off x="8989060" y="5003165"/>
            <a:ext cx="281686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精准检测定位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43"/>
          <p:cNvSpPr/>
          <p:nvPr>
            <p:custDataLst>
              <p:tags r:id="rId2"/>
            </p:custDataLst>
          </p:nvPr>
        </p:nvSpPr>
        <p:spPr>
          <a:xfrm>
            <a:off x="7952105" y="5855335"/>
            <a:ext cx="338709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初步类别区分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081145" y="1338580"/>
            <a:ext cx="2739390" cy="537210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algn="ctr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YOLO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模型架构</a:t>
            </a:r>
            <a:endParaRPr lang="zh-CN" altLang="en-US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" y="1752600"/>
            <a:ext cx="9982200" cy="2459355"/>
          </a:xfrm>
          <a:prstGeom prst="rect">
            <a:avLst/>
          </a:prstGeom>
        </p:spPr>
      </p:pic>
      <p:sp>
        <p:nvSpPr>
          <p:cNvPr id="27" name="矩形: 剪去对角 51"/>
          <p:cNvSpPr/>
          <p:nvPr/>
        </p:nvSpPr>
        <p:spPr>
          <a:xfrm>
            <a:off x="456565" y="4878705"/>
            <a:ext cx="6942455" cy="1370965"/>
          </a:xfrm>
          <a:prstGeom prst="snip2DiagRect">
            <a:avLst>
              <a:gd name="adj1" fmla="val 3789"/>
              <a:gd name="adj2" fmla="val 3195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25000"/>
                </a:scheme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64055" y="5003165"/>
            <a:ext cx="3557270" cy="335915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/>
            <a:endParaRPr lang="zh-CN" altLang="en-US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9785" y="5003165"/>
            <a:ext cx="4987925" cy="781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采用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YOLOv8模型架构</a:t>
            </a:r>
            <a:r>
              <a:rPr lang="zh-CN" altLang="en-US" sz="2000" b="1" kern="1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实现目标检测</a:t>
            </a:r>
            <a:endParaRPr lang="zh-CN" altLang="en-US" sz="2000" b="1" kern="100" dirty="0"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marR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2000" b="1" kern="100" dirty="0"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marR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四类井盖数据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05940" y="4178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井盖定位</a:t>
            </a:r>
            <a:endParaRPr lang="zh-CN" altLang="en-US" sz="36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Isosceles Triangle 56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56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: 剪去对角 51"/>
          <p:cNvSpPr/>
          <p:nvPr/>
        </p:nvSpPr>
        <p:spPr>
          <a:xfrm>
            <a:off x="210820" y="1725930"/>
            <a:ext cx="6892290" cy="4892040"/>
          </a:xfrm>
          <a:prstGeom prst="snip2DiagRect">
            <a:avLst>
              <a:gd name="adj1" fmla="val 3789"/>
              <a:gd name="adj2" fmla="val 3195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25000"/>
                </a:scheme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530340" y="6047740"/>
            <a:ext cx="547370" cy="464820"/>
            <a:chOff x="2020941" y="3879640"/>
            <a:chExt cx="296784" cy="256431"/>
          </a:xfrm>
        </p:grpSpPr>
        <p:sp>
          <p:nvSpPr>
            <p:cNvPr id="74" name="梯形 73"/>
            <p:cNvSpPr/>
            <p:nvPr/>
          </p:nvSpPr>
          <p:spPr>
            <a:xfrm rot="5400000" flipV="1">
              <a:off x="2123680" y="3934270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5" name="梯形 74"/>
            <p:cNvSpPr/>
            <p:nvPr/>
          </p:nvSpPr>
          <p:spPr>
            <a:xfrm rot="10800000" flipV="1">
              <a:off x="2020941" y="4014286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6" name="菱形 75"/>
            <p:cNvSpPr/>
            <p:nvPr/>
          </p:nvSpPr>
          <p:spPr>
            <a:xfrm>
              <a:off x="2266423" y="409120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530340" y="1725930"/>
            <a:ext cx="547370" cy="456565"/>
            <a:chOff x="2020941" y="1029056"/>
            <a:chExt cx="296784" cy="251749"/>
          </a:xfrm>
        </p:grpSpPr>
        <p:sp>
          <p:nvSpPr>
            <p:cNvPr id="68" name="梯形 67"/>
            <p:cNvSpPr/>
            <p:nvPr/>
          </p:nvSpPr>
          <p:spPr>
            <a:xfrm rot="16200000">
              <a:off x="2123680" y="1186714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梯形 68"/>
            <p:cNvSpPr/>
            <p:nvPr/>
          </p:nvSpPr>
          <p:spPr>
            <a:xfrm rot="10800000">
              <a:off x="2020941" y="1111645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0" name="菱形 69"/>
            <p:cNvSpPr/>
            <p:nvPr/>
          </p:nvSpPr>
          <p:spPr>
            <a:xfrm>
              <a:off x="2266423" y="1029056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3" name="图片 22" descr="屏幕截图 2024-04-10 090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1949450"/>
            <a:ext cx="6356350" cy="4322445"/>
          </a:xfrm>
          <a:prstGeom prst="rect">
            <a:avLst/>
          </a:prstGeom>
        </p:spPr>
      </p:pic>
      <p:grpSp>
        <p:nvGrpSpPr>
          <p:cNvPr id="62" name="组合 61"/>
          <p:cNvGrpSpPr/>
          <p:nvPr/>
        </p:nvGrpSpPr>
        <p:grpSpPr>
          <a:xfrm>
            <a:off x="210820" y="6047740"/>
            <a:ext cx="547370" cy="464820"/>
            <a:chOff x="132009" y="3879640"/>
            <a:chExt cx="296785" cy="256431"/>
          </a:xfrm>
        </p:grpSpPr>
        <p:sp>
          <p:nvSpPr>
            <p:cNvPr id="71" name="梯形 70"/>
            <p:cNvSpPr/>
            <p:nvPr/>
          </p:nvSpPr>
          <p:spPr>
            <a:xfrm rot="16200000" flipH="1" flipV="1">
              <a:off x="177334" y="3934270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2" name="梯形 71"/>
            <p:cNvSpPr/>
            <p:nvPr/>
          </p:nvSpPr>
          <p:spPr>
            <a:xfrm rot="10800000" flipH="1" flipV="1">
              <a:off x="258753" y="4014286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菱形 72"/>
            <p:cNvSpPr/>
            <p:nvPr/>
          </p:nvSpPr>
          <p:spPr>
            <a:xfrm>
              <a:off x="132009" y="409120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07010" y="1762760"/>
            <a:ext cx="547370" cy="456565"/>
            <a:chOff x="131997" y="1029052"/>
            <a:chExt cx="296797" cy="251753"/>
          </a:xfrm>
        </p:grpSpPr>
        <p:sp>
          <p:nvSpPr>
            <p:cNvPr id="65" name="梯形 64"/>
            <p:cNvSpPr/>
            <p:nvPr/>
          </p:nvSpPr>
          <p:spPr>
            <a:xfrm rot="5400000" flipH="1">
              <a:off x="177334" y="1186714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梯形 65"/>
            <p:cNvSpPr/>
            <p:nvPr/>
          </p:nvSpPr>
          <p:spPr>
            <a:xfrm rot="10800000" flipH="1">
              <a:off x="258753" y="1111645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菱形 66"/>
            <p:cNvSpPr/>
            <p:nvPr/>
          </p:nvSpPr>
          <p:spPr>
            <a:xfrm>
              <a:off x="131997" y="102905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6" name="圆角矩形 43"/>
          <p:cNvSpPr/>
          <p:nvPr>
            <p:custDataLst>
              <p:tags r:id="rId2"/>
            </p:custDataLst>
          </p:nvPr>
        </p:nvSpPr>
        <p:spPr>
          <a:xfrm>
            <a:off x="8989060" y="5402580"/>
            <a:ext cx="281686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内部像素精准判决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43"/>
          <p:cNvSpPr/>
          <p:nvPr>
            <p:custDataLst>
              <p:tags r:id="rId3"/>
            </p:custDataLst>
          </p:nvPr>
        </p:nvSpPr>
        <p:spPr>
          <a:xfrm>
            <a:off x="8418830" y="6115685"/>
            <a:ext cx="338709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深层次特征提取融合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43"/>
          <p:cNvSpPr/>
          <p:nvPr>
            <p:custDataLst>
              <p:tags r:id="rId4"/>
            </p:custDataLst>
          </p:nvPr>
        </p:nvSpPr>
        <p:spPr>
          <a:xfrm>
            <a:off x="9471025" y="4689475"/>
            <a:ext cx="2334895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边界精准刻画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: 形状 27"/>
          <p:cNvSpPr/>
          <p:nvPr/>
        </p:nvSpPr>
        <p:spPr>
          <a:xfrm>
            <a:off x="7460615" y="1820545"/>
            <a:ext cx="4431665" cy="2682875"/>
          </a:xfrm>
          <a:custGeom>
            <a:avLst/>
            <a:gdLst>
              <a:gd name="connsiteX0" fmla="*/ 0 w 3457639"/>
              <a:gd name="connsiteY0" fmla="*/ 0 h 3883025"/>
              <a:gd name="connsiteX1" fmla="*/ 2943281 w 3457639"/>
              <a:gd name="connsiteY1" fmla="*/ 0 h 3883025"/>
              <a:gd name="connsiteX2" fmla="*/ 3457639 w 3457639"/>
              <a:gd name="connsiteY2" fmla="*/ 514358 h 3883025"/>
              <a:gd name="connsiteX3" fmla="*/ 3457639 w 3457639"/>
              <a:gd name="connsiteY3" fmla="*/ 3883025 h 3883025"/>
              <a:gd name="connsiteX4" fmla="*/ 208782 w 3457639"/>
              <a:gd name="connsiteY4" fmla="*/ 3883025 h 3883025"/>
              <a:gd name="connsiteX5" fmla="*/ 0 w 3457639"/>
              <a:gd name="connsiteY5" fmla="*/ 3674243 h 388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7639" h="3883025">
                <a:moveTo>
                  <a:pt x="0" y="0"/>
                </a:moveTo>
                <a:lnTo>
                  <a:pt x="2943281" y="0"/>
                </a:lnTo>
                <a:lnTo>
                  <a:pt x="3457639" y="514358"/>
                </a:lnTo>
                <a:lnTo>
                  <a:pt x="3457639" y="3883025"/>
                </a:lnTo>
                <a:lnTo>
                  <a:pt x="208782" y="3883025"/>
                </a:lnTo>
                <a:lnTo>
                  <a:pt x="0" y="3674243"/>
                </a:lnTo>
                <a:close/>
              </a:path>
            </a:pathLst>
          </a:cu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25000"/>
                </a:scheme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任意多边形: 形状 29"/>
          <p:cNvSpPr/>
          <p:nvPr/>
        </p:nvSpPr>
        <p:spPr>
          <a:xfrm>
            <a:off x="11282045" y="1819910"/>
            <a:ext cx="579755" cy="312420"/>
          </a:xfrm>
          <a:custGeom>
            <a:avLst/>
            <a:gdLst>
              <a:gd name="connsiteX0" fmla="*/ 0 w 635957"/>
              <a:gd name="connsiteY0" fmla="*/ 0 h 635957"/>
              <a:gd name="connsiteX1" fmla="*/ 122428 w 635957"/>
              <a:gd name="connsiteY1" fmla="*/ 0 h 635957"/>
              <a:gd name="connsiteX2" fmla="*/ 635957 w 635957"/>
              <a:gd name="connsiteY2" fmla="*/ 513529 h 635957"/>
              <a:gd name="connsiteX3" fmla="*/ 635957 w 635957"/>
              <a:gd name="connsiteY3" fmla="*/ 635957 h 635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957" h="635957">
                <a:moveTo>
                  <a:pt x="0" y="0"/>
                </a:moveTo>
                <a:lnTo>
                  <a:pt x="122428" y="0"/>
                </a:lnTo>
                <a:lnTo>
                  <a:pt x="635957" y="513529"/>
                </a:lnTo>
                <a:lnTo>
                  <a:pt x="635957" y="6359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任意多边形: 形状 30"/>
          <p:cNvSpPr/>
          <p:nvPr/>
        </p:nvSpPr>
        <p:spPr>
          <a:xfrm rot="5400000">
            <a:off x="7486650" y="1739900"/>
            <a:ext cx="131445" cy="244475"/>
          </a:xfrm>
          <a:custGeom>
            <a:avLst/>
            <a:gdLst>
              <a:gd name="connsiteX0" fmla="*/ 0 w 233362"/>
              <a:gd name="connsiteY0" fmla="*/ 233362 h 233362"/>
              <a:gd name="connsiteX1" fmla="*/ 0 w 233362"/>
              <a:gd name="connsiteY1" fmla="*/ 0 h 233362"/>
              <a:gd name="connsiteX2" fmla="*/ 28575 w 233362"/>
              <a:gd name="connsiteY2" fmla="*/ 0 h 233362"/>
              <a:gd name="connsiteX3" fmla="*/ 28575 w 233362"/>
              <a:gd name="connsiteY3" fmla="*/ 204786 h 233362"/>
              <a:gd name="connsiteX4" fmla="*/ 233362 w 233362"/>
              <a:gd name="connsiteY4" fmla="*/ 204786 h 233362"/>
              <a:gd name="connsiteX5" fmla="*/ 233362 w 233362"/>
              <a:gd name="connsiteY5" fmla="*/ 233362 h 233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362" h="233362">
                <a:moveTo>
                  <a:pt x="0" y="233362"/>
                </a:moveTo>
                <a:lnTo>
                  <a:pt x="0" y="0"/>
                </a:lnTo>
                <a:lnTo>
                  <a:pt x="28575" y="0"/>
                </a:lnTo>
                <a:lnTo>
                  <a:pt x="28575" y="204786"/>
                </a:lnTo>
                <a:lnTo>
                  <a:pt x="233362" y="204786"/>
                </a:lnTo>
                <a:lnTo>
                  <a:pt x="233362" y="233362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任意多边形: 形状 31"/>
          <p:cNvSpPr/>
          <p:nvPr/>
        </p:nvSpPr>
        <p:spPr>
          <a:xfrm>
            <a:off x="7419975" y="4224655"/>
            <a:ext cx="268605" cy="273050"/>
          </a:xfrm>
          <a:custGeom>
            <a:avLst/>
            <a:gdLst>
              <a:gd name="connsiteX0" fmla="*/ 0 w 209550"/>
              <a:gd name="connsiteY0" fmla="*/ 0 h 395288"/>
              <a:gd name="connsiteX1" fmla="*/ 0 w 209550"/>
              <a:gd name="connsiteY1" fmla="*/ 185738 h 395288"/>
              <a:gd name="connsiteX2" fmla="*/ 209550 w 209550"/>
              <a:gd name="connsiteY2" fmla="*/ 395288 h 395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550" h="395288">
                <a:moveTo>
                  <a:pt x="0" y="0"/>
                </a:moveTo>
                <a:lnTo>
                  <a:pt x="0" y="185738"/>
                </a:lnTo>
                <a:lnTo>
                  <a:pt x="209550" y="395288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604125" y="2219325"/>
            <a:ext cx="3974465" cy="1965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PVTv2-B2-Swin-Transformer级联U型</a:t>
            </a: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复合模型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实现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井圈分割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对井圈部分进行精细化的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像素级</a:t>
            </a:r>
            <a:r>
              <a:rPr lang="zh-CN" altLang="en-US" sz="2000" b="1" kern="1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分割</a:t>
            </a:r>
            <a:r>
              <a:rPr lang="zh-CN" altLang="en-US" sz="2000" b="1" kern="1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处理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05940" y="59436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井盖定位</a:t>
            </a:r>
            <a:endParaRPr lang="zh-CN" altLang="en-US" sz="36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Isosceles Triangle 56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56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216"/>
          <p:cNvSpPr/>
          <p:nvPr/>
        </p:nvSpPr>
        <p:spPr>
          <a:xfrm>
            <a:off x="6644471" y="1827505"/>
            <a:ext cx="5017770" cy="1655445"/>
          </a:xfrm>
          <a:prstGeom prst="roundRect">
            <a:avLst>
              <a:gd name="adj" fmla="val 0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6000"/>
                </a:schemeClr>
              </a:gs>
              <a:gs pos="0">
                <a:schemeClr val="accent1">
                  <a:alpha val="12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6644471" y="1896720"/>
            <a:ext cx="3024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自助采样训练</a:t>
            </a:r>
            <a:endParaRPr lang="zh-CN" altLang="en-US" sz="1600" b="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665083" y="3943396"/>
            <a:ext cx="5017135" cy="1311089"/>
            <a:chOff x="10278" y="6384"/>
            <a:chExt cx="8088" cy="3401"/>
          </a:xfrm>
        </p:grpSpPr>
        <p:sp>
          <p:nvSpPr>
            <p:cNvPr id="15" name="矩形: 圆角 216"/>
            <p:cNvSpPr/>
            <p:nvPr/>
          </p:nvSpPr>
          <p:spPr>
            <a:xfrm>
              <a:off x="10278" y="6384"/>
              <a:ext cx="8088" cy="340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6000"/>
                  </a:schemeClr>
                </a:gs>
                <a:gs pos="0">
                  <a:schemeClr val="accent1">
                    <a:alpha val="12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gradFill flip="none" rotWithShape="1">
                <a:gsLst>
                  <a:gs pos="85000">
                    <a:srgbClr val="1CADE4">
                      <a:lumMod val="30000"/>
                      <a:lumOff val="70000"/>
                    </a:srgbClr>
                  </a:gs>
                  <a:gs pos="75000">
                    <a:srgbClr val="1CADE4">
                      <a:alpha val="0"/>
                    </a:srgbClr>
                  </a:gs>
                  <a:gs pos="0">
                    <a:schemeClr val="accent1"/>
                  </a:gs>
                  <a:gs pos="2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10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558" y="6486"/>
              <a:ext cx="7714" cy="28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kern="1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kern="1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加权投票机制</a:t>
              </a:r>
              <a:endParaRPr lang="zh-CN" altLang="en-US" sz="1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marL="285750" marR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b="1" kern="100" dirty="0">
                  <a:solidFill>
                    <a:srgbClr val="C00000"/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四个关键信息</a:t>
              </a:r>
              <a:r>
                <a:rPr lang="zh-CN" altLang="en-US" b="1" kern="100" dirty="0"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来源</a:t>
              </a:r>
              <a:endParaRPr lang="zh-CN" altLang="en-US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marL="285750" marR="0" indent="-285750" algn="l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2000" b="1" kern="100" dirty="0">
                  <a:solidFill>
                    <a:srgbClr val="C00000"/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加权投票机制</a:t>
              </a:r>
              <a:endPara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圆角矩形 43"/>
          <p:cNvSpPr/>
          <p:nvPr>
            <p:custDataLst>
              <p:tags r:id="rId1"/>
            </p:custDataLst>
          </p:nvPr>
        </p:nvSpPr>
        <p:spPr>
          <a:xfrm>
            <a:off x="6724138" y="5638832"/>
            <a:ext cx="495808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赋予初始目标检测算法较高信任度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19096" y="2357095"/>
            <a:ext cx="46583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多模型集成学习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策略</a:t>
            </a:r>
            <a:endParaRPr lang="zh-CN" altLang="en-US" sz="2000" b="1" kern="100" dirty="0"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独立训练三个</a:t>
            </a: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YOLOv8l-cls</a:t>
            </a:r>
            <a:r>
              <a:rPr lang="zh-CN" altLang="en-US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子网络</a:t>
            </a:r>
            <a:endParaRPr lang="zh-CN" altLang="en-US" sz="2000" b="1" kern="100" dirty="0">
              <a:solidFill>
                <a:schemeClr val="accent1">
                  <a:lumMod val="75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Bootstrap Sampling技术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预防过拟合。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8" name="图片 17" descr="微信截图_20240414131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1567815"/>
            <a:ext cx="6096000" cy="48507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605915" y="6178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类别</a:t>
            </a:r>
            <a:r>
              <a:rPr lang="zh-CN" alt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判定</a:t>
            </a:r>
            <a:endParaRPr lang="zh-CN" altLang="en-US" sz="36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266459" y="685651"/>
            <a:ext cx="7724341" cy="439578"/>
            <a:chOff x="3002280" y="2960442"/>
            <a:chExt cx="7724341" cy="439578"/>
          </a:xfrm>
        </p:grpSpPr>
        <p:grpSp>
          <p:nvGrpSpPr>
            <p:cNvPr id="3" name="组合 2"/>
            <p:cNvGrpSpPr/>
            <p:nvPr/>
          </p:nvGrpSpPr>
          <p:grpSpPr>
            <a:xfrm>
              <a:off x="3132583" y="2960442"/>
              <a:ext cx="5926834" cy="400110"/>
              <a:chOff x="1989884" y="3567188"/>
              <a:chExt cx="5926834" cy="400110"/>
            </a:xfrm>
          </p:grpSpPr>
          <p:sp>
            <p:nvSpPr>
              <p:cNvPr id="7" name="Rectangle 8"/>
              <p:cNvSpPr/>
              <p:nvPr/>
            </p:nvSpPr>
            <p:spPr bwMode="auto">
              <a:xfrm>
                <a:off x="3495040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创新实现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 bwMode="auto">
              <a:xfrm>
                <a:off x="5036050" y="3567188"/>
                <a:ext cx="14113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r>
                  <a: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rPr>
                  <a:t>解决方案</a:t>
                </a:r>
                <a:endParaRPr lang="zh-CN" altLang="en-US" sz="2600" b="1" kern="0" dirty="0">
                  <a:gradFill>
                    <a:gsLst>
                      <a:gs pos="84000">
                        <a:srgbClr val="81BFFF"/>
                      </a:gs>
                      <a:gs pos="54000">
                        <a:srgbClr val="60D4FF"/>
                      </a:gs>
                      <a:gs pos="25000">
                        <a:srgbClr val="08C5FF"/>
                      </a:gs>
                    </a:gsLst>
                    <a:lin ang="5400000" scaled="0"/>
                  </a:gradFill>
                  <a:effectLst>
                    <a:outerShdw blurRad="508000" dist="381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ea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1989884" y="3628744"/>
                <a:ext cx="1411366" cy="338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项目背景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8"/>
              <p:cNvSpPr/>
              <p:nvPr/>
            </p:nvSpPr>
            <p:spPr bwMode="auto">
              <a:xfrm>
                <a:off x="6505352" y="3628744"/>
                <a:ext cx="14113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spAutoFit/>
              </a:bodyPr>
              <a:lstStyle>
                <a:lvl1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实验结果</a:t>
                </a:r>
                <a:endPara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rot="5400000">
              <a:off x="6785580" y="-541021"/>
              <a:ext cx="157741" cy="7724341"/>
              <a:chOff x="8384793" y="-60543"/>
              <a:chExt cx="45719" cy="6994491"/>
            </a:xfrm>
          </p:grpSpPr>
          <p:sp>
            <p:nvSpPr>
              <p:cNvPr id="5" name="ïśliḑê"/>
              <p:cNvSpPr/>
              <p:nvPr/>
            </p:nvSpPr>
            <p:spPr>
              <a:xfrm rot="5400000" flipH="1">
                <a:off x="6556308" y="1767947"/>
                <a:ext cx="3702694" cy="45714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" name="ïśliḑê"/>
              <p:cNvSpPr/>
              <p:nvPr/>
            </p:nvSpPr>
            <p:spPr>
              <a:xfrm rot="16200000" flipH="1" flipV="1">
                <a:off x="6761754" y="5265190"/>
                <a:ext cx="3291797" cy="45719"/>
              </a:xfrm>
              <a:custGeom>
                <a:avLst/>
                <a:gdLst>
                  <a:gd name="connsiteX0" fmla="*/ 0 w 1683657"/>
                  <a:gd name="connsiteY0" fmla="*/ 0 h 0"/>
                  <a:gd name="connsiteX1" fmla="*/ 1683657 w 1683657"/>
                  <a:gd name="connsiteY1" fmla="*/ 0 h 0"/>
                  <a:gd name="connsiteX2" fmla="*/ 1683657 w 1683657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3657">
                    <a:moveTo>
                      <a:pt x="0" y="0"/>
                    </a:moveTo>
                    <a:lnTo>
                      <a:pt x="1683657" y="0"/>
                    </a:lnTo>
                    <a:lnTo>
                      <a:pt x="1683657" y="0"/>
                    </a:lnTo>
                  </a:path>
                </a:pathLst>
              </a:custGeom>
              <a:noFill/>
              <a:ln w="28575">
                <a:gradFill flip="none" rotWithShape="1">
                  <a:gsLst>
                    <a:gs pos="0">
                      <a:srgbClr val="0070C0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0" scaled="0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19286" y="747207"/>
            <a:ext cx="1411366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人员组织</a:t>
            </a:r>
            <a:endParaRPr lang="zh-CN" altLang="en-US" sz="2200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Isosceles Triangle 56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567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216"/>
          <p:cNvSpPr/>
          <p:nvPr/>
        </p:nvSpPr>
        <p:spPr>
          <a:xfrm>
            <a:off x="6526530" y="1232535"/>
            <a:ext cx="5135880" cy="2498725"/>
          </a:xfrm>
          <a:prstGeom prst="roundRect">
            <a:avLst>
              <a:gd name="adj" fmla="val 0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6000"/>
                </a:schemeClr>
              </a:gs>
              <a:gs pos="0">
                <a:schemeClr val="accent1">
                  <a:alpha val="12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6614795" y="1840865"/>
            <a:ext cx="495808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将分割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掩模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与原始的井圈图像进行</a:t>
            </a: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点乘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，原图中井圈部位的像素在掩模中标记为显著值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强化显示</a:t>
            </a:r>
            <a:endParaRPr lang="zh-CN" altLang="en-US" sz="2000" b="1" kern="100" dirty="0">
              <a:solidFill>
                <a:srgbClr val="C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marR="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形成对比画面</a:t>
            </a:r>
            <a:endParaRPr lang="zh-CN" altLang="en-US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216"/>
          <p:cNvSpPr/>
          <p:nvPr/>
        </p:nvSpPr>
        <p:spPr>
          <a:xfrm>
            <a:off x="6526530" y="3877945"/>
            <a:ext cx="5135880" cy="18923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52000">
                <a:schemeClr val="accent1">
                  <a:alpha val="0"/>
                </a:schemeClr>
              </a:gs>
              <a:gs pos="100000">
                <a:schemeClr val="accent1">
                  <a:alpha val="6000"/>
                </a:schemeClr>
              </a:gs>
              <a:gs pos="0">
                <a:schemeClr val="accent1">
                  <a:alpha val="12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gradFill flip="none" rotWithShape="1">
              <a:gsLst>
                <a:gs pos="85000">
                  <a:srgbClr val="1CADE4">
                    <a:lumMod val="30000"/>
                    <a:lumOff val="70000"/>
                  </a:srgbClr>
                </a:gs>
                <a:gs pos="75000">
                  <a:srgbClr val="1CADE4">
                    <a:alpha val="0"/>
                  </a:srgbClr>
                </a:gs>
                <a:gs pos="0">
                  <a:schemeClr val="accent1"/>
                </a:gs>
                <a:gs pos="2000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36212" y="1317555"/>
            <a:ext cx="2316480" cy="5219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分割结果应用</a:t>
            </a:r>
            <a:endParaRPr lang="zh-CN" altLang="en-US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" name="矩形 521"/>
          <p:cNvSpPr/>
          <p:nvPr/>
        </p:nvSpPr>
        <p:spPr>
          <a:xfrm>
            <a:off x="6677025" y="3966845"/>
            <a:ext cx="4834890" cy="5219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井圈问题检测</a:t>
            </a:r>
            <a:r>
              <a:rPr lang="en-US" altLang="zh-CN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&amp;</a:t>
            </a:r>
            <a:r>
              <a:rPr lang="zh-CN" alt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类别判定</a:t>
            </a:r>
            <a:endParaRPr lang="zh-CN" altLang="en-US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68490" y="4491355"/>
            <a:ext cx="4543425" cy="1228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独立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YOLOv8x模型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二次分析图像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模型具备了对井圈状态的判断和区分能力。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1" name="圆角矩形 43"/>
          <p:cNvSpPr/>
          <p:nvPr>
            <p:custDataLst>
              <p:tags r:id="rId1"/>
            </p:custDataLst>
          </p:nvPr>
        </p:nvSpPr>
        <p:spPr>
          <a:xfrm>
            <a:off x="5986780" y="6080760"/>
            <a:ext cx="2912745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优先识别井盖状态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43"/>
          <p:cNvSpPr/>
          <p:nvPr>
            <p:custDataLst>
              <p:tags r:id="rId2"/>
            </p:custDataLst>
          </p:nvPr>
        </p:nvSpPr>
        <p:spPr>
          <a:xfrm>
            <a:off x="9188450" y="6080760"/>
            <a:ext cx="2802255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有效判断井圈问题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" y="1722120"/>
            <a:ext cx="5943600" cy="383730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805940" y="6997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sym typeface="+mn-ea"/>
              </a:rPr>
              <a:t>类别判定</a:t>
            </a:r>
            <a:endParaRPr lang="zh-CN" altLang="en-US" sz="36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266565" y="687705"/>
            <a:ext cx="7724140" cy="437515"/>
            <a:chOff x="6719" y="1083"/>
            <a:chExt cx="12164" cy="689"/>
          </a:xfrm>
        </p:grpSpPr>
        <p:grpSp>
          <p:nvGrpSpPr>
            <p:cNvPr id="2" name="组合 1"/>
            <p:cNvGrpSpPr/>
            <p:nvPr/>
          </p:nvGrpSpPr>
          <p:grpSpPr>
            <a:xfrm>
              <a:off x="6719" y="1083"/>
              <a:ext cx="12164" cy="689"/>
              <a:chOff x="3002280" y="2962348"/>
              <a:chExt cx="7724341" cy="437672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3132583" y="2962348"/>
                <a:ext cx="5922515" cy="398521"/>
                <a:chOff x="1989884" y="3569094"/>
                <a:chExt cx="5922515" cy="398521"/>
              </a:xfrm>
            </p:grpSpPr>
            <p:sp>
              <p:nvSpPr>
                <p:cNvPr id="7" name="Rectangle 8"/>
                <p:cNvSpPr/>
                <p:nvPr/>
              </p:nvSpPr>
              <p:spPr bwMode="auto">
                <a:xfrm>
                  <a:off x="3495040" y="3628744"/>
                  <a:ext cx="1411366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创新实现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Rectangle 8"/>
                <p:cNvSpPr/>
                <p:nvPr/>
              </p:nvSpPr>
              <p:spPr bwMode="auto">
                <a:xfrm>
                  <a:off x="6501033" y="3569094"/>
                  <a:ext cx="1411366" cy="3985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>
                    <a:defRPr/>
                  </a:pPr>
                  <a:r>
                    <a:rPr lang="zh-CN" altLang="en-US" sz="2600" b="1" kern="0" dirty="0">
                      <a:gradFill>
                        <a:gsLst>
                          <a:gs pos="84000">
                            <a:srgbClr val="81BFFF"/>
                          </a:gs>
                          <a:gs pos="54000">
                            <a:srgbClr val="60D4FF"/>
                          </a:gs>
                          <a:gs pos="25000">
                            <a:srgbClr val="08C5FF"/>
                          </a:gs>
                        </a:gsLst>
                        <a:lin ang="5400000" scaled="0"/>
                      </a:gradFill>
                      <a:effectLst>
                        <a:outerShdw blurRad="508000" dist="38100" dir="2700000" algn="tl" rotWithShape="0">
                          <a:schemeClr val="bg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ea"/>
                    </a:rPr>
                    <a:t>实验结果</a:t>
                  </a:r>
                  <a:endPara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 bwMode="auto">
                <a:xfrm>
                  <a:off x="1989884" y="3628744"/>
                  <a:ext cx="1411366" cy="338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项目背景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Rectangle 8"/>
                <p:cNvSpPr/>
                <p:nvPr/>
              </p:nvSpPr>
              <p:spPr bwMode="auto">
                <a:xfrm>
                  <a:off x="4999728" y="3628744"/>
                  <a:ext cx="1411366" cy="3384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解决方案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" name="组合 3"/>
              <p:cNvGrpSpPr/>
              <p:nvPr/>
            </p:nvGrpSpPr>
            <p:grpSpPr>
              <a:xfrm rot="5400000">
                <a:off x="6785580" y="-541021"/>
                <a:ext cx="157741" cy="7724341"/>
                <a:chOff x="8384793" y="-60543"/>
                <a:chExt cx="45719" cy="6994491"/>
              </a:xfrm>
            </p:grpSpPr>
            <p:sp>
              <p:nvSpPr>
                <p:cNvPr id="5" name="ïśliḑê"/>
                <p:cNvSpPr/>
                <p:nvPr/>
              </p:nvSpPr>
              <p:spPr>
                <a:xfrm rot="5400000" flipH="1">
                  <a:off x="6556308" y="1767947"/>
                  <a:ext cx="3702694" cy="45714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ïśliḑê"/>
                <p:cNvSpPr/>
                <p:nvPr/>
              </p:nvSpPr>
              <p:spPr>
                <a:xfrm rot="16200000" flipH="1" flipV="1">
                  <a:off x="6761754" y="5265190"/>
                  <a:ext cx="3291797" cy="45719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6251" y="1177"/>
              <a:ext cx="2223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人员组织</a:t>
              </a:r>
              <a:endPara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" y="2551430"/>
            <a:ext cx="6040120" cy="3498215"/>
          </a:xfrm>
          <a:prstGeom prst="rect">
            <a:avLst/>
          </a:prstGeom>
        </p:spPr>
      </p:pic>
      <p:sp>
        <p:nvSpPr>
          <p:cNvPr id="139" name="文本框 138"/>
          <p:cNvSpPr txBox="1"/>
          <p:nvPr/>
        </p:nvSpPr>
        <p:spPr>
          <a:xfrm>
            <a:off x="1056640" y="1613535"/>
            <a:ext cx="459168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7345" algn="l"/>
              </a:tabLst>
              <a:defRPr kumimoji="0" sz="1600" b="0" i="0" u="none" strike="noStrike" cap="none" spc="100" normalizeH="0" baseline="0">
                <a:ln>
                  <a:noFill/>
                </a:ln>
                <a:gradFill>
                  <a:gsLst>
                    <a:gs pos="100000">
                      <a:srgbClr val="BDF2FF"/>
                    </a:gs>
                    <a:gs pos="77000">
                      <a:srgbClr val="ADEDFD"/>
                    </a:gs>
                    <a:gs pos="44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sz="2800" b="1" dirty="0">
                <a:ln w="15875"/>
                <a:gradFill>
                  <a:gsLst>
                    <a:gs pos="0">
                      <a:schemeClr val="accent1">
                        <a:lumOff val="-1998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88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rPr>
              <a:t>验证集上各类别的pr曲线</a:t>
            </a:r>
            <a:endParaRPr lang="zh-CN" altLang="en-US" sz="2800" b="1" dirty="0">
              <a:ln w="15875"/>
              <a:gradFill>
                <a:gsLst>
                  <a:gs pos="0">
                    <a:schemeClr val="accent1">
                      <a:lumOff val="-19988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88"/>
                    </a:schemeClr>
                  </a:gs>
                </a:gsLst>
                <a:lin ang="0" scaled="0"/>
              </a:gra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136525" y="2264410"/>
            <a:ext cx="547370" cy="456565"/>
            <a:chOff x="131997" y="1029052"/>
            <a:chExt cx="296797" cy="251753"/>
          </a:xfrm>
        </p:grpSpPr>
        <p:sp>
          <p:nvSpPr>
            <p:cNvPr id="142" name="梯形 141"/>
            <p:cNvSpPr/>
            <p:nvPr/>
          </p:nvSpPr>
          <p:spPr>
            <a:xfrm rot="5400000" flipH="1">
              <a:off x="177334" y="1186714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3" name="梯形 142"/>
            <p:cNvSpPr/>
            <p:nvPr/>
          </p:nvSpPr>
          <p:spPr>
            <a:xfrm rot="10800000" flipH="1">
              <a:off x="258753" y="1111645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4" name="菱形 143"/>
            <p:cNvSpPr/>
            <p:nvPr/>
          </p:nvSpPr>
          <p:spPr>
            <a:xfrm>
              <a:off x="131997" y="102905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6280785" y="5901055"/>
            <a:ext cx="547370" cy="464820"/>
            <a:chOff x="2020941" y="3879640"/>
            <a:chExt cx="296784" cy="256431"/>
          </a:xfrm>
        </p:grpSpPr>
        <p:sp>
          <p:nvSpPr>
            <p:cNvPr id="146" name="梯形 145"/>
            <p:cNvSpPr/>
            <p:nvPr/>
          </p:nvSpPr>
          <p:spPr>
            <a:xfrm rot="5400000" flipV="1">
              <a:off x="2123680" y="3934270"/>
              <a:ext cx="148721" cy="39462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7" name="梯形 146"/>
            <p:cNvSpPr/>
            <p:nvPr/>
          </p:nvSpPr>
          <p:spPr>
            <a:xfrm rot="10800000" flipV="1">
              <a:off x="2020941" y="4014286"/>
              <a:ext cx="170041" cy="34514"/>
            </a:xfrm>
            <a:prstGeom prst="trapezoid">
              <a:avLst>
                <a:gd name="adj" fmla="val 934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8" name="菱形 147"/>
            <p:cNvSpPr/>
            <p:nvPr/>
          </p:nvSpPr>
          <p:spPr>
            <a:xfrm>
              <a:off x="2266423" y="4091202"/>
              <a:ext cx="51302" cy="44869"/>
            </a:xfrm>
            <a:prstGeom prst="diamond">
              <a:avLst/>
            </a:prstGeom>
            <a:solidFill>
              <a:schemeClr val="accent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677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90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圆角矩形 43"/>
          <p:cNvSpPr/>
          <p:nvPr>
            <p:custDataLst>
              <p:tags r:id="rId3"/>
            </p:custDataLst>
          </p:nvPr>
        </p:nvSpPr>
        <p:spPr>
          <a:xfrm>
            <a:off x="7561580" y="5414010"/>
            <a:ext cx="3928745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总体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mAP50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高达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0.949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6858014" y="1368306"/>
          <a:ext cx="4642886" cy="3797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圆角矩形 43"/>
          <p:cNvSpPr/>
          <p:nvPr>
            <p:custDataLst>
              <p:tags r:id="rId4"/>
            </p:custDataLst>
          </p:nvPr>
        </p:nvSpPr>
        <p:spPr>
          <a:xfrm>
            <a:off x="1579880" y="6207760"/>
            <a:ext cx="3646170" cy="52133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曲线饱和，性能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好！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266565" y="687705"/>
            <a:ext cx="7724140" cy="437515"/>
            <a:chOff x="6719" y="1083"/>
            <a:chExt cx="12164" cy="689"/>
          </a:xfrm>
        </p:grpSpPr>
        <p:grpSp>
          <p:nvGrpSpPr>
            <p:cNvPr id="13" name="组合 12"/>
            <p:cNvGrpSpPr/>
            <p:nvPr/>
          </p:nvGrpSpPr>
          <p:grpSpPr>
            <a:xfrm>
              <a:off x="6719" y="1083"/>
              <a:ext cx="12164" cy="689"/>
              <a:chOff x="3002280" y="2962348"/>
              <a:chExt cx="7724341" cy="437672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3132583" y="2962348"/>
                <a:ext cx="5922515" cy="398521"/>
                <a:chOff x="1989884" y="3569094"/>
                <a:chExt cx="5922515" cy="398521"/>
              </a:xfrm>
            </p:grpSpPr>
            <p:sp>
              <p:nvSpPr>
                <p:cNvPr id="15" name="Rectangle 8"/>
                <p:cNvSpPr/>
                <p:nvPr/>
              </p:nvSpPr>
              <p:spPr bwMode="auto">
                <a:xfrm>
                  <a:off x="3495040" y="3628744"/>
                  <a:ext cx="1411366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创新实现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Rectangle 8"/>
                <p:cNvSpPr/>
                <p:nvPr/>
              </p:nvSpPr>
              <p:spPr bwMode="auto">
                <a:xfrm>
                  <a:off x="6501033" y="3569094"/>
                  <a:ext cx="1411366" cy="3985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>
                    <a:defRPr/>
                  </a:pPr>
                  <a:r>
                    <a:rPr lang="zh-CN" altLang="en-US" sz="2600" b="1" kern="0" dirty="0">
                      <a:gradFill>
                        <a:gsLst>
                          <a:gs pos="84000">
                            <a:srgbClr val="81BFFF"/>
                          </a:gs>
                          <a:gs pos="54000">
                            <a:srgbClr val="60D4FF"/>
                          </a:gs>
                          <a:gs pos="25000">
                            <a:srgbClr val="08C5FF"/>
                          </a:gs>
                        </a:gsLst>
                        <a:lin ang="5400000" scaled="0"/>
                      </a:gradFill>
                      <a:effectLst>
                        <a:outerShdw blurRad="508000" dist="38100" dir="2700000" algn="tl" rotWithShape="0">
                          <a:schemeClr val="bg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ea"/>
                    </a:rPr>
                    <a:t>实验结果</a:t>
                  </a:r>
                  <a:endPara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endParaRPr>
                </a:p>
              </p:txBody>
            </p:sp>
            <p:sp>
              <p:nvSpPr>
                <p:cNvPr id="18" name="Rectangle 8"/>
                <p:cNvSpPr/>
                <p:nvPr/>
              </p:nvSpPr>
              <p:spPr bwMode="auto">
                <a:xfrm>
                  <a:off x="1989884" y="3628744"/>
                  <a:ext cx="1411366" cy="338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项目背景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Rectangle 8"/>
                <p:cNvSpPr/>
                <p:nvPr/>
              </p:nvSpPr>
              <p:spPr bwMode="auto">
                <a:xfrm>
                  <a:off x="4999728" y="3628744"/>
                  <a:ext cx="1411366" cy="3384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解决方案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 rot="5400000">
                <a:off x="6785580" y="-541021"/>
                <a:ext cx="157741" cy="7724341"/>
                <a:chOff x="8384793" y="-60543"/>
                <a:chExt cx="45719" cy="6994491"/>
              </a:xfrm>
            </p:grpSpPr>
            <p:sp>
              <p:nvSpPr>
                <p:cNvPr id="21" name="ïśliḑê"/>
                <p:cNvSpPr/>
                <p:nvPr/>
              </p:nvSpPr>
              <p:spPr>
                <a:xfrm rot="5400000" flipH="1">
                  <a:off x="6556308" y="1767947"/>
                  <a:ext cx="3702694" cy="45714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ïśliḑê"/>
                <p:cNvSpPr/>
                <p:nvPr/>
              </p:nvSpPr>
              <p:spPr>
                <a:xfrm rot="16200000" flipH="1" flipV="1">
                  <a:off x="6761754" y="5265190"/>
                  <a:ext cx="3291797" cy="45719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3" name="Rectangle 8"/>
            <p:cNvSpPr>
              <a:spLocks noChangeArrowheads="1"/>
            </p:cNvSpPr>
            <p:nvPr/>
          </p:nvSpPr>
          <p:spPr bwMode="auto">
            <a:xfrm>
              <a:off x="16251" y="1177"/>
              <a:ext cx="2223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人员组织</a:t>
              </a:r>
              <a:endPara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1532882" y="472806"/>
            <a:ext cx="221488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结果示例</a:t>
            </a:r>
            <a:endParaRPr lang="en-US" altLang="zh-CN" sz="40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7936" y="1907846"/>
            <a:ext cx="12864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circlegood</a:t>
            </a:r>
            <a:endParaRPr lang="en-US" altLang="zh-CN" sz="1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097935" y="5990016"/>
            <a:ext cx="12864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circlegood</a:t>
            </a:r>
            <a:endParaRPr lang="en-US" altLang="zh-CN" sz="1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97936" y="3987278"/>
            <a:ext cx="12864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circlegood</a:t>
            </a:r>
            <a:endParaRPr lang="en-US" altLang="zh-CN" sz="16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97936" y="2972327"/>
            <a:ext cx="12864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circleg</a:t>
            </a:r>
            <a:r>
              <a:rPr lang="en-US" altLang="zh-CN" sz="1600" b="1" dirty="0"/>
              <a:t>ood</a:t>
            </a:r>
            <a:endParaRPr lang="en-US" altLang="zh-CN" sz="16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903605" y="5001895"/>
            <a:ext cx="14808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circleproblem</a:t>
            </a:r>
            <a:endParaRPr lang="en-US" altLang="zh-CN" sz="1600" b="1" dirty="0"/>
          </a:p>
        </p:txBody>
      </p:sp>
      <p:sp>
        <p:nvSpPr>
          <p:cNvPr id="8" name="箭头: 下 7"/>
          <p:cNvSpPr/>
          <p:nvPr/>
        </p:nvSpPr>
        <p:spPr>
          <a:xfrm rot="16200000">
            <a:off x="3381705" y="1246546"/>
            <a:ext cx="330010" cy="37126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可选过程 8"/>
          <p:cNvSpPr/>
          <p:nvPr/>
        </p:nvSpPr>
        <p:spPr>
          <a:xfrm>
            <a:off x="2514600" y="1256665"/>
            <a:ext cx="1036955" cy="37147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原图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3670935" y="1247775"/>
            <a:ext cx="1186815" cy="37147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井圈分割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流程图: 可选过程 15"/>
          <p:cNvSpPr/>
          <p:nvPr/>
        </p:nvSpPr>
        <p:spPr>
          <a:xfrm>
            <a:off x="5047851" y="1256721"/>
            <a:ext cx="1285660" cy="371260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井圈掩码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流程图: 可选过程 24"/>
          <p:cNvSpPr/>
          <p:nvPr/>
        </p:nvSpPr>
        <p:spPr>
          <a:xfrm>
            <a:off x="6441440" y="1242060"/>
            <a:ext cx="1256665" cy="37147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井圈类别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流程图: 可选过程 26"/>
          <p:cNvSpPr/>
          <p:nvPr/>
        </p:nvSpPr>
        <p:spPr>
          <a:xfrm>
            <a:off x="7817485" y="1247775"/>
            <a:ext cx="1193165" cy="37147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井</a:t>
            </a:r>
            <a:r>
              <a:rPr lang="zh-CN" altLang="en-US" dirty="0">
                <a:solidFill>
                  <a:schemeClr val="tx1"/>
                </a:solidFill>
              </a:rPr>
              <a:t>盖锚框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流程图: 可选过程 28"/>
          <p:cNvSpPr/>
          <p:nvPr/>
        </p:nvSpPr>
        <p:spPr>
          <a:xfrm>
            <a:off x="9281795" y="1247775"/>
            <a:ext cx="1157605" cy="37147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最终结果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箭头: 下 7"/>
          <p:cNvSpPr/>
          <p:nvPr/>
        </p:nvSpPr>
        <p:spPr>
          <a:xfrm rot="16200000">
            <a:off x="4832045" y="1242736"/>
            <a:ext cx="330010" cy="37126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箭头: 下 7"/>
          <p:cNvSpPr/>
          <p:nvPr/>
        </p:nvSpPr>
        <p:spPr>
          <a:xfrm rot="16200000">
            <a:off x="6235395" y="1241466"/>
            <a:ext cx="330010" cy="37126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下 7"/>
          <p:cNvSpPr/>
          <p:nvPr/>
        </p:nvSpPr>
        <p:spPr>
          <a:xfrm rot="16200000">
            <a:off x="7593025" y="1235751"/>
            <a:ext cx="330010" cy="37126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7"/>
          <p:cNvSpPr/>
          <p:nvPr/>
        </p:nvSpPr>
        <p:spPr>
          <a:xfrm rot="16200000">
            <a:off x="9000820" y="1240831"/>
            <a:ext cx="330010" cy="37126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微信截图_202404141508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4425" y="1687195"/>
            <a:ext cx="8143240" cy="49815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6" name="Isosceles Triangle 5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266565" y="697865"/>
            <a:ext cx="7724140" cy="427355"/>
            <a:chOff x="6719" y="1099"/>
            <a:chExt cx="12164" cy="673"/>
          </a:xfrm>
        </p:grpSpPr>
        <p:grpSp>
          <p:nvGrpSpPr>
            <p:cNvPr id="2" name="组合 1"/>
            <p:cNvGrpSpPr/>
            <p:nvPr/>
          </p:nvGrpSpPr>
          <p:grpSpPr>
            <a:xfrm>
              <a:off x="6719" y="1099"/>
              <a:ext cx="12164" cy="673"/>
              <a:chOff x="3002280" y="2972512"/>
              <a:chExt cx="7724341" cy="427508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3132583" y="2972512"/>
                <a:ext cx="7431314" cy="400193"/>
                <a:chOff x="1989884" y="3579258"/>
                <a:chExt cx="7431314" cy="400193"/>
              </a:xfrm>
            </p:grpSpPr>
            <p:sp>
              <p:nvSpPr>
                <p:cNvPr id="7" name="Rectangle 8"/>
                <p:cNvSpPr/>
                <p:nvPr/>
              </p:nvSpPr>
              <p:spPr bwMode="auto">
                <a:xfrm>
                  <a:off x="3495040" y="3628744"/>
                  <a:ext cx="1411366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创新实现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Rectangle 8"/>
                <p:cNvSpPr/>
                <p:nvPr/>
              </p:nvSpPr>
              <p:spPr bwMode="auto">
                <a:xfrm>
                  <a:off x="8009832" y="3579258"/>
                  <a:ext cx="1411366" cy="4001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>
                    <a:defRPr/>
                  </a:pPr>
                  <a:r>
                    <a:rPr lang="zh-CN" altLang="en-US" sz="2600" b="1" kern="0" dirty="0">
                      <a:gradFill>
                        <a:gsLst>
                          <a:gs pos="84000">
                            <a:srgbClr val="81BFFF"/>
                          </a:gs>
                          <a:gs pos="54000">
                            <a:srgbClr val="60D4FF"/>
                          </a:gs>
                          <a:gs pos="25000">
                            <a:srgbClr val="08C5FF"/>
                          </a:gs>
                        </a:gsLst>
                        <a:lin ang="5400000" scaled="0"/>
                      </a:gradFill>
                      <a:effectLst>
                        <a:outerShdw blurRad="508000" dist="38100" dir="2700000" algn="tl" rotWithShape="0">
                          <a:schemeClr val="bg1">
                            <a:alpha val="40000"/>
                          </a:schemeClr>
                        </a:outerShdw>
                      </a:effectLst>
                      <a:latin typeface="+mn-lt"/>
                      <a:ea typeface="+mn-ea"/>
                      <a:cs typeface="+mn-ea"/>
                    </a:rPr>
                    <a:t>人员组织</a:t>
                  </a:r>
                  <a:endParaRPr lang="zh-CN" altLang="en-US" sz="2600" b="1" kern="0" dirty="0">
                    <a:gradFill>
                      <a:gsLst>
                        <a:gs pos="84000">
                          <a:srgbClr val="81BFFF"/>
                        </a:gs>
                        <a:gs pos="54000">
                          <a:srgbClr val="60D4FF"/>
                        </a:gs>
                        <a:gs pos="25000">
                          <a:srgbClr val="08C5FF"/>
                        </a:gs>
                      </a:gsLst>
                      <a:lin ang="5400000" scaled="0"/>
                    </a:gradFill>
                    <a:effectLst>
                      <a:outerShdw blurRad="508000" dist="38100" dir="2700000" algn="tl" rotWithShape="0">
                        <a:schemeClr val="bg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ea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 bwMode="auto">
                <a:xfrm>
                  <a:off x="1989884" y="3628744"/>
                  <a:ext cx="1411366" cy="338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项目背景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Rectangle 8"/>
                <p:cNvSpPr/>
                <p:nvPr/>
              </p:nvSpPr>
              <p:spPr bwMode="auto">
                <a:xfrm>
                  <a:off x="4999728" y="3628744"/>
                  <a:ext cx="1411366" cy="3384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zh-CN" altLang="en-US" sz="2200" b="1" dirty="0">
                      <a:solidFill>
                        <a:schemeClr val="bg2">
                          <a:lumMod val="10000"/>
                        </a:schemeClr>
                      </a:solidFill>
                      <a:latin typeface="+mj-ea"/>
                      <a:ea typeface="+mj-ea"/>
                      <a:cs typeface="Arial" panose="020B0604020202020204" pitchFamily="34" charset="0"/>
                    </a:rPr>
                    <a:t>解决方案</a:t>
                  </a:r>
                  <a:endParaRPr lang="zh-CN" altLang="en-US" sz="2200" b="1" dirty="0">
                    <a:solidFill>
                      <a:schemeClr val="bg2">
                        <a:lumMod val="10000"/>
                      </a:schemeClr>
                    </a:solidFill>
                    <a:latin typeface="+mj-ea"/>
                    <a:ea typeface="+mj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" name="组合 3"/>
              <p:cNvGrpSpPr/>
              <p:nvPr/>
            </p:nvGrpSpPr>
            <p:grpSpPr>
              <a:xfrm rot="5400000">
                <a:off x="6785580" y="-541021"/>
                <a:ext cx="157741" cy="7724341"/>
                <a:chOff x="8384793" y="-60543"/>
                <a:chExt cx="45719" cy="6994491"/>
              </a:xfrm>
            </p:grpSpPr>
            <p:sp>
              <p:nvSpPr>
                <p:cNvPr id="5" name="ïśliḑê"/>
                <p:cNvSpPr/>
                <p:nvPr/>
              </p:nvSpPr>
              <p:spPr>
                <a:xfrm rot="5400000" flipH="1">
                  <a:off x="6556308" y="1767947"/>
                  <a:ext cx="3702694" cy="45714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ïśliḑê"/>
                <p:cNvSpPr/>
                <p:nvPr/>
              </p:nvSpPr>
              <p:spPr>
                <a:xfrm rot="16200000" flipH="1" flipV="1">
                  <a:off x="6761754" y="5265190"/>
                  <a:ext cx="3291797" cy="45719"/>
                </a:xfrm>
                <a:custGeom>
                  <a:avLst/>
                  <a:gdLst>
                    <a:gd name="connsiteX0" fmla="*/ 0 w 1683657"/>
                    <a:gd name="connsiteY0" fmla="*/ 0 h 0"/>
                    <a:gd name="connsiteX1" fmla="*/ 1683657 w 1683657"/>
                    <a:gd name="connsiteY1" fmla="*/ 0 h 0"/>
                    <a:gd name="connsiteX2" fmla="*/ 1683657 w 1683657"/>
                    <a:gd name="connsiteY2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83657">
                      <a:moveTo>
                        <a:pt x="0" y="0"/>
                      </a:moveTo>
                      <a:lnTo>
                        <a:pt x="1683657" y="0"/>
                      </a:lnTo>
                      <a:lnTo>
                        <a:pt x="1683657" y="0"/>
                      </a:lnTo>
                    </a:path>
                  </a:pathLst>
                </a:custGeom>
                <a:noFill/>
                <a:ln w="28575">
                  <a:gradFill flip="none" rotWithShape="1">
                    <a:gsLst>
                      <a:gs pos="0">
                        <a:srgbClr val="0070C0"/>
                      </a:gs>
                      <a:gs pos="100000">
                        <a:schemeClr val="accent3">
                          <a:alpha val="0"/>
                        </a:schemeClr>
                      </a:gs>
                    </a:gsLst>
                    <a:lin ang="0" scaled="0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4034" y="1177"/>
              <a:ext cx="2223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200" b="1" dirty="0">
                  <a:solidFill>
                    <a:schemeClr val="bg2">
                      <a:lumMod val="1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实验结果</a:t>
              </a:r>
              <a:endParaRPr lang="zh-CN" altLang="en-US" sz="2200" b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7922260" y="3978910"/>
            <a:ext cx="1706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鲁佳艺</a:t>
            </a:r>
            <a:endParaRPr lang="zh-CN" altLang="en-US" sz="40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3129280" y="3978910"/>
            <a:ext cx="1706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康可均</a:t>
            </a:r>
            <a:endParaRPr lang="zh-CN" altLang="en-US" sz="40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5877560" y="3978910"/>
            <a:ext cx="1198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苏艺</a:t>
            </a:r>
            <a:endParaRPr lang="zh-CN" altLang="en-US" sz="40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744855" y="3978910"/>
            <a:ext cx="1706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郑思瀚</a:t>
            </a:r>
            <a:endParaRPr lang="zh-CN" altLang="en-US" sz="40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10629265" y="3978910"/>
            <a:ext cx="1198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相洋</a:t>
            </a:r>
            <a:endParaRPr lang="zh-CN" altLang="en-US" sz="40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850265" y="5053965"/>
            <a:ext cx="1746250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爬虫采集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文案撰写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视频制作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893695" y="5053965"/>
            <a:ext cx="227266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分割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网络模型构建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检测算法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5938520" y="5053965"/>
            <a:ext cx="186118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样本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标注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文案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撰写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7844155" y="5053965"/>
            <a:ext cx="1877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10183495" y="5053965"/>
            <a:ext cx="2101850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前后端项目实现模型辅助改进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2560" y="1819910"/>
            <a:ext cx="1945640" cy="19685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6655" y="1737995"/>
            <a:ext cx="2049780" cy="204978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2120" y="1790700"/>
            <a:ext cx="1981200" cy="199771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1145" y="1741805"/>
            <a:ext cx="2031365" cy="208724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590" y="1636395"/>
            <a:ext cx="2172335" cy="21920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5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3" name="Freeform: Shape 55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0" name="Rectangle 5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Freeform: Shape 5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8" name="Isosceles Triangle 5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组合 2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6626999" y="2841275"/>
            <a:ext cx="4368462" cy="2972055"/>
            <a:chOff x="3702720" y="2013525"/>
            <a:chExt cx="4841564" cy="3293927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grpSpPr>
        <p:sp>
          <p:nvSpPr>
            <p:cNvPr id="3" name="iśḷiďê"/>
            <p:cNvSpPr/>
            <p:nvPr/>
          </p:nvSpPr>
          <p:spPr bwMode="auto">
            <a:xfrm>
              <a:off x="4866913" y="3274735"/>
              <a:ext cx="3677371" cy="2032717"/>
            </a:xfrm>
            <a:prstGeom prst="rect">
              <a:avLst/>
            </a:prstGeom>
            <a:solidFill>
              <a:srgbClr val="F739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" name="ïŝ1ïdé"/>
            <p:cNvSpPr/>
            <p:nvPr/>
          </p:nvSpPr>
          <p:spPr bwMode="auto">
            <a:xfrm>
              <a:off x="7976048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" name="işḻiḍê"/>
            <p:cNvSpPr/>
            <p:nvPr/>
          </p:nvSpPr>
          <p:spPr bwMode="auto">
            <a:xfrm>
              <a:off x="7310795" y="3274735"/>
              <a:ext cx="106257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" name="ïśḻîḍe"/>
            <p:cNvSpPr/>
            <p:nvPr/>
          </p:nvSpPr>
          <p:spPr bwMode="auto">
            <a:xfrm>
              <a:off x="6654782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îṡḷîḋe"/>
            <p:cNvSpPr/>
            <p:nvPr/>
          </p:nvSpPr>
          <p:spPr bwMode="auto">
            <a:xfrm>
              <a:off x="5994147" y="3274735"/>
              <a:ext cx="101636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íŝļïďe"/>
            <p:cNvSpPr/>
            <p:nvPr/>
          </p:nvSpPr>
          <p:spPr bwMode="auto">
            <a:xfrm>
              <a:off x="5333515" y="3274735"/>
              <a:ext cx="106257" cy="2032717"/>
            </a:xfrm>
            <a:prstGeom prst="rect">
              <a:avLst/>
            </a:prstGeom>
            <a:solidFill>
              <a:srgbClr val="BF23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ïṩḻiḍê"/>
            <p:cNvSpPr/>
            <p:nvPr/>
          </p:nvSpPr>
          <p:spPr bwMode="auto">
            <a:xfrm>
              <a:off x="5278078" y="3528823"/>
              <a:ext cx="2748790" cy="1524538"/>
            </a:xfrm>
            <a:prstGeom prst="ellipse">
              <a:avLst/>
            </a:prstGeom>
            <a:solidFill>
              <a:srgbClr val="4B4D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îṥļïḍé"/>
            <p:cNvSpPr/>
            <p:nvPr/>
          </p:nvSpPr>
          <p:spPr bwMode="auto">
            <a:xfrm>
              <a:off x="5462870" y="3621219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820 w 820"/>
                <a:gd name="T3" fmla="*/ 259 h 462"/>
                <a:gd name="T4" fmla="*/ 777 w 820"/>
                <a:gd name="T5" fmla="*/ 259 h 462"/>
                <a:gd name="T6" fmla="*/ 548 w 820"/>
                <a:gd name="T7" fmla="*/ 403 h 462"/>
                <a:gd name="T8" fmla="*/ 458 w 820"/>
                <a:gd name="T9" fmla="*/ 415 h 462"/>
                <a:gd name="T10" fmla="*/ 458 w 820"/>
                <a:gd name="T11" fmla="*/ 462 h 462"/>
                <a:gd name="T12" fmla="*/ 373 w 820"/>
                <a:gd name="T13" fmla="*/ 462 h 462"/>
                <a:gd name="T14" fmla="*/ 373 w 820"/>
                <a:gd name="T15" fmla="*/ 415 h 462"/>
                <a:gd name="T16" fmla="*/ 271 w 820"/>
                <a:gd name="T17" fmla="*/ 403 h 462"/>
                <a:gd name="T18" fmla="*/ 42 w 820"/>
                <a:gd name="T19" fmla="*/ 259 h 462"/>
                <a:gd name="T20" fmla="*/ 0 w 820"/>
                <a:gd name="T21" fmla="*/ 259 h 462"/>
                <a:gd name="T22" fmla="*/ 0 w 820"/>
                <a:gd name="T23" fmla="*/ 203 h 462"/>
                <a:gd name="T24" fmla="*/ 42 w 820"/>
                <a:gd name="T25" fmla="*/ 203 h 462"/>
                <a:gd name="T26" fmla="*/ 271 w 820"/>
                <a:gd name="T27" fmla="*/ 59 h 462"/>
                <a:gd name="T28" fmla="*/ 361 w 820"/>
                <a:gd name="T29" fmla="*/ 48 h 462"/>
                <a:gd name="T30" fmla="*/ 361 w 820"/>
                <a:gd name="T31" fmla="*/ 0 h 462"/>
                <a:gd name="T32" fmla="*/ 446 w 820"/>
                <a:gd name="T33" fmla="*/ 0 h 462"/>
                <a:gd name="T34" fmla="*/ 446 w 820"/>
                <a:gd name="T35" fmla="*/ 47 h 462"/>
                <a:gd name="T36" fmla="*/ 548 w 820"/>
                <a:gd name="T37" fmla="*/ 59 h 462"/>
                <a:gd name="T38" fmla="*/ 777 w 820"/>
                <a:gd name="T39" fmla="*/ 203 h 462"/>
                <a:gd name="T40" fmla="*/ 820 w 820"/>
                <a:gd name="T41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820" y="259"/>
                    <a:pt x="820" y="259"/>
                    <a:pt x="820" y="259"/>
                  </a:cubicBezTo>
                  <a:cubicBezTo>
                    <a:pt x="777" y="259"/>
                    <a:pt x="777" y="259"/>
                    <a:pt x="777" y="259"/>
                  </a:cubicBezTo>
                  <a:cubicBezTo>
                    <a:pt x="758" y="325"/>
                    <a:pt x="668" y="379"/>
                    <a:pt x="548" y="403"/>
                  </a:cubicBezTo>
                  <a:cubicBezTo>
                    <a:pt x="519" y="409"/>
                    <a:pt x="489" y="413"/>
                    <a:pt x="458" y="415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373" y="415"/>
                    <a:pt x="373" y="415"/>
                    <a:pt x="373" y="415"/>
                  </a:cubicBezTo>
                  <a:cubicBezTo>
                    <a:pt x="337" y="414"/>
                    <a:pt x="303" y="409"/>
                    <a:pt x="271" y="403"/>
                  </a:cubicBezTo>
                  <a:cubicBezTo>
                    <a:pt x="151" y="379"/>
                    <a:pt x="62" y="325"/>
                    <a:pt x="42" y="25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42" y="203"/>
                    <a:pt x="42" y="203"/>
                    <a:pt x="42" y="203"/>
                  </a:cubicBezTo>
                  <a:cubicBezTo>
                    <a:pt x="62" y="138"/>
                    <a:pt x="151" y="83"/>
                    <a:pt x="271" y="59"/>
                  </a:cubicBezTo>
                  <a:cubicBezTo>
                    <a:pt x="300" y="54"/>
                    <a:pt x="330" y="50"/>
                    <a:pt x="361" y="48"/>
                  </a:cubicBezTo>
                  <a:cubicBezTo>
                    <a:pt x="361" y="0"/>
                    <a:pt x="361" y="0"/>
                    <a:pt x="361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46" y="47"/>
                    <a:pt x="446" y="47"/>
                    <a:pt x="446" y="47"/>
                  </a:cubicBezTo>
                  <a:cubicBezTo>
                    <a:pt x="482" y="49"/>
                    <a:pt x="516" y="53"/>
                    <a:pt x="548" y="59"/>
                  </a:cubicBezTo>
                  <a:cubicBezTo>
                    <a:pt x="668" y="83"/>
                    <a:pt x="758" y="138"/>
                    <a:pt x="777" y="203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16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íṣ1íďè"/>
            <p:cNvSpPr/>
            <p:nvPr/>
          </p:nvSpPr>
          <p:spPr bwMode="auto">
            <a:xfrm>
              <a:off x="3702720" y="2845091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8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5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8"/>
                    <a:pt x="362" y="48"/>
                    <a:pt x="362" y="48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5"/>
                    <a:pt x="458" y="415"/>
                    <a:pt x="458" y="415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BEB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iṣḻîḑé"/>
            <p:cNvSpPr/>
            <p:nvPr/>
          </p:nvSpPr>
          <p:spPr bwMode="auto">
            <a:xfrm>
              <a:off x="3702720" y="2923629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7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4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7"/>
                    <a:pt x="362" y="47"/>
                    <a:pt x="362" y="47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4"/>
                    <a:pt x="458" y="414"/>
                    <a:pt x="458" y="414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i$ľïḍè"/>
            <p:cNvSpPr/>
            <p:nvPr/>
          </p:nvSpPr>
          <p:spPr bwMode="auto">
            <a:xfrm>
              <a:off x="6252857" y="2364631"/>
              <a:ext cx="794608" cy="706833"/>
            </a:xfrm>
            <a:custGeom>
              <a:avLst/>
              <a:gdLst>
                <a:gd name="T0" fmla="*/ 33 w 274"/>
                <a:gd name="T1" fmla="*/ 222 h 243"/>
                <a:gd name="T2" fmla="*/ 39 w 274"/>
                <a:gd name="T3" fmla="*/ 243 h 243"/>
                <a:gd name="T4" fmla="*/ 238 w 274"/>
                <a:gd name="T5" fmla="*/ 243 h 243"/>
                <a:gd name="T6" fmla="*/ 240 w 274"/>
                <a:gd name="T7" fmla="*/ 5 h 243"/>
                <a:gd name="T8" fmla="*/ 38 w 274"/>
                <a:gd name="T9" fmla="*/ 0 h 243"/>
                <a:gd name="T10" fmla="*/ 0 w 274"/>
                <a:gd name="T11" fmla="*/ 84 h 243"/>
                <a:gd name="T12" fmla="*/ 33 w 274"/>
                <a:gd name="T13" fmla="*/ 22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243">
                  <a:moveTo>
                    <a:pt x="33" y="222"/>
                  </a:moveTo>
                  <a:cubicBezTo>
                    <a:pt x="39" y="243"/>
                    <a:pt x="39" y="243"/>
                    <a:pt x="39" y="243"/>
                  </a:cubicBezTo>
                  <a:cubicBezTo>
                    <a:pt x="238" y="243"/>
                    <a:pt x="238" y="243"/>
                    <a:pt x="238" y="243"/>
                  </a:cubicBezTo>
                  <a:cubicBezTo>
                    <a:pt x="274" y="139"/>
                    <a:pt x="267" y="79"/>
                    <a:pt x="240" y="5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84"/>
                    <a:pt x="0" y="84"/>
                    <a:pt x="0" y="84"/>
                  </a:cubicBezTo>
                  <a:lnTo>
                    <a:pt x="33" y="222"/>
                  </a:lnTo>
                  <a:close/>
                </a:path>
              </a:pathLst>
            </a:cu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iśḻïḋê"/>
            <p:cNvSpPr/>
            <p:nvPr/>
          </p:nvSpPr>
          <p:spPr bwMode="auto">
            <a:xfrm>
              <a:off x="6363732" y="3071463"/>
              <a:ext cx="577478" cy="531280"/>
            </a:xfrm>
            <a:prstGeom prst="rect">
              <a:avLst/>
            </a:pr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ïṧḻiďê"/>
            <p:cNvSpPr/>
            <p:nvPr/>
          </p:nvSpPr>
          <p:spPr bwMode="auto">
            <a:xfrm>
              <a:off x="5462870" y="2332293"/>
              <a:ext cx="683732" cy="161695"/>
            </a:xfrm>
            <a:custGeom>
              <a:avLst/>
              <a:gdLst>
                <a:gd name="T0" fmla="*/ 0 w 148"/>
                <a:gd name="T1" fmla="*/ 29 h 35"/>
                <a:gd name="T2" fmla="*/ 0 w 148"/>
                <a:gd name="T3" fmla="*/ 5 h 35"/>
                <a:gd name="T4" fmla="*/ 148 w 148"/>
                <a:gd name="T5" fmla="*/ 0 h 35"/>
                <a:gd name="T6" fmla="*/ 148 w 148"/>
                <a:gd name="T7" fmla="*/ 35 h 35"/>
                <a:gd name="T8" fmla="*/ 0 w 148"/>
                <a:gd name="T9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5">
                  <a:moveTo>
                    <a:pt x="0" y="29"/>
                  </a:moveTo>
                  <a:lnTo>
                    <a:pt x="0" y="5"/>
                  </a:lnTo>
                  <a:lnTo>
                    <a:pt x="148" y="0"/>
                  </a:lnTo>
                  <a:lnTo>
                    <a:pt x="148" y="3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451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íŝ1iḋé"/>
            <p:cNvSpPr/>
            <p:nvPr/>
          </p:nvSpPr>
          <p:spPr bwMode="auto">
            <a:xfrm>
              <a:off x="4968549" y="2073584"/>
              <a:ext cx="632916" cy="674492"/>
            </a:xfrm>
            <a:custGeom>
              <a:avLst/>
              <a:gdLst>
                <a:gd name="T0" fmla="*/ 0 w 218"/>
                <a:gd name="T1" fmla="*/ 63 h 232"/>
                <a:gd name="T2" fmla="*/ 103 w 218"/>
                <a:gd name="T3" fmla="*/ 63 h 232"/>
                <a:gd name="T4" fmla="*/ 103 w 218"/>
                <a:gd name="T5" fmla="*/ 169 h 232"/>
                <a:gd name="T6" fmla="*/ 0 w 218"/>
                <a:gd name="T7" fmla="*/ 169 h 232"/>
                <a:gd name="T8" fmla="*/ 103 w 218"/>
                <a:gd name="T9" fmla="*/ 232 h 232"/>
                <a:gd name="T10" fmla="*/ 218 w 218"/>
                <a:gd name="T11" fmla="*/ 116 h 232"/>
                <a:gd name="T12" fmla="*/ 103 w 218"/>
                <a:gd name="T13" fmla="*/ 0 h 232"/>
                <a:gd name="T14" fmla="*/ 0 w 218"/>
                <a:gd name="T15" fmla="*/ 6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8" h="232">
                  <a:moveTo>
                    <a:pt x="0" y="63"/>
                  </a:moveTo>
                  <a:cubicBezTo>
                    <a:pt x="103" y="63"/>
                    <a:pt x="103" y="63"/>
                    <a:pt x="103" y="63"/>
                  </a:cubicBezTo>
                  <a:cubicBezTo>
                    <a:pt x="103" y="169"/>
                    <a:pt x="103" y="169"/>
                    <a:pt x="103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19" y="206"/>
                    <a:pt x="58" y="232"/>
                    <a:pt x="103" y="232"/>
                  </a:cubicBezTo>
                  <a:cubicBezTo>
                    <a:pt x="166" y="232"/>
                    <a:pt x="218" y="180"/>
                    <a:pt x="218" y="116"/>
                  </a:cubicBezTo>
                  <a:cubicBezTo>
                    <a:pt x="218" y="52"/>
                    <a:pt x="166" y="0"/>
                    <a:pt x="103" y="0"/>
                  </a:cubicBezTo>
                  <a:cubicBezTo>
                    <a:pt x="58" y="0"/>
                    <a:pt x="19" y="26"/>
                    <a:pt x="0" y="63"/>
                  </a:cubicBezTo>
                  <a:close/>
                </a:path>
              </a:pathLst>
            </a:custGeom>
            <a:solidFill>
              <a:srgbClr val="31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işḷiḓè"/>
            <p:cNvSpPr/>
            <p:nvPr/>
          </p:nvSpPr>
          <p:spPr bwMode="auto">
            <a:xfrm>
              <a:off x="6035727" y="2239897"/>
              <a:ext cx="1131856" cy="346487"/>
            </a:xfrm>
            <a:custGeom>
              <a:avLst/>
              <a:gdLst>
                <a:gd name="T0" fmla="*/ 334 w 390"/>
                <a:gd name="T1" fmla="*/ 2 h 120"/>
                <a:gd name="T2" fmla="*/ 0 w 390"/>
                <a:gd name="T3" fmla="*/ 17 h 120"/>
                <a:gd name="T4" fmla="*/ 0 w 390"/>
                <a:gd name="T5" fmla="*/ 103 h 120"/>
                <a:gd name="T6" fmla="*/ 334 w 390"/>
                <a:gd name="T7" fmla="*/ 118 h 120"/>
                <a:gd name="T8" fmla="*/ 390 w 390"/>
                <a:gd name="T9" fmla="*/ 65 h 120"/>
                <a:gd name="T10" fmla="*/ 390 w 390"/>
                <a:gd name="T11" fmla="*/ 55 h 120"/>
                <a:gd name="T12" fmla="*/ 334 w 390"/>
                <a:gd name="T13" fmla="*/ 2 h 120"/>
                <a:gd name="T14" fmla="*/ 348 w 390"/>
                <a:gd name="T15" fmla="*/ 60 h 120"/>
                <a:gd name="T16" fmla="*/ 326 w 390"/>
                <a:gd name="T17" fmla="*/ 82 h 120"/>
                <a:gd name="T18" fmla="*/ 304 w 390"/>
                <a:gd name="T19" fmla="*/ 60 h 120"/>
                <a:gd name="T20" fmla="*/ 326 w 390"/>
                <a:gd name="T21" fmla="*/ 38 h 120"/>
                <a:gd name="T22" fmla="*/ 348 w 390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90" h="120">
                  <a:moveTo>
                    <a:pt x="334" y="2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334" y="118"/>
                    <a:pt x="334" y="118"/>
                    <a:pt x="334" y="118"/>
                  </a:cubicBezTo>
                  <a:cubicBezTo>
                    <a:pt x="364" y="120"/>
                    <a:pt x="390" y="95"/>
                    <a:pt x="390" y="65"/>
                  </a:cubicBezTo>
                  <a:cubicBezTo>
                    <a:pt x="390" y="55"/>
                    <a:pt x="390" y="55"/>
                    <a:pt x="390" y="55"/>
                  </a:cubicBezTo>
                  <a:cubicBezTo>
                    <a:pt x="390" y="24"/>
                    <a:pt x="364" y="0"/>
                    <a:pt x="334" y="2"/>
                  </a:cubicBezTo>
                  <a:close/>
                  <a:moveTo>
                    <a:pt x="348" y="60"/>
                  </a:moveTo>
                  <a:cubicBezTo>
                    <a:pt x="348" y="72"/>
                    <a:pt x="338" y="82"/>
                    <a:pt x="326" y="82"/>
                  </a:cubicBezTo>
                  <a:cubicBezTo>
                    <a:pt x="314" y="82"/>
                    <a:pt x="304" y="72"/>
                    <a:pt x="304" y="60"/>
                  </a:cubicBezTo>
                  <a:cubicBezTo>
                    <a:pt x="304" y="48"/>
                    <a:pt x="314" y="38"/>
                    <a:pt x="326" y="38"/>
                  </a:cubicBezTo>
                  <a:cubicBezTo>
                    <a:pt x="338" y="38"/>
                    <a:pt x="348" y="48"/>
                    <a:pt x="348" y="60"/>
                  </a:cubicBezTo>
                  <a:close/>
                </a:path>
              </a:pathLst>
            </a:custGeom>
            <a:solidFill>
              <a:srgbClr val="F739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iśḻíde"/>
            <p:cNvSpPr/>
            <p:nvPr/>
          </p:nvSpPr>
          <p:spPr bwMode="auto">
            <a:xfrm>
              <a:off x="6326774" y="2013525"/>
              <a:ext cx="166313" cy="489700"/>
            </a:xfrm>
            <a:custGeom>
              <a:avLst/>
              <a:gdLst>
                <a:gd name="T0" fmla="*/ 58 w 58"/>
                <a:gd name="T1" fmla="*/ 136 h 169"/>
                <a:gd name="T2" fmla="*/ 0 w 58"/>
                <a:gd name="T3" fmla="*/ 136 h 169"/>
                <a:gd name="T4" fmla="*/ 0 w 58"/>
                <a:gd name="T5" fmla="*/ 33 h 169"/>
                <a:gd name="T6" fmla="*/ 58 w 58"/>
                <a:gd name="T7" fmla="*/ 33 h 169"/>
                <a:gd name="T8" fmla="*/ 58 w 58"/>
                <a:gd name="T9" fmla="*/ 13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169">
                  <a:moveTo>
                    <a:pt x="58" y="136"/>
                  </a:moveTo>
                  <a:cubicBezTo>
                    <a:pt x="58" y="169"/>
                    <a:pt x="0" y="169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8" y="0"/>
                    <a:pt x="58" y="33"/>
                  </a:cubicBezTo>
                  <a:lnTo>
                    <a:pt x="58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ṧ1iḓe"/>
            <p:cNvSpPr/>
            <p:nvPr/>
          </p:nvSpPr>
          <p:spPr bwMode="auto">
            <a:xfrm>
              <a:off x="6659400" y="2087442"/>
              <a:ext cx="166313" cy="489700"/>
            </a:xfrm>
            <a:custGeom>
              <a:avLst/>
              <a:gdLst>
                <a:gd name="T0" fmla="*/ 57 w 57"/>
                <a:gd name="T1" fmla="*/ 136 h 169"/>
                <a:gd name="T2" fmla="*/ 0 w 57"/>
                <a:gd name="T3" fmla="*/ 136 h 169"/>
                <a:gd name="T4" fmla="*/ 0 w 57"/>
                <a:gd name="T5" fmla="*/ 33 h 169"/>
                <a:gd name="T6" fmla="*/ 57 w 57"/>
                <a:gd name="T7" fmla="*/ 33 h 169"/>
                <a:gd name="T8" fmla="*/ 57 w 57"/>
                <a:gd name="T9" fmla="*/ 13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9">
                  <a:moveTo>
                    <a:pt x="57" y="136"/>
                  </a:moveTo>
                  <a:cubicBezTo>
                    <a:pt x="57" y="169"/>
                    <a:pt x="0" y="168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7" y="0"/>
                    <a:pt x="57" y="33"/>
                  </a:cubicBezTo>
                  <a:lnTo>
                    <a:pt x="57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îṩľiḑe"/>
            <p:cNvSpPr/>
            <p:nvPr/>
          </p:nvSpPr>
          <p:spPr bwMode="auto">
            <a:xfrm>
              <a:off x="6825714" y="2175220"/>
              <a:ext cx="152455" cy="415783"/>
            </a:xfrm>
            <a:custGeom>
              <a:avLst/>
              <a:gdLst>
                <a:gd name="T0" fmla="*/ 52 w 52"/>
                <a:gd name="T1" fmla="*/ 113 h 143"/>
                <a:gd name="T2" fmla="*/ 0 w 52"/>
                <a:gd name="T3" fmla="*/ 113 h 143"/>
                <a:gd name="T4" fmla="*/ 0 w 52"/>
                <a:gd name="T5" fmla="*/ 29 h 143"/>
                <a:gd name="T6" fmla="*/ 52 w 52"/>
                <a:gd name="T7" fmla="*/ 29 h 143"/>
                <a:gd name="T8" fmla="*/ 52 w 52"/>
                <a:gd name="T9" fmla="*/ 11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43">
                  <a:moveTo>
                    <a:pt x="52" y="113"/>
                  </a:moveTo>
                  <a:cubicBezTo>
                    <a:pt x="52" y="143"/>
                    <a:pt x="0" y="142"/>
                    <a:pt x="0" y="11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0"/>
                    <a:pt x="52" y="0"/>
                    <a:pt x="52" y="29"/>
                  </a:cubicBezTo>
                  <a:lnTo>
                    <a:pt x="52" y="113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Sḷiḋê"/>
            <p:cNvSpPr/>
            <p:nvPr/>
          </p:nvSpPr>
          <p:spPr bwMode="auto">
            <a:xfrm>
              <a:off x="6493087" y="2050483"/>
              <a:ext cx="166313" cy="489700"/>
            </a:xfrm>
            <a:custGeom>
              <a:avLst/>
              <a:gdLst>
                <a:gd name="T0" fmla="*/ 57 w 57"/>
                <a:gd name="T1" fmla="*/ 136 h 168"/>
                <a:gd name="T2" fmla="*/ 0 w 57"/>
                <a:gd name="T3" fmla="*/ 136 h 168"/>
                <a:gd name="T4" fmla="*/ 0 w 57"/>
                <a:gd name="T5" fmla="*/ 33 h 168"/>
                <a:gd name="T6" fmla="*/ 57 w 57"/>
                <a:gd name="T7" fmla="*/ 33 h 168"/>
                <a:gd name="T8" fmla="*/ 57 w 57"/>
                <a:gd name="T9" fmla="*/ 13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68">
                  <a:moveTo>
                    <a:pt x="57" y="136"/>
                  </a:moveTo>
                  <a:cubicBezTo>
                    <a:pt x="57" y="168"/>
                    <a:pt x="0" y="168"/>
                    <a:pt x="0" y="13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"/>
                    <a:pt x="57" y="0"/>
                    <a:pt x="57" y="33"/>
                  </a:cubicBezTo>
                  <a:lnTo>
                    <a:pt x="57" y="136"/>
                  </a:lnTo>
                  <a:close/>
                </a:path>
              </a:pathLst>
            </a:custGeom>
            <a:solidFill>
              <a:srgbClr val="F4A8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îšḻïďè"/>
            <p:cNvSpPr/>
            <p:nvPr/>
          </p:nvSpPr>
          <p:spPr bwMode="auto">
            <a:xfrm>
              <a:off x="6354493" y="2286095"/>
              <a:ext cx="106257" cy="157074"/>
            </a:xfrm>
            <a:custGeom>
              <a:avLst/>
              <a:gdLst>
                <a:gd name="T0" fmla="*/ 18 w 37"/>
                <a:gd name="T1" fmla="*/ 0 h 53"/>
                <a:gd name="T2" fmla="*/ 37 w 37"/>
                <a:gd name="T3" fmla="*/ 19 h 53"/>
                <a:gd name="T4" fmla="*/ 37 w 37"/>
                <a:gd name="T5" fmla="*/ 35 h 53"/>
                <a:gd name="T6" fmla="*/ 18 w 37"/>
                <a:gd name="T7" fmla="*/ 53 h 53"/>
                <a:gd name="T8" fmla="*/ 18 w 37"/>
                <a:gd name="T9" fmla="*/ 53 h 53"/>
                <a:gd name="T10" fmla="*/ 0 w 37"/>
                <a:gd name="T11" fmla="*/ 35 h 53"/>
                <a:gd name="T12" fmla="*/ 0 w 37"/>
                <a:gd name="T13" fmla="*/ 19 h 53"/>
                <a:gd name="T14" fmla="*/ 18 w 37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3">
                  <a:moveTo>
                    <a:pt x="18" y="0"/>
                  </a:moveTo>
                  <a:cubicBezTo>
                    <a:pt x="29" y="0"/>
                    <a:pt x="37" y="8"/>
                    <a:pt x="37" y="19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45"/>
                    <a:pt x="2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8" y="53"/>
                    <a:pt x="0" y="45"/>
                    <a:pt x="0" y="3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îšļîḓê"/>
            <p:cNvSpPr/>
            <p:nvPr/>
          </p:nvSpPr>
          <p:spPr bwMode="auto">
            <a:xfrm>
              <a:off x="6520806" y="2323054"/>
              <a:ext cx="110876" cy="157074"/>
            </a:xfrm>
            <a:custGeom>
              <a:avLst/>
              <a:gdLst>
                <a:gd name="T0" fmla="*/ 19 w 38"/>
                <a:gd name="T1" fmla="*/ 0 h 53"/>
                <a:gd name="T2" fmla="*/ 38 w 38"/>
                <a:gd name="T3" fmla="*/ 18 h 53"/>
                <a:gd name="T4" fmla="*/ 38 w 38"/>
                <a:gd name="T5" fmla="*/ 34 h 53"/>
                <a:gd name="T6" fmla="*/ 19 w 38"/>
                <a:gd name="T7" fmla="*/ 53 h 53"/>
                <a:gd name="T8" fmla="*/ 19 w 38"/>
                <a:gd name="T9" fmla="*/ 53 h 53"/>
                <a:gd name="T10" fmla="*/ 0 w 38"/>
                <a:gd name="T11" fmla="*/ 34 h 53"/>
                <a:gd name="T12" fmla="*/ 0 w 38"/>
                <a:gd name="T13" fmla="*/ 18 h 53"/>
                <a:gd name="T14" fmla="*/ 19 w 38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53">
                  <a:moveTo>
                    <a:pt x="19" y="0"/>
                  </a:moveTo>
                  <a:cubicBezTo>
                    <a:pt x="30" y="0"/>
                    <a:pt x="38" y="8"/>
                    <a:pt x="38" y="18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44"/>
                    <a:pt x="30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9" y="53"/>
                    <a:pt x="0" y="44"/>
                    <a:pt x="0" y="3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iṩḷïďe"/>
            <p:cNvSpPr/>
            <p:nvPr/>
          </p:nvSpPr>
          <p:spPr bwMode="auto">
            <a:xfrm>
              <a:off x="6687119" y="2364631"/>
              <a:ext cx="110876" cy="152455"/>
            </a:xfrm>
            <a:custGeom>
              <a:avLst/>
              <a:gdLst>
                <a:gd name="T0" fmla="*/ 18 w 37"/>
                <a:gd name="T1" fmla="*/ 0 h 53"/>
                <a:gd name="T2" fmla="*/ 37 w 37"/>
                <a:gd name="T3" fmla="*/ 19 h 53"/>
                <a:gd name="T4" fmla="*/ 37 w 37"/>
                <a:gd name="T5" fmla="*/ 34 h 53"/>
                <a:gd name="T6" fmla="*/ 18 w 37"/>
                <a:gd name="T7" fmla="*/ 53 h 53"/>
                <a:gd name="T8" fmla="*/ 18 w 37"/>
                <a:gd name="T9" fmla="*/ 53 h 53"/>
                <a:gd name="T10" fmla="*/ 0 w 37"/>
                <a:gd name="T11" fmla="*/ 34 h 53"/>
                <a:gd name="T12" fmla="*/ 0 w 37"/>
                <a:gd name="T13" fmla="*/ 19 h 53"/>
                <a:gd name="T14" fmla="*/ 18 w 37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3">
                  <a:moveTo>
                    <a:pt x="18" y="0"/>
                  </a:moveTo>
                  <a:cubicBezTo>
                    <a:pt x="29" y="0"/>
                    <a:pt x="37" y="8"/>
                    <a:pt x="37" y="19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45"/>
                    <a:pt x="2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8" y="53"/>
                    <a:pt x="0" y="45"/>
                    <a:pt x="0" y="3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$ḻïḑê"/>
            <p:cNvSpPr/>
            <p:nvPr/>
          </p:nvSpPr>
          <p:spPr bwMode="auto">
            <a:xfrm>
              <a:off x="6853432" y="2401589"/>
              <a:ext cx="97018" cy="133976"/>
            </a:xfrm>
            <a:custGeom>
              <a:avLst/>
              <a:gdLst>
                <a:gd name="T0" fmla="*/ 17 w 34"/>
                <a:gd name="T1" fmla="*/ 0 h 46"/>
                <a:gd name="T2" fmla="*/ 34 w 34"/>
                <a:gd name="T3" fmla="*/ 16 h 46"/>
                <a:gd name="T4" fmla="*/ 34 w 34"/>
                <a:gd name="T5" fmla="*/ 30 h 46"/>
                <a:gd name="T6" fmla="*/ 17 w 34"/>
                <a:gd name="T7" fmla="*/ 46 h 46"/>
                <a:gd name="T8" fmla="*/ 17 w 34"/>
                <a:gd name="T9" fmla="*/ 46 h 46"/>
                <a:gd name="T10" fmla="*/ 0 w 34"/>
                <a:gd name="T11" fmla="*/ 30 h 46"/>
                <a:gd name="T12" fmla="*/ 0 w 34"/>
                <a:gd name="T13" fmla="*/ 16 h 46"/>
                <a:gd name="T14" fmla="*/ 17 w 34"/>
                <a:gd name="T1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46">
                  <a:moveTo>
                    <a:pt x="17" y="0"/>
                  </a:moveTo>
                  <a:cubicBezTo>
                    <a:pt x="26" y="0"/>
                    <a:pt x="34" y="7"/>
                    <a:pt x="34" y="16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9"/>
                    <a:pt x="26" y="46"/>
                    <a:pt x="17" y="46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39"/>
                    <a:pt x="0" y="3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lose/>
                </a:path>
              </a:pathLst>
            </a:custGeom>
            <a:solidFill>
              <a:srgbClr val="FFE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işlîḓé"/>
            <p:cNvSpPr/>
            <p:nvPr/>
          </p:nvSpPr>
          <p:spPr bwMode="auto">
            <a:xfrm>
              <a:off x="6095783" y="2175220"/>
              <a:ext cx="674493" cy="776128"/>
            </a:xfrm>
            <a:custGeom>
              <a:avLst/>
              <a:gdLst>
                <a:gd name="T0" fmla="*/ 77 w 232"/>
                <a:gd name="T1" fmla="*/ 4 h 268"/>
                <a:gd name="T2" fmla="*/ 168 w 232"/>
                <a:gd name="T3" fmla="*/ 24 h 268"/>
                <a:gd name="T4" fmla="*/ 97 w 232"/>
                <a:gd name="T5" fmla="*/ 65 h 268"/>
                <a:gd name="T6" fmla="*/ 75 w 232"/>
                <a:gd name="T7" fmla="*/ 105 h 268"/>
                <a:gd name="T8" fmla="*/ 130 w 232"/>
                <a:gd name="T9" fmla="*/ 121 h 268"/>
                <a:gd name="T10" fmla="*/ 149 w 232"/>
                <a:gd name="T11" fmla="*/ 263 h 268"/>
                <a:gd name="T12" fmla="*/ 86 w 232"/>
                <a:gd name="T13" fmla="*/ 262 h 268"/>
                <a:gd name="T14" fmla="*/ 20 w 232"/>
                <a:gd name="T15" fmla="*/ 168 h 268"/>
                <a:gd name="T16" fmla="*/ 13 w 232"/>
                <a:gd name="T17" fmla="*/ 83 h 268"/>
                <a:gd name="T18" fmla="*/ 42 w 232"/>
                <a:gd name="T19" fmla="*/ 25 h 268"/>
                <a:gd name="T20" fmla="*/ 77 w 232"/>
                <a:gd name="T21" fmla="*/ 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2" h="268">
                  <a:moveTo>
                    <a:pt x="77" y="4"/>
                  </a:moveTo>
                  <a:cubicBezTo>
                    <a:pt x="113" y="4"/>
                    <a:pt x="173" y="0"/>
                    <a:pt x="168" y="24"/>
                  </a:cubicBezTo>
                  <a:cubicBezTo>
                    <a:pt x="159" y="74"/>
                    <a:pt x="97" y="65"/>
                    <a:pt x="97" y="65"/>
                  </a:cubicBezTo>
                  <a:cubicBezTo>
                    <a:pt x="86" y="85"/>
                    <a:pt x="75" y="105"/>
                    <a:pt x="75" y="105"/>
                  </a:cubicBezTo>
                  <a:cubicBezTo>
                    <a:pt x="93" y="107"/>
                    <a:pt x="112" y="112"/>
                    <a:pt x="130" y="121"/>
                  </a:cubicBezTo>
                  <a:cubicBezTo>
                    <a:pt x="212" y="163"/>
                    <a:pt x="232" y="250"/>
                    <a:pt x="149" y="263"/>
                  </a:cubicBezTo>
                  <a:cubicBezTo>
                    <a:pt x="119" y="268"/>
                    <a:pt x="87" y="263"/>
                    <a:pt x="86" y="262"/>
                  </a:cubicBezTo>
                  <a:cubicBezTo>
                    <a:pt x="86" y="262"/>
                    <a:pt x="48" y="207"/>
                    <a:pt x="20" y="168"/>
                  </a:cubicBezTo>
                  <a:cubicBezTo>
                    <a:pt x="2" y="143"/>
                    <a:pt x="0" y="111"/>
                    <a:pt x="13" y="83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8" y="12"/>
                    <a:pt x="62" y="4"/>
                    <a:pt x="77" y="4"/>
                  </a:cubicBezTo>
                  <a:close/>
                </a:path>
              </a:pathLst>
            </a:custGeom>
            <a:solidFill>
              <a:srgbClr val="FFB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îS1iďe"/>
            <p:cNvSpPr/>
            <p:nvPr/>
          </p:nvSpPr>
          <p:spPr bwMode="auto">
            <a:xfrm>
              <a:off x="6252857" y="3380989"/>
              <a:ext cx="803847" cy="1579976"/>
            </a:xfrm>
            <a:custGeom>
              <a:avLst/>
              <a:gdLst>
                <a:gd name="T0" fmla="*/ 277 w 277"/>
                <a:gd name="T1" fmla="*/ 0 h 544"/>
                <a:gd name="T2" fmla="*/ 277 w 277"/>
                <a:gd name="T3" fmla="*/ 485 h 544"/>
                <a:gd name="T4" fmla="*/ 187 w 277"/>
                <a:gd name="T5" fmla="*/ 497 h 544"/>
                <a:gd name="T6" fmla="*/ 187 w 277"/>
                <a:gd name="T7" fmla="*/ 544 h 544"/>
                <a:gd name="T8" fmla="*/ 102 w 277"/>
                <a:gd name="T9" fmla="*/ 544 h 544"/>
                <a:gd name="T10" fmla="*/ 102 w 277"/>
                <a:gd name="T11" fmla="*/ 497 h 544"/>
                <a:gd name="T12" fmla="*/ 0 w 277"/>
                <a:gd name="T13" fmla="*/ 485 h 544"/>
                <a:gd name="T14" fmla="*/ 0 w 277"/>
                <a:gd name="T15" fmla="*/ 0 h 544"/>
                <a:gd name="T16" fmla="*/ 277 w 277"/>
                <a:gd name="T17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544">
                  <a:moveTo>
                    <a:pt x="277" y="0"/>
                  </a:moveTo>
                  <a:cubicBezTo>
                    <a:pt x="277" y="485"/>
                    <a:pt x="277" y="485"/>
                    <a:pt x="277" y="485"/>
                  </a:cubicBezTo>
                  <a:cubicBezTo>
                    <a:pt x="248" y="491"/>
                    <a:pt x="218" y="495"/>
                    <a:pt x="187" y="497"/>
                  </a:cubicBezTo>
                  <a:cubicBezTo>
                    <a:pt x="187" y="544"/>
                    <a:pt x="187" y="544"/>
                    <a:pt x="187" y="544"/>
                  </a:cubicBezTo>
                  <a:cubicBezTo>
                    <a:pt x="102" y="544"/>
                    <a:pt x="102" y="544"/>
                    <a:pt x="102" y="544"/>
                  </a:cubicBezTo>
                  <a:cubicBezTo>
                    <a:pt x="102" y="497"/>
                    <a:pt x="102" y="497"/>
                    <a:pt x="102" y="497"/>
                  </a:cubicBezTo>
                  <a:cubicBezTo>
                    <a:pt x="66" y="496"/>
                    <a:pt x="32" y="491"/>
                    <a:pt x="0" y="48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77" y="0"/>
                  </a:lnTo>
                  <a:close/>
                </a:path>
              </a:pathLst>
            </a:custGeom>
            <a:solidFill>
              <a:srgbClr val="3DC0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iṡḻîḑê"/>
            <p:cNvSpPr/>
            <p:nvPr/>
          </p:nvSpPr>
          <p:spPr bwMode="auto">
            <a:xfrm>
              <a:off x="3702720" y="2845091"/>
              <a:ext cx="2379205" cy="1339745"/>
            </a:xfrm>
            <a:custGeom>
              <a:avLst/>
              <a:gdLst>
                <a:gd name="T0" fmla="*/ 820 w 820"/>
                <a:gd name="T1" fmla="*/ 203 h 462"/>
                <a:gd name="T2" fmla="*/ 778 w 820"/>
                <a:gd name="T3" fmla="*/ 203 h 462"/>
                <a:gd name="T4" fmla="*/ 446 w 820"/>
                <a:gd name="T5" fmla="*/ 47 h 462"/>
                <a:gd name="T6" fmla="*/ 446 w 820"/>
                <a:gd name="T7" fmla="*/ 0 h 462"/>
                <a:gd name="T8" fmla="*/ 362 w 820"/>
                <a:gd name="T9" fmla="*/ 0 h 462"/>
                <a:gd name="T10" fmla="*/ 362 w 820"/>
                <a:gd name="T11" fmla="*/ 48 h 462"/>
                <a:gd name="T12" fmla="*/ 42 w 820"/>
                <a:gd name="T13" fmla="*/ 203 h 462"/>
                <a:gd name="T14" fmla="*/ 0 w 820"/>
                <a:gd name="T15" fmla="*/ 203 h 462"/>
                <a:gd name="T16" fmla="*/ 0 w 820"/>
                <a:gd name="T17" fmla="*/ 259 h 462"/>
                <a:gd name="T18" fmla="*/ 42 w 820"/>
                <a:gd name="T19" fmla="*/ 259 h 462"/>
                <a:gd name="T20" fmla="*/ 373 w 820"/>
                <a:gd name="T21" fmla="*/ 415 h 462"/>
                <a:gd name="T22" fmla="*/ 373 w 820"/>
                <a:gd name="T23" fmla="*/ 462 h 462"/>
                <a:gd name="T24" fmla="*/ 458 w 820"/>
                <a:gd name="T25" fmla="*/ 462 h 462"/>
                <a:gd name="T26" fmla="*/ 458 w 820"/>
                <a:gd name="T27" fmla="*/ 415 h 462"/>
                <a:gd name="T28" fmla="*/ 778 w 820"/>
                <a:gd name="T29" fmla="*/ 259 h 462"/>
                <a:gd name="T30" fmla="*/ 820 w 820"/>
                <a:gd name="T31" fmla="*/ 259 h 462"/>
                <a:gd name="T32" fmla="*/ 820 w 820"/>
                <a:gd name="T33" fmla="*/ 203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0" h="462">
                  <a:moveTo>
                    <a:pt x="820" y="203"/>
                  </a:moveTo>
                  <a:cubicBezTo>
                    <a:pt x="778" y="203"/>
                    <a:pt x="778" y="203"/>
                    <a:pt x="778" y="203"/>
                  </a:cubicBezTo>
                  <a:cubicBezTo>
                    <a:pt x="752" y="120"/>
                    <a:pt x="616" y="55"/>
                    <a:pt x="446" y="47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362" y="48"/>
                    <a:pt x="362" y="48"/>
                    <a:pt x="362" y="48"/>
                  </a:cubicBezTo>
                  <a:cubicBezTo>
                    <a:pt x="197" y="58"/>
                    <a:pt x="66" y="122"/>
                    <a:pt x="42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42" y="259"/>
                    <a:pt x="42" y="259"/>
                    <a:pt x="42" y="259"/>
                  </a:cubicBezTo>
                  <a:cubicBezTo>
                    <a:pt x="67" y="342"/>
                    <a:pt x="203" y="407"/>
                    <a:pt x="373" y="415"/>
                  </a:cubicBezTo>
                  <a:cubicBezTo>
                    <a:pt x="373" y="462"/>
                    <a:pt x="373" y="462"/>
                    <a:pt x="373" y="462"/>
                  </a:cubicBezTo>
                  <a:cubicBezTo>
                    <a:pt x="458" y="462"/>
                    <a:pt x="458" y="462"/>
                    <a:pt x="458" y="462"/>
                  </a:cubicBezTo>
                  <a:cubicBezTo>
                    <a:pt x="458" y="415"/>
                    <a:pt x="458" y="415"/>
                    <a:pt x="458" y="415"/>
                  </a:cubicBezTo>
                  <a:cubicBezTo>
                    <a:pt x="622" y="404"/>
                    <a:pt x="753" y="340"/>
                    <a:pt x="778" y="259"/>
                  </a:cubicBezTo>
                  <a:cubicBezTo>
                    <a:pt x="820" y="259"/>
                    <a:pt x="820" y="259"/>
                    <a:pt x="820" y="259"/>
                  </a:cubicBezTo>
                  <a:lnTo>
                    <a:pt x="820" y="203"/>
                  </a:lnTo>
                  <a:close/>
                </a:path>
              </a:pathLst>
            </a:custGeom>
            <a:solidFill>
              <a:srgbClr val="BEB9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îşḷîde"/>
            <p:cNvSpPr/>
            <p:nvPr/>
          </p:nvSpPr>
          <p:spPr bwMode="auto">
            <a:xfrm>
              <a:off x="4058447" y="3103800"/>
              <a:ext cx="1667754" cy="762270"/>
            </a:xfrm>
            <a:custGeom>
              <a:avLst/>
              <a:gdLst>
                <a:gd name="T0" fmla="*/ 287 w 574"/>
                <a:gd name="T1" fmla="*/ 0 h 263"/>
                <a:gd name="T2" fmla="*/ 0 w 574"/>
                <a:gd name="T3" fmla="*/ 132 h 263"/>
                <a:gd name="T4" fmla="*/ 287 w 574"/>
                <a:gd name="T5" fmla="*/ 263 h 263"/>
                <a:gd name="T6" fmla="*/ 574 w 574"/>
                <a:gd name="T7" fmla="*/ 132 h 263"/>
                <a:gd name="T8" fmla="*/ 287 w 574"/>
                <a:gd name="T9" fmla="*/ 0 h 263"/>
                <a:gd name="T10" fmla="*/ 287 w 574"/>
                <a:gd name="T11" fmla="*/ 237 h 263"/>
                <a:gd name="T12" fmla="*/ 26 w 574"/>
                <a:gd name="T13" fmla="*/ 132 h 263"/>
                <a:gd name="T14" fmla="*/ 287 w 574"/>
                <a:gd name="T15" fmla="*/ 27 h 263"/>
                <a:gd name="T16" fmla="*/ 547 w 574"/>
                <a:gd name="T17" fmla="*/ 132 h 263"/>
                <a:gd name="T18" fmla="*/ 287 w 574"/>
                <a:gd name="T19" fmla="*/ 237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4" h="263">
                  <a:moveTo>
                    <a:pt x="287" y="0"/>
                  </a:moveTo>
                  <a:cubicBezTo>
                    <a:pt x="126" y="0"/>
                    <a:pt x="0" y="58"/>
                    <a:pt x="0" y="132"/>
                  </a:cubicBezTo>
                  <a:cubicBezTo>
                    <a:pt x="0" y="206"/>
                    <a:pt x="126" y="263"/>
                    <a:pt x="287" y="263"/>
                  </a:cubicBezTo>
                  <a:cubicBezTo>
                    <a:pt x="448" y="263"/>
                    <a:pt x="574" y="206"/>
                    <a:pt x="574" y="132"/>
                  </a:cubicBezTo>
                  <a:cubicBezTo>
                    <a:pt x="574" y="58"/>
                    <a:pt x="448" y="0"/>
                    <a:pt x="287" y="0"/>
                  </a:cubicBezTo>
                  <a:close/>
                  <a:moveTo>
                    <a:pt x="287" y="237"/>
                  </a:moveTo>
                  <a:cubicBezTo>
                    <a:pt x="131" y="237"/>
                    <a:pt x="26" y="182"/>
                    <a:pt x="26" y="132"/>
                  </a:cubicBezTo>
                  <a:cubicBezTo>
                    <a:pt x="26" y="81"/>
                    <a:pt x="131" y="27"/>
                    <a:pt x="287" y="27"/>
                  </a:cubicBezTo>
                  <a:cubicBezTo>
                    <a:pt x="442" y="27"/>
                    <a:pt x="547" y="81"/>
                    <a:pt x="547" y="132"/>
                  </a:cubicBezTo>
                  <a:cubicBezTo>
                    <a:pt x="547" y="182"/>
                    <a:pt x="442" y="237"/>
                    <a:pt x="287" y="237"/>
                  </a:cubicBez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31" name="矩形 30"/>
          <p:cNvSpPr/>
          <p:nvPr/>
        </p:nvSpPr>
        <p:spPr>
          <a:xfrm>
            <a:off x="471805" y="2483485"/>
            <a:ext cx="4723765" cy="2007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-30480" y="6172835"/>
            <a:ext cx="12222480" cy="6813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0" name="矩形 659"/>
          <p:cNvSpPr/>
          <p:nvPr/>
        </p:nvSpPr>
        <p:spPr>
          <a:xfrm>
            <a:off x="471976" y="2070730"/>
            <a:ext cx="5811206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创启未来，</a:t>
            </a:r>
            <a:endParaRPr lang="en-US" altLang="zh-CN" sz="66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en-US" altLang="zh-CN" sz="6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</a:t>
            </a:r>
            <a:r>
              <a:rPr lang="zh-CN" altLang="en-US" sz="66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突破边界。</a:t>
            </a:r>
            <a:endParaRPr lang="zh-CN" altLang="en-US" sz="66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2" name="流程图: 终止 31"/>
          <p:cNvSpPr/>
          <p:nvPr/>
        </p:nvSpPr>
        <p:spPr>
          <a:xfrm>
            <a:off x="3642995" y="4839335"/>
            <a:ext cx="2326005" cy="600075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971925" y="4794250"/>
            <a:ext cx="1670050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3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cs typeface="Calibri Light" panose="020F0302020204030204" charset="0"/>
              </a:rPr>
              <a:t>Star Rail</a:t>
            </a:r>
            <a:endParaRPr lang="en-US" altLang="zh-CN" sz="3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79565" y="1754505"/>
            <a:ext cx="50806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恳请各位专家</a:t>
            </a:r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指正！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9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0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1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2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3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4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5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6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7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8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19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20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21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22.xml><?xml version="1.0" encoding="utf-8"?>
<p:tagLst xmlns:p="http://schemas.openxmlformats.org/presentationml/2006/main">
  <p:tag name="KSO_WM_DIAGRAM_VIRTUALLY_FRAME" val="{&quot;height&quot;:437.3262992125984,&quot;left&quot;:46.92771653543307,&quot;top&quot;:95.17212598425196,&quot;width&quot;:493.14149606299213}"/>
</p:tagLst>
</file>

<file path=ppt/tags/tag23.xml><?xml version="1.0" encoding="utf-8"?>
<p:tagLst xmlns:p="http://schemas.openxmlformats.org/presentationml/2006/main">
  <p:tag name="PA" val="v5.2.11"/>
</p:tagLst>
</file>

<file path=ppt/tags/tag24.xml><?xml version="1.0" encoding="utf-8"?>
<p:tagLst xmlns:p="http://schemas.openxmlformats.org/presentationml/2006/main">
  <p:tag name="PA" val="v5.2.11"/>
</p:tagLst>
</file>

<file path=ppt/tags/tag25.xml><?xml version="1.0" encoding="utf-8"?>
<p:tagLst xmlns:p="http://schemas.openxmlformats.org/presentationml/2006/main">
  <p:tag name="PA" val="v5.2.11"/>
</p:tagLst>
</file>

<file path=ppt/tags/tag26.xml><?xml version="1.0" encoding="utf-8"?>
<p:tagLst xmlns:p="http://schemas.openxmlformats.org/presentationml/2006/main">
  <p:tag name="KSO_WM_UNIT_PLACING_PICTURE_USER_VIEWPORT" val="{&quot;height&quot;:4006.9694008742604,&quot;width&quot;:4510.1834591401375}"/>
</p:tagLst>
</file>

<file path=ppt/tags/tag27.xml><?xml version="1.0" encoding="utf-8"?>
<p:tagLst xmlns:p="http://schemas.openxmlformats.org/presentationml/2006/main">
  <p:tag name="KSO_WM_DIAGRAM_VIRTUALLY_FRAME" val="{&quot;height&quot;:327.52748031496066,&quot;left&quot;:400.6811811023622,&quot;top&quot;:118.21165354330708,&quot;width&quot;:334.47118110236215}"/>
</p:tagLst>
</file>

<file path=ppt/tags/tag28.xml><?xml version="1.0" encoding="utf-8"?>
<p:tagLst xmlns:p="http://schemas.openxmlformats.org/presentationml/2006/main">
  <p:tag name="KSO_WM_DIAGRAM_VIRTUALLY_FRAME" val="{&quot;height&quot;:327.52748031496066,&quot;left&quot;:400.6811811023622,&quot;top&quot;:118.21165354330708,&quot;width&quot;:334.47118110236215}"/>
</p:tagLst>
</file>

<file path=ppt/tags/tag29.xml><?xml version="1.0" encoding="utf-8"?>
<p:tagLst xmlns:p="http://schemas.openxmlformats.org/presentationml/2006/main">
  <p:tag name="KSO_WM_DIAGRAM_VIRTUALLY_FRAME" val="{&quot;height&quot;:327.52748031496066,&quot;left&quot;:400.6811811023622,&quot;top&quot;:118.21165354330708,&quot;width&quot;:334.47118110236215}"/>
</p:tagLst>
</file>

<file path=ppt/tags/tag30.xml><?xml version="1.0" encoding="utf-8"?>
<p:tagLst xmlns:p="http://schemas.openxmlformats.org/presentationml/2006/main">
  <p:tag name="KSO_WM_DIAGRAM_VIRTUALLY_FRAME" val="{&quot;height&quot;:327.52748031496066,&quot;left&quot;:400.6811811023622,&quot;top&quot;:118.21165354330708,&quot;width&quot;:334.47118110236215}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2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3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4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5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6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7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8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49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50.xml><?xml version="1.0" encoding="utf-8"?>
<p:tagLst xmlns:p="http://schemas.openxmlformats.org/presentationml/2006/main">
  <p:tag name="KSO_WM_DIAGRAM_VIRTUALLY_FRAME" val="{&quot;height&quot;:362.9866929133858,&quot;left&quot;:27.141102362204727,&quot;top&quot;:114.51330708661416,&quot;width&quot;:940.2088976377952}"/>
</p:tagLst>
</file>

<file path=ppt/tags/tag51.xml><?xml version="1.0" encoding="utf-8"?>
<p:tagLst xmlns:p="http://schemas.openxmlformats.org/presentationml/2006/main">
  <p:tag name="COMMONDATA" val="eyJoZGlkIjoiZTQ4MjhiMDA3NTJiNDM0N2YxMTU4ZWVjMTk5NWMxNzkifQ=="/>
  <p:tag name="commondata" val="eyJoZGlkIjoiYjcwODU1YWYwMDIwYzZiZWU5NGNmMDNlODhlY2U5O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1688</Words>
  <Application>WPS 演示</Application>
  <PresentationFormat>宽屏</PresentationFormat>
  <Paragraphs>411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Arial</vt:lpstr>
      <vt:lpstr>宋体</vt:lpstr>
      <vt:lpstr>Wingdings</vt:lpstr>
      <vt:lpstr>黑体</vt:lpstr>
      <vt:lpstr>ADLaM Display</vt:lpstr>
      <vt:lpstr>Wide Latin</vt:lpstr>
      <vt:lpstr>Arial</vt:lpstr>
      <vt:lpstr>Calibri</vt:lpstr>
      <vt:lpstr>思源黑体 CN Medium</vt:lpstr>
      <vt:lpstr>思源黑体</vt:lpstr>
      <vt:lpstr>等线</vt:lpstr>
      <vt:lpstr>Times New Roman</vt:lpstr>
      <vt:lpstr>微软雅黑</vt:lpstr>
      <vt:lpstr>Nexa Bold</vt:lpstr>
      <vt:lpstr>Segoe UI Light</vt:lpstr>
      <vt:lpstr>华文细黑</vt:lpstr>
      <vt:lpstr>Roboto</vt:lpstr>
      <vt:lpstr>微软雅黑 Light</vt:lpstr>
      <vt:lpstr>思源黑体 CN Regular</vt:lpstr>
      <vt:lpstr>楷体</vt:lpstr>
      <vt:lpstr>Calibri Light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佳艺 鲁</dc:creator>
  <cp:lastModifiedBy>WPS_1660197935</cp:lastModifiedBy>
  <cp:revision>186</cp:revision>
  <dcterms:created xsi:type="dcterms:W3CDTF">2024-04-02T11:06:00Z</dcterms:created>
  <dcterms:modified xsi:type="dcterms:W3CDTF">2024-04-15T07:16:38Z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653845D221474D2B964CC3C6A0077F8B_12</vt:lpwstr>
  </property>
  <property fmtid="{D5CDD505-2E9C-101B-9397-08002B2CF9AE}" pid="3" name="KSOProductBuildVer">
    <vt:lpwstr>2052-12.1.0.16729</vt:lpwstr>
  </property>
</Properties>
</file>